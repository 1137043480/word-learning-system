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318" r:id="rId5"/>
    <p:sldId id="320" r:id="rId6"/>
    <p:sldId id="322" r:id="rId7"/>
    <p:sldId id="324" r:id="rId8"/>
    <p:sldId id="326" r:id="rId9"/>
    <p:sldId id="328" r:id="rId10"/>
    <p:sldId id="365" r:id="rId11"/>
    <p:sldId id="367" r:id="rId12"/>
    <p:sldId id="298" r:id="rId13"/>
    <p:sldId id="369" r:id="rId14"/>
    <p:sldId id="383" r:id="rId15"/>
    <p:sldId id="385" r:id="rId16"/>
    <p:sldId id="260" r:id="rId1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8B38C-E964-4EDD-3C80-2D2738A1F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947C6D-DA30-C778-8B89-90E2B8112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945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8E09B-4C90-F898-C3E9-2B3B3C00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47739-F08A-007A-6107-16365E1E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1978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9032D-FB2E-76DE-20E7-E992A2CF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27C5F3-1CEA-17DE-50A0-6E98F00B3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2577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E681-C8E4-2B83-9B86-44F18712E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7D250E-1DF5-F1B2-7217-4B80E878D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429B70-A2CC-EDED-362A-5CE680EA4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6455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EAC84-A346-CBD2-9A86-FF316517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0EDA2C-D9D8-56A6-17B6-279AC1A9E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E8AAAA-6205-172D-7A90-D70B888FB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80EBFA-ADE0-A302-2BF1-ADF6EE7FD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B65E5A-AFD3-D660-5D60-AC0D41B79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62380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F252F-1C51-F50E-27D8-B0CC3886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6600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545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D8BF2-28D7-E6D7-322E-C7A54807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D4809D-46E0-E784-F5D2-D7DBA40FC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83DB8-AE3A-F48C-268D-F3D0774F3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4215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879DF-9EC7-393D-4EB4-63E575A0F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B9A5A3-03CC-7A11-DAA8-D2B504500B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9210CA-4F4C-C76C-406D-A5B7C7263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2640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0FDF3-84A3-3A0C-896B-F3CA1136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3AD405-B365-8D6A-449F-DAFB94E63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881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7BD484-250A-77E5-4A15-CD39A0868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91B4DD-F901-3B23-1D31-579558774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929634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5C3B5-02CD-14ED-5581-A78E457EF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941EE3-563C-3736-C8FF-AA6979BB5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47553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B3927-F4D6-8040-A32E-B4B6B2C8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CFFF88-EC6D-9DE0-2146-90C45101E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173317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CD4F7-4EEB-DDE7-01DF-019DD5BF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DB259E-7B1C-889A-D4B5-07908EFAE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5392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E3C0E-B193-4B58-26B8-E53BB830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51BA5-F2A2-5F89-F738-35D40FB5D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9CB8D1-6DBA-B9F4-5850-B495A5DE3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72312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5F519-1459-8A43-C4AF-8620B292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28BC04-0697-CB83-5B27-6612EE5E6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D391BD-A6CD-2A43-1936-9FACB5FEF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6B03F9-A40C-16DE-816C-892B3E777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3A1362-76D2-8E4C-A31D-E2D7D9F26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05822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9458A-CFFC-9D34-9A91-B694DE7F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7066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8827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0A273-F8CF-6178-E9B4-9443598D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D2A34-65C9-EFDA-02CB-607B25134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71B905-F130-C205-47DA-18F7CCDD7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19176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5B422-4805-DD32-7EAA-00466912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DEC743-C0ED-7169-D7B5-5064028A5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4C291C-C1CA-D9F5-CF46-B68D41D40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8462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02304-FA61-C447-2A23-991E4DCA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7211BE-662B-A5DF-75A9-2F8B38385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523233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896D4A-367D-36D3-FF2D-648D39779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D5808B-D8F1-EABD-C82F-5586ECE0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924818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26ABD-DBEC-FEAB-3560-DCB34A460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5BF70D-E646-9F46-71E3-52ADAE0FB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2543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A38F8-0FDF-E889-B028-A7EF8F026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F1B15-947A-8227-1066-8D070412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8668562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1A4A1-08ED-FAE9-546C-F59C646A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E2D2D0-F21E-AC08-0B74-FFB56E043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007910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7BCFB-ED84-21E1-500C-D82B5143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31C12-64DE-CD91-1BB6-59916EB28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50438D-02D3-5EA1-30CA-049362D23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188606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D248C-3410-8DFA-C01D-C4EAD4EB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6C7FE7-1769-6E81-EDE6-54B477164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7F741C-5D12-B73E-A591-FFBBB1E3B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4BBF47-4AE7-6876-4358-EB4394415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4D4189-869A-E75B-DEF7-2167621DA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520749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62808-959C-0DBB-93D0-15DE37B1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292854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2190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76B6B-7178-92CB-FFAC-AC205B415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41F1A3-6366-F435-7FDF-85576E3E9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114F84-8F91-6FC8-A953-1C0A85BD5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69443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DEB43-B022-FCAA-4202-241CFBB06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FF2E63-0CA3-0AE8-28C3-4F10EC967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65E380-5788-E5CD-2089-352F4DC92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552527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BA187-5D56-2DE1-0629-6CC2D1C0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77BB7D-92DC-EFA9-B727-E84F5A8C2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88824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2D28D8-2DB4-45D6-A81D-0566E7C3C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7449D8-12C6-9FDA-3232-4AB0F2D25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4926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9" name="Picture 9">
            <a:extLst>
              <a:ext uri="{FF2B5EF4-FFF2-40B4-BE49-F238E27FC236}">
                <a16:creationId xmlns:a16="http://schemas.microsoft.com/office/drawing/2014/main" id="{AE56D5FE-076C-BEFA-9421-DC51E73F11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FA4D383E-05BA-0693-2E1E-EEE491071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DD52155-519F-7F5C-3B09-DDFE25246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>
            <a:extLst>
              <a:ext uri="{FF2B5EF4-FFF2-40B4-BE49-F238E27FC236}">
                <a16:creationId xmlns:a16="http://schemas.microsoft.com/office/drawing/2014/main" id="{E3DC4E96-4AF6-641A-F0D8-2276E6EACE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1">
            <a:extLst>
              <a:ext uri="{FF2B5EF4-FFF2-40B4-BE49-F238E27FC236}">
                <a16:creationId xmlns:a16="http://schemas.microsoft.com/office/drawing/2014/main" id="{F8E31CA1-8C4B-6D63-E290-7DB14F9A7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>
            <a:extLst>
              <a:ext uri="{FF2B5EF4-FFF2-40B4-BE49-F238E27FC236}">
                <a16:creationId xmlns:a16="http://schemas.microsoft.com/office/drawing/2014/main" id="{DFF8A24E-C50A-244B-97FA-45E99B3D3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04E7477-A233-BEB0-E5B8-6AB768DEF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第二次学习答案</a:t>
            </a: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907D56CE-1609-5C4B-A632-88E04C6BD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61DFC-3193-CA47-9C40-076B37EA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" altLang="zh-CN" sz="2000" dirty="0"/>
              <a:t> find;</a:t>
            </a:r>
            <a:r>
              <a:rPr lang="zh-CN" altLang="en-US" sz="2000" dirty="0"/>
              <a:t> </a:t>
            </a:r>
            <a:r>
              <a:rPr lang="en" altLang="zh-CN" sz="2000" dirty="0"/>
              <a:t>realize;</a:t>
            </a:r>
            <a:r>
              <a:rPr lang="zh-CN" altLang="en-US" sz="2000" dirty="0"/>
              <a:t> </a:t>
            </a:r>
            <a:r>
              <a:rPr lang="en" altLang="zh-CN" sz="2000" dirty="0"/>
              <a:t>perceive;</a:t>
            </a:r>
            <a:r>
              <a:rPr lang="zh-CN" altLang="en-US" sz="2000" dirty="0"/>
              <a:t> </a:t>
            </a:r>
            <a:r>
              <a:rPr lang="en" altLang="zh-CN" sz="2000" dirty="0"/>
              <a:t>notice;</a:t>
            </a:r>
            <a:r>
              <a:rPr lang="zh-CN" altLang="en-US" sz="2000" dirty="0"/>
              <a:t> </a:t>
            </a:r>
            <a:r>
              <a:rPr lang="en" altLang="zh-CN" sz="2000" dirty="0"/>
              <a:t>be aware of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阴  </a:t>
            </a:r>
            <a:r>
              <a:rPr lang="en-US" altLang="zh-CN" sz="2000" dirty="0"/>
              <a:t>B.</a:t>
            </a:r>
            <a:r>
              <a:rPr lang="zh-CN" altLang="en-US" sz="2000" dirty="0"/>
              <a:t>汉语  </a:t>
            </a:r>
            <a:r>
              <a:rPr lang="en-US" altLang="zh-CN" sz="2000" dirty="0"/>
              <a:t>C.</a:t>
            </a:r>
            <a:r>
              <a:rPr lang="zh-CN" altLang="en-US" sz="2000" dirty="0"/>
              <a:t>离开  </a:t>
            </a:r>
            <a:r>
              <a:rPr lang="en-US" altLang="zh-CN" sz="2000" dirty="0"/>
              <a:t>D.</a:t>
            </a:r>
            <a:r>
              <a:rPr lang="zh-CN" altLang="en-US" sz="2000" dirty="0"/>
              <a:t>发现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突然（</a:t>
            </a:r>
            <a:r>
              <a:rPr lang="en-US" altLang="zh-CN" sz="2000" dirty="0"/>
              <a:t>C</a:t>
            </a:r>
            <a:r>
              <a:rPr lang="zh-CN" altLang="en-US" sz="2000" dirty="0"/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吧  </a:t>
            </a:r>
            <a:r>
              <a:rPr lang="en-US" altLang="zh-CN" sz="2000" dirty="0"/>
              <a:t>B.</a:t>
            </a:r>
            <a:r>
              <a:rPr lang="zh-CN" altLang="en-US" sz="2000" dirty="0"/>
              <a:t>总是 </a:t>
            </a:r>
            <a:r>
              <a:rPr lang="en-US" altLang="zh-CN" sz="2000" dirty="0"/>
              <a:t> C.</a:t>
            </a:r>
            <a:r>
              <a:rPr lang="zh-CN" altLang="en-US" sz="2000" dirty="0"/>
              <a:t> 发现  </a:t>
            </a:r>
            <a:r>
              <a:rPr lang="en-US" altLang="zh-CN" sz="2000" dirty="0"/>
              <a:t>D.</a:t>
            </a:r>
            <a:r>
              <a:rPr lang="zh-CN" altLang="en-US" sz="2000" dirty="0"/>
              <a:t>放心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被</a:t>
            </a:r>
            <a:r>
              <a:rPr lang="en-US" altLang="zh-CN" sz="2000" dirty="0"/>
              <a:t>X</a:t>
            </a: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    </a:t>
            </a:r>
            <a:r>
              <a:rPr lang="en-US" altLang="zh-CN" sz="2000" dirty="0"/>
              <a:t>A.</a:t>
            </a:r>
            <a:r>
              <a:rPr lang="zh-CN" altLang="en-US" sz="2000" dirty="0"/>
              <a:t> 发现  </a:t>
            </a:r>
            <a:r>
              <a:rPr lang="en-US" altLang="zh-CN" sz="2000" dirty="0"/>
              <a:t>B.</a:t>
            </a:r>
            <a:r>
              <a:rPr lang="zh-CN" altLang="en-US" sz="2000" dirty="0"/>
              <a:t>高兴</a:t>
            </a:r>
            <a:r>
              <a:rPr lang="en-US" altLang="zh-CN" sz="2000" dirty="0"/>
              <a:t>  C.</a:t>
            </a:r>
            <a:r>
              <a:rPr lang="zh-CN" altLang="en-US" sz="2000" dirty="0"/>
              <a:t> 一般  </a:t>
            </a:r>
            <a:r>
              <a:rPr lang="en-US" altLang="zh-CN" sz="2000" dirty="0"/>
              <a:t>D.</a:t>
            </a:r>
            <a:r>
              <a:rPr lang="zh-CN" altLang="en-US" sz="2000" dirty="0"/>
              <a:t>弟弟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她发（现）他真的是一个很好的男人。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F5A94D0A-59D7-B94B-8F50-3AE96EB88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092FF-0C43-8F48-8ACB-154E258B2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</a:t>
            </a:r>
            <a:r>
              <a:rPr lang="en-US" altLang="zh-CN" sz="2000" dirty="0"/>
              <a:t>better</a:t>
            </a:r>
            <a:endParaRPr lang="en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裙子  </a:t>
            </a:r>
            <a:r>
              <a:rPr lang="en-US" altLang="zh-CN" sz="2000" dirty="0"/>
              <a:t>B.</a:t>
            </a:r>
            <a:r>
              <a:rPr lang="zh-CN" altLang="en-US" sz="2000" dirty="0"/>
              <a:t>更好  </a:t>
            </a:r>
            <a:r>
              <a:rPr lang="en-US" altLang="zh-CN" sz="2000" dirty="0"/>
              <a:t>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星期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说不定我能比男的干得更（好）。</a:t>
            </a:r>
            <a:endParaRPr kumimoji="1" lang="en-US" altLang="zh-CN" sz="2000" dirty="0"/>
          </a:p>
          <a:p>
            <a:pPr eaLnBrk="1" hangingPunct="1">
              <a:defRPr/>
            </a:pPr>
            <a:r>
              <a:rPr kumimoji="1" lang="zh-CN" altLang="en-US" sz="2000" dirty="0"/>
              <a:t>那时候再告诉她，不是更（好）？</a:t>
            </a:r>
          </a:p>
          <a:p>
            <a:pPr eaLnBrk="1" hangingPunct="1">
              <a:defRPr/>
            </a:pPr>
            <a:endParaRPr kumimoji="1" lang="en-US" altLang="zh-CN" sz="2000" dirty="0"/>
          </a:p>
          <a:p>
            <a:pPr eaLnBrk="1" hangingPunct="1"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941BAADD-3CB8-9A4F-B9BB-B63DB203C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578AEB-844B-664F-BFD2-FD2CF2D5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change;</a:t>
            </a:r>
            <a:r>
              <a:rPr lang="zh-CN" altLang="en-US" sz="2000" dirty="0"/>
              <a:t> </a:t>
            </a:r>
            <a:r>
              <a:rPr lang="en" altLang="zh-CN" sz="2000" dirty="0"/>
              <a:t>variation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慢  </a:t>
            </a:r>
            <a:r>
              <a:rPr lang="en-US" altLang="zh-CN" sz="2000" dirty="0"/>
              <a:t>B.</a:t>
            </a:r>
            <a:r>
              <a:rPr lang="zh-CN" altLang="en-US" sz="2000" dirty="0"/>
              <a:t>变化  </a:t>
            </a:r>
            <a:r>
              <a:rPr lang="en-US" altLang="zh-CN" sz="2000" dirty="0"/>
              <a:t>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耳朵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小明：看来只有爱，才能让人有变（好）。</a:t>
            </a:r>
          </a:p>
          <a:p>
            <a:pPr eaLnBrk="1" hangingPunct="1">
              <a:defRPr/>
            </a:pPr>
            <a:endParaRPr kumimoji="1" lang="en-US" altLang="zh-CN" sz="2000" dirty="0"/>
          </a:p>
          <a:p>
            <a:pPr eaLnBrk="1" hangingPunct="1"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D2761AB6-1448-8040-A4A4-30120F0E6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 dirty="0"/>
              <a:t>practice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7ABE9-5AA8-3149-A97C-15BE9F599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" altLang="zh-CN" sz="2000" dirty="0"/>
              <a:t> change;</a:t>
            </a:r>
            <a:r>
              <a:rPr lang="zh-CN" altLang="en-US" sz="2000" dirty="0"/>
              <a:t> </a:t>
            </a:r>
            <a:r>
              <a:rPr lang="en" altLang="zh-CN" sz="2000" dirty="0"/>
              <a:t>vary </a:t>
            </a: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参加  </a:t>
            </a:r>
            <a:r>
              <a:rPr lang="en-US" altLang="zh-CN" sz="2000" dirty="0"/>
              <a:t>B.</a:t>
            </a:r>
            <a:r>
              <a:rPr lang="zh-CN" altLang="en-US" sz="2000" dirty="0"/>
              <a:t>元  </a:t>
            </a:r>
            <a:r>
              <a:rPr lang="en-US" altLang="zh-CN" sz="2000" dirty="0"/>
              <a:t>C.</a:t>
            </a:r>
            <a:r>
              <a:rPr lang="zh-CN" altLang="en-US" sz="2000" dirty="0"/>
              <a:t>变化  </a:t>
            </a:r>
            <a:r>
              <a:rPr lang="en-US" altLang="zh-CN" sz="2000" dirty="0"/>
              <a:t>D.</a:t>
            </a:r>
            <a:r>
              <a:rPr lang="zh-CN" altLang="en-US" sz="2000" dirty="0"/>
              <a:t>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在（</a:t>
            </a:r>
            <a:r>
              <a:rPr lang="en-US" altLang="zh-CN" sz="2000" dirty="0"/>
              <a:t>D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二  </a:t>
            </a:r>
            <a:r>
              <a:rPr lang="en-US" altLang="zh-CN" sz="2000" dirty="0"/>
              <a:t>B.</a:t>
            </a:r>
            <a:r>
              <a:rPr lang="zh-CN" altLang="en-US" sz="2000" dirty="0"/>
              <a:t>越 </a:t>
            </a:r>
            <a:r>
              <a:rPr lang="en-US" altLang="zh-CN" sz="2000" dirty="0"/>
              <a:t> C.</a:t>
            </a:r>
            <a:r>
              <a:rPr lang="zh-CN" altLang="en-US" sz="2000" dirty="0"/>
              <a:t> 过（助词）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变化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天气（</a:t>
            </a:r>
            <a:r>
              <a:rPr lang="en-US" altLang="zh-CN" sz="2000" dirty="0"/>
              <a:t>B</a:t>
            </a:r>
            <a:r>
              <a:rPr lang="zh-CN" altLang="en-US" sz="2000" dirty="0"/>
              <a:t>）很快     </a:t>
            </a:r>
            <a:r>
              <a:rPr lang="en-US" altLang="zh-CN" sz="2000" dirty="0"/>
              <a:t>A.</a:t>
            </a:r>
            <a:r>
              <a:rPr lang="zh-CN" altLang="en-US" sz="2000" dirty="0"/>
              <a:t> 哭  </a:t>
            </a:r>
            <a:r>
              <a:rPr lang="en-US" altLang="zh-CN" sz="2000" dirty="0"/>
              <a:t>B.</a:t>
            </a:r>
            <a:r>
              <a:rPr lang="zh-CN" altLang="en-US" sz="2000" dirty="0"/>
              <a:t>变化</a:t>
            </a:r>
            <a:r>
              <a:rPr lang="en-US" altLang="zh-CN" sz="2000" dirty="0"/>
              <a:t>  C.</a:t>
            </a:r>
            <a:r>
              <a:rPr lang="zh-CN" altLang="en-US" sz="2000" dirty="0"/>
              <a:t> 前面  </a:t>
            </a:r>
            <a:r>
              <a:rPr lang="en-US" altLang="zh-CN" sz="2000" dirty="0"/>
              <a:t>D.</a:t>
            </a:r>
            <a:r>
              <a:rPr lang="zh-CN" altLang="en-US" sz="2000" dirty="0"/>
              <a:t>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妈妈：女儿变（化）不小，她小时候喜欢短头发，像男孩子一样。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69820A10-C2D0-7447-8907-EFE5D5784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F85A1-25F9-1F4F-95EC-6285D44B0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" altLang="zh-CN" sz="2000" dirty="0"/>
              <a:t> pass;</a:t>
            </a:r>
            <a:r>
              <a:rPr lang="zh-CN" altLang="en-US" sz="2000" dirty="0"/>
              <a:t> </a:t>
            </a:r>
            <a:r>
              <a:rPr lang="en" altLang="zh-CN" sz="2000" dirty="0"/>
              <a:t>go through;</a:t>
            </a:r>
            <a:r>
              <a:rPr lang="zh-CN" altLang="en-US" sz="2000" dirty="0"/>
              <a:t> </a:t>
            </a:r>
            <a:r>
              <a:rPr lang="en" altLang="zh-CN" sz="2000" dirty="0"/>
              <a:t>undergo</a:t>
            </a:r>
            <a:r>
              <a:rPr lang="zh-CN" altLang="en-US" sz="2000" dirty="0"/>
              <a:t> </a:t>
            </a:r>
            <a:r>
              <a:rPr lang="en" altLang="zh-CN" sz="2000" dirty="0"/>
              <a:t> </a:t>
            </a: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经过  </a:t>
            </a:r>
            <a:r>
              <a:rPr lang="en-US" altLang="zh-CN" sz="2000" dirty="0"/>
              <a:t>B.</a:t>
            </a:r>
            <a:r>
              <a:rPr lang="zh-CN" altLang="en-US" sz="2000" dirty="0"/>
              <a:t>护照  </a:t>
            </a:r>
            <a:r>
              <a:rPr lang="en-US" altLang="zh-CN" sz="2000" dirty="0"/>
              <a:t>C.</a:t>
            </a:r>
            <a:r>
              <a:rPr lang="zh-CN" altLang="en-US" sz="2000" dirty="0"/>
              <a:t>锻炼  </a:t>
            </a:r>
            <a:r>
              <a:rPr lang="en-US" altLang="zh-CN" sz="2000" dirty="0"/>
              <a:t>D.</a:t>
            </a:r>
            <a:r>
              <a:rPr lang="zh-CN" altLang="en-US" sz="2000" dirty="0"/>
              <a:t>秋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必须（</a:t>
            </a:r>
            <a:r>
              <a:rPr lang="en-US" altLang="zh-CN" sz="2000" dirty="0"/>
              <a:t>B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和  </a:t>
            </a:r>
            <a:r>
              <a:rPr lang="en-US" altLang="zh-CN" sz="2000" dirty="0"/>
              <a:t>B.</a:t>
            </a:r>
            <a:r>
              <a:rPr lang="zh-CN" altLang="en-US" sz="2000" dirty="0"/>
              <a:t>经过 </a:t>
            </a:r>
            <a:r>
              <a:rPr lang="en-US" altLang="zh-CN" sz="2000" dirty="0"/>
              <a:t> C.</a:t>
            </a:r>
            <a:r>
              <a:rPr lang="zh-CN" altLang="en-US" sz="2000" dirty="0"/>
              <a:t> 一点儿  </a:t>
            </a:r>
            <a:r>
              <a:rPr lang="en-US" altLang="zh-CN" sz="2000" dirty="0"/>
              <a:t>D.</a:t>
            </a:r>
            <a:r>
              <a:rPr lang="zh-CN" altLang="en-US" sz="2000" dirty="0"/>
              <a:t>秋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已（</a:t>
            </a:r>
            <a:r>
              <a:rPr lang="en-US" altLang="zh-CN" sz="2000" dirty="0"/>
              <a:t>D</a:t>
            </a:r>
            <a:r>
              <a:rPr lang="zh-CN" altLang="en-US" sz="2000" dirty="0"/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 空调  </a:t>
            </a:r>
            <a:r>
              <a:rPr lang="en-US" altLang="zh-CN" sz="2000" dirty="0"/>
              <a:t>B.</a:t>
            </a:r>
            <a:r>
              <a:rPr lang="zh-CN" altLang="en-US" sz="2000" dirty="0"/>
              <a:t>变化</a:t>
            </a:r>
            <a:r>
              <a:rPr lang="en-US" altLang="zh-CN" sz="2000" dirty="0"/>
              <a:t>  C.</a:t>
            </a:r>
            <a:r>
              <a:rPr lang="zh-CN" altLang="en-US" sz="2000" dirty="0"/>
              <a:t> 唱歌  </a:t>
            </a:r>
            <a:r>
              <a:rPr lang="en-US" altLang="zh-CN" sz="2000" dirty="0"/>
              <a:t>D.</a:t>
            </a:r>
            <a:r>
              <a:rPr lang="zh-CN" altLang="en-US" sz="2000" dirty="0"/>
              <a:t>经过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一路上经（过）了很多地方，每个地方都不一样。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290DC41D-7FFC-5148-9492-A744D7904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21843-99F3-D546-9107-A2660E06D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" altLang="zh-CN" sz="2000" dirty="0"/>
              <a:t> as a result of; after; through</a:t>
            </a:r>
            <a:r>
              <a:rPr lang="zh-CN" altLang="en-US" sz="2000" dirty="0"/>
              <a:t> </a:t>
            </a:r>
            <a:r>
              <a:rPr lang="en" altLang="zh-CN" sz="2000" dirty="0"/>
              <a:t> </a:t>
            </a: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经过  </a:t>
            </a:r>
            <a:r>
              <a:rPr lang="en-US" altLang="zh-CN" sz="2000" dirty="0"/>
              <a:t>B.</a:t>
            </a:r>
            <a:r>
              <a:rPr lang="zh-CN" altLang="en-US" sz="2000" dirty="0"/>
              <a:t>身体  </a:t>
            </a:r>
            <a:r>
              <a:rPr lang="en-US" altLang="zh-CN" sz="2000" dirty="0"/>
              <a:t>C.</a:t>
            </a:r>
            <a:r>
              <a:rPr lang="zh-CN" altLang="en-US" sz="2000" dirty="0"/>
              <a:t>旁边  </a:t>
            </a:r>
            <a:r>
              <a:rPr lang="en-US" altLang="zh-CN" sz="2000" dirty="0"/>
              <a:t>D.</a:t>
            </a:r>
            <a:r>
              <a:rPr lang="zh-CN" altLang="en-US" sz="2000" dirty="0"/>
              <a:t>医生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有些经（过）科学研究，证明是错误的。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612349B0-5E26-1F4E-8000-AF29F3464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2A46CB-534F-5D4F-9A17-7557FCDF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idea; opinion; what one has in mind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黄河  </a:t>
            </a:r>
            <a:r>
              <a:rPr lang="en-US" altLang="zh-CN" sz="2000" dirty="0"/>
              <a:t>B.</a:t>
            </a:r>
            <a:r>
              <a:rPr lang="zh-CN" altLang="en-US" sz="2000" dirty="0"/>
              <a:t>岁  </a:t>
            </a:r>
            <a:r>
              <a:rPr lang="en-US" altLang="zh-CN" sz="2000" dirty="0"/>
              <a:t>C.</a:t>
            </a:r>
            <a:r>
              <a:rPr lang="zh-CN" altLang="en-US" sz="2000" dirty="0"/>
              <a:t>洗澡  </a:t>
            </a:r>
            <a:r>
              <a:rPr lang="en-US" altLang="zh-CN" sz="2000" dirty="0"/>
              <a:t>D.</a:t>
            </a:r>
            <a:r>
              <a:rPr lang="zh-CN" altLang="en-US" sz="2000" dirty="0"/>
              <a:t>想法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同意（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   </a:t>
            </a:r>
            <a:r>
              <a:rPr lang="en-US" altLang="zh-CN" sz="2000" dirty="0"/>
              <a:t>A.</a:t>
            </a:r>
            <a:r>
              <a:rPr lang="zh-CN" altLang="en-US" sz="2000" dirty="0"/>
              <a:t>想法</a:t>
            </a:r>
            <a:r>
              <a:rPr lang="en-US" altLang="zh-CN" sz="2000" dirty="0"/>
              <a:t>  B.</a:t>
            </a:r>
            <a:r>
              <a:rPr lang="zh-CN" altLang="en-US" sz="2000" dirty="0"/>
              <a:t>比较 </a:t>
            </a:r>
            <a:r>
              <a:rPr lang="en-US" altLang="zh-CN" sz="2000" dirty="0"/>
              <a:t> 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瘦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D</a:t>
            </a:r>
            <a:r>
              <a:rPr lang="zh-CN" altLang="en-US" sz="2000" dirty="0">
                <a:solidFill>
                  <a:srgbClr val="000000"/>
                </a:solidFill>
              </a:rPr>
              <a:t>） 一样   </a:t>
            </a:r>
            <a:r>
              <a:rPr lang="en-US" altLang="zh-CN" sz="2000" dirty="0"/>
              <a:t>A.</a:t>
            </a:r>
            <a:r>
              <a:rPr lang="zh-CN" altLang="en-US" sz="2000" dirty="0"/>
              <a:t>懂</a:t>
            </a:r>
            <a:r>
              <a:rPr lang="en-US" altLang="zh-CN" sz="2000" dirty="0"/>
              <a:t>  B.</a:t>
            </a:r>
            <a:r>
              <a:rPr lang="zh-CN" altLang="en-US" sz="2000" dirty="0"/>
              <a:t>或者 </a:t>
            </a:r>
            <a:r>
              <a:rPr lang="en-US" altLang="zh-CN" sz="2000" dirty="0"/>
              <a:t> C.</a:t>
            </a:r>
            <a:r>
              <a:rPr lang="zh-CN" altLang="en-US" sz="2000" dirty="0"/>
              <a:t>城市 </a:t>
            </a:r>
            <a:r>
              <a:rPr lang="en-US" altLang="zh-CN" sz="2000" dirty="0"/>
              <a:t>D.</a:t>
            </a:r>
            <a:r>
              <a:rPr lang="zh-CN" altLang="en-US" sz="2000" dirty="0"/>
              <a:t>想法</a:t>
            </a:r>
          </a:p>
          <a:p>
            <a:pPr eaLnBrk="1" hangingPunct="1"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		fa3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就这样过了三年，他终于去实现自己的想（法）了。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FCC8091C-DE27-F54E-9FDC-5DB4344E5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7D538-6E81-C84B-80EE-F8059F0B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 ）</a:t>
            </a:r>
            <a:r>
              <a:rPr lang="en-US" altLang="zh-CN" sz="2000" dirty="0">
                <a:solidFill>
                  <a:srgbClr val="000000"/>
                </a:solidFill>
              </a:rPr>
              <a:t> big; large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零 </a:t>
            </a:r>
            <a:r>
              <a:rPr lang="en-US" altLang="zh-CN" sz="2000" dirty="0"/>
              <a:t>B.</a:t>
            </a:r>
            <a:r>
              <a:rPr lang="zh-CN" altLang="en-US" sz="2000" dirty="0"/>
              <a:t>电脑  </a:t>
            </a:r>
            <a:r>
              <a:rPr lang="en-US" altLang="zh-CN" sz="2000" dirty="0"/>
              <a:t>C.</a:t>
            </a:r>
            <a:r>
              <a:rPr lang="zh-CN" altLang="en-US" sz="2000" dirty="0"/>
              <a:t>大  </a:t>
            </a:r>
            <a:r>
              <a:rPr lang="en-US" altLang="zh-CN" sz="2000" dirty="0"/>
              <a:t>D.</a:t>
            </a:r>
            <a:r>
              <a:rPr lang="zh-CN" altLang="en-US" sz="2000" dirty="0"/>
              <a:t>帮助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影响很（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大</a:t>
            </a:r>
            <a:r>
              <a:rPr lang="en-US" altLang="zh-CN" sz="2000" dirty="0"/>
              <a:t>  B.</a:t>
            </a:r>
            <a:r>
              <a:rPr lang="zh-CN" altLang="en-US" sz="2000" dirty="0"/>
              <a:t>比较 </a:t>
            </a:r>
            <a:r>
              <a:rPr lang="en-US" altLang="zh-CN" sz="2000" dirty="0"/>
              <a:t> 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瘦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变化（</a:t>
            </a:r>
            <a:r>
              <a:rPr lang="en-US" altLang="zh-CN" sz="2000" dirty="0">
                <a:solidFill>
                  <a:srgbClr val="000000"/>
                </a:solidFill>
              </a:rPr>
              <a:t>D</a:t>
            </a:r>
            <a:r>
              <a:rPr lang="zh-CN" altLang="en-US" sz="2000" dirty="0">
                <a:solidFill>
                  <a:srgbClr val="000000"/>
                </a:solidFill>
              </a:rPr>
              <a:t>）    </a:t>
            </a:r>
            <a:r>
              <a:rPr lang="en-US" altLang="zh-CN" sz="2000" dirty="0"/>
              <a:t>A.</a:t>
            </a:r>
            <a:r>
              <a:rPr lang="zh-CN" altLang="en-US" sz="2000" dirty="0"/>
              <a:t>骑</a:t>
            </a:r>
            <a:r>
              <a:rPr lang="en-US" altLang="zh-CN" sz="2000" dirty="0"/>
              <a:t>  B.</a:t>
            </a:r>
            <a:r>
              <a:rPr lang="zh-CN" altLang="en-US" sz="2000" dirty="0"/>
              <a:t>五 </a:t>
            </a:r>
            <a:r>
              <a:rPr lang="en-US" altLang="zh-CN" sz="2000" dirty="0"/>
              <a:t> C.</a:t>
            </a:r>
            <a:r>
              <a:rPr lang="zh-CN" altLang="en-US" sz="2000" dirty="0"/>
              <a:t>菜  </a:t>
            </a:r>
            <a:r>
              <a:rPr lang="en-US" altLang="zh-CN" sz="2000" dirty="0"/>
              <a:t>D.</a:t>
            </a:r>
            <a:r>
              <a:rPr lang="zh-CN" altLang="en-US" sz="2000" dirty="0"/>
              <a:t>大</a:t>
            </a:r>
          </a:p>
          <a:p>
            <a:pPr eaLnBrk="1" hangingPunct="1"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    </a:t>
            </a:r>
            <a:r>
              <a:rPr lang="en-US" altLang="zh-CN" sz="2000" dirty="0"/>
              <a:t>da4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小刚：公园太（大），多累啊。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51CE1A51-E019-694A-8880-64C68602B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D4D2A5-7B71-F946-8183-F04EAC7F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descend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越 </a:t>
            </a:r>
            <a:r>
              <a:rPr lang="en-US" altLang="zh-CN" sz="2000" dirty="0"/>
              <a:t>B.</a:t>
            </a:r>
            <a:r>
              <a:rPr lang="zh-CN" altLang="en-US" sz="2000" dirty="0"/>
              <a:t>热情  </a:t>
            </a:r>
            <a:r>
              <a:rPr lang="en-US" altLang="zh-CN" sz="2000" dirty="0"/>
              <a:t>C.</a:t>
            </a:r>
            <a:r>
              <a:rPr lang="zh-CN" altLang="en-US" sz="2000" dirty="0"/>
              <a:t>下降  </a:t>
            </a:r>
            <a:r>
              <a:rPr lang="en-US" altLang="zh-CN" sz="2000" dirty="0"/>
              <a:t>D.</a:t>
            </a:r>
            <a:r>
              <a:rPr lang="zh-CN" altLang="en-US" sz="2000" dirty="0"/>
              <a:t>错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水平（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下降</a:t>
            </a:r>
            <a:r>
              <a:rPr lang="en-US" altLang="zh-CN" sz="2000" dirty="0"/>
              <a:t>  B.</a:t>
            </a:r>
            <a:r>
              <a:rPr lang="zh-CN" altLang="en-US" sz="2000" dirty="0"/>
              <a:t>左边 </a:t>
            </a:r>
            <a:r>
              <a:rPr lang="en-US" altLang="zh-CN" sz="2000" dirty="0"/>
              <a:t> C.</a:t>
            </a:r>
            <a:r>
              <a:rPr lang="zh-CN" altLang="en-US" sz="2000" dirty="0"/>
              <a:t>羊肉  </a:t>
            </a:r>
            <a:r>
              <a:rPr lang="en-US" altLang="zh-CN" sz="2000" dirty="0"/>
              <a:t>D.</a:t>
            </a:r>
            <a:r>
              <a:rPr lang="zh-CN" altLang="en-US" sz="2000" dirty="0"/>
              <a:t>晴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在（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  <a:r>
              <a:rPr lang="en-US" altLang="zh-CN" sz="2000" dirty="0"/>
              <a:t>A.</a:t>
            </a:r>
            <a:r>
              <a:rPr lang="zh-CN" altLang="en-US" sz="2000" dirty="0"/>
              <a:t>非常</a:t>
            </a:r>
            <a:r>
              <a:rPr lang="en-US" altLang="zh-CN" sz="2000" dirty="0"/>
              <a:t>  B.</a:t>
            </a:r>
            <a:r>
              <a:rPr lang="zh-CN" altLang="en-US" sz="2000" dirty="0"/>
              <a:t>皮鞋 </a:t>
            </a:r>
            <a:r>
              <a:rPr lang="en-US" altLang="zh-CN" sz="2000" dirty="0"/>
              <a:t> C.</a:t>
            </a:r>
            <a:r>
              <a:rPr lang="zh-CN" altLang="en-US" sz="2000" dirty="0"/>
              <a:t>下降  </a:t>
            </a:r>
            <a:r>
              <a:rPr lang="en-US" altLang="zh-CN" sz="2000" dirty="0"/>
              <a:t>D.</a:t>
            </a:r>
            <a:r>
              <a:rPr lang="zh-CN" altLang="en-US" sz="2000" dirty="0"/>
              <a:t>名字</a:t>
            </a:r>
            <a:endParaRPr lang="en-US" altLang="zh-CN" sz="2000" dirty="0"/>
          </a:p>
          <a:p>
            <a:pPr eaLnBrk="1" hangingPunct="1"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</a:t>
            </a:r>
            <a:r>
              <a:rPr lang="en-US" altLang="zh-CN" sz="2000" dirty="0"/>
              <a:t>jiang4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飞机开始下（降）。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CC7DE775-3286-164E-95DA-A3B0426B6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D246F-4C0F-8643-891F-BD419CF0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important; significant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明白  </a:t>
            </a:r>
            <a:r>
              <a:rPr lang="en-US" altLang="zh-CN" sz="2000" dirty="0"/>
              <a:t>B.</a:t>
            </a:r>
            <a:r>
              <a:rPr lang="zh-CN" altLang="en-US" sz="2000" dirty="0"/>
              <a:t>汉语  </a:t>
            </a:r>
            <a:r>
              <a:rPr lang="en-US" altLang="zh-CN" sz="2000" dirty="0"/>
              <a:t>C.</a:t>
            </a:r>
            <a:r>
              <a:rPr lang="zh-CN" altLang="en-US" sz="2000" dirty="0"/>
              <a:t>重要  </a:t>
            </a:r>
            <a:r>
              <a:rPr lang="en-US" altLang="zh-CN" sz="2000" dirty="0"/>
              <a:t>D.</a:t>
            </a:r>
            <a:r>
              <a:rPr lang="zh-CN" altLang="en-US" sz="2000" dirty="0"/>
              <a:t>运动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健康（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中午</a:t>
            </a:r>
            <a:r>
              <a:rPr lang="en-US" altLang="zh-CN" sz="2000" dirty="0"/>
              <a:t>  B.</a:t>
            </a:r>
            <a:r>
              <a:rPr lang="zh-CN" altLang="en-US" sz="2000" dirty="0"/>
              <a:t>重要 </a:t>
            </a:r>
            <a:r>
              <a:rPr lang="en-US" altLang="zh-CN" sz="2000" dirty="0"/>
              <a:t> C.</a:t>
            </a:r>
            <a:r>
              <a:rPr lang="zh-CN" altLang="en-US" sz="2000" dirty="0"/>
              <a:t>当然  </a:t>
            </a:r>
            <a:r>
              <a:rPr lang="en-US" altLang="zh-CN" sz="2000" dirty="0"/>
              <a:t>D.</a:t>
            </a:r>
            <a:r>
              <a:rPr lang="zh-CN" altLang="en-US" sz="2000" dirty="0"/>
              <a:t>感兴趣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最（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还是  </a:t>
            </a:r>
            <a:r>
              <a:rPr lang="en" altLang="zh-CN" sz="2000" dirty="0"/>
              <a:t>B.</a:t>
            </a:r>
            <a:r>
              <a:rPr lang="zh-CN" altLang="en-US" sz="2000" dirty="0"/>
              <a:t>少  </a:t>
            </a:r>
            <a:r>
              <a:rPr lang="en" altLang="zh-CN" sz="2000" dirty="0"/>
              <a:t>C.</a:t>
            </a:r>
            <a:r>
              <a:rPr lang="zh-CN" altLang="en-US" sz="2000" dirty="0"/>
              <a:t>重要  </a:t>
            </a:r>
            <a:r>
              <a:rPr lang="en" altLang="zh-CN" sz="2000" dirty="0"/>
              <a:t>D.</a:t>
            </a:r>
            <a:r>
              <a:rPr lang="zh-CN" altLang="en-US" sz="2000" dirty="0"/>
              <a:t>阿姨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父母是孩子最重（要）的老师。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4FA2E389-5393-A941-9A53-4261D9D0C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861148-E8C0-A842-B3C9-F61843EF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misunderstand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爷爷  </a:t>
            </a:r>
            <a:r>
              <a:rPr lang="en" altLang="zh-CN" sz="2000" dirty="0"/>
              <a:t>B.</a:t>
            </a:r>
            <a:r>
              <a:rPr lang="zh-CN" altLang="en-US" sz="2000" dirty="0"/>
              <a:t>误会  </a:t>
            </a:r>
            <a:r>
              <a:rPr lang="en" altLang="zh-CN" sz="2000" dirty="0"/>
              <a:t>C.</a:t>
            </a:r>
            <a:r>
              <a:rPr lang="zh-CN" altLang="en-US" sz="2000" dirty="0"/>
              <a:t>节目 </a:t>
            </a:r>
            <a:r>
              <a:rPr lang="en" altLang="zh-CN" sz="2000" dirty="0"/>
              <a:t>D.</a:t>
            </a:r>
            <a:r>
              <a:rPr lang="zh-CN" altLang="en-US" sz="2000" dirty="0"/>
              <a:t>同学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  </a:t>
            </a:r>
            <a:r>
              <a:rPr lang="en-US" altLang="zh-CN" sz="2000" dirty="0"/>
              <a:t>hui4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你一定是误（会）了。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3C664E9-0732-2D47-B3DB-A2FD373326E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" action="ppaction://noaction"/>
              </a:rPr>
              <a:t>Click</a:t>
            </a:r>
            <a:r>
              <a:rPr kumimoji="1" lang="zh-CN" altLang="en-US" dirty="0">
                <a:hlinkClick r:id="" action="ppaction://noaction"/>
              </a:rPr>
              <a:t> </a:t>
            </a:r>
            <a:r>
              <a:rPr kumimoji="1" lang="en-US" altLang="zh-CN" dirty="0">
                <a:hlinkClick r:id="" action="ppaction://noaction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C5D1183C-200A-2546-A023-4265B670C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8C7EF-FA04-6845-AFA5-5DCE00074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grandson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经过   </a:t>
            </a:r>
            <a:r>
              <a:rPr lang="en" altLang="zh-CN" sz="2000" dirty="0"/>
              <a:t>B.</a:t>
            </a:r>
            <a:r>
              <a:rPr lang="zh-CN" altLang="en-US" sz="2000" dirty="0"/>
              <a:t>音乐   </a:t>
            </a:r>
            <a:r>
              <a:rPr lang="en" altLang="zh-CN" sz="2000" dirty="0"/>
              <a:t>C.</a:t>
            </a:r>
            <a:r>
              <a:rPr lang="zh-CN" altLang="en-US" sz="2000" dirty="0"/>
              <a:t>几   </a:t>
            </a:r>
            <a:r>
              <a:rPr lang="en" altLang="zh-CN" sz="2000" dirty="0"/>
              <a:t>D.</a:t>
            </a:r>
            <a:r>
              <a:rPr lang="zh-CN" altLang="en-US" sz="2000" dirty="0"/>
              <a:t>孙子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小（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孙子  </a:t>
            </a:r>
            <a:r>
              <a:rPr lang="en" altLang="zh-CN" sz="2000" dirty="0"/>
              <a:t>B.</a:t>
            </a:r>
            <a:r>
              <a:rPr lang="zh-CN" altLang="en-US" sz="2000" dirty="0"/>
              <a:t>老  </a:t>
            </a:r>
            <a:r>
              <a:rPr lang="en" altLang="zh-CN" sz="2000" dirty="0"/>
              <a:t>C.</a:t>
            </a:r>
            <a:r>
              <a:rPr lang="zh-CN" altLang="en-US" sz="2000" dirty="0"/>
              <a:t>层  </a:t>
            </a:r>
            <a:r>
              <a:rPr lang="en" altLang="zh-CN" sz="2000" dirty="0"/>
              <a:t>D.</a:t>
            </a:r>
            <a:r>
              <a:rPr lang="zh-CN" altLang="en-US" sz="2000" dirty="0"/>
              <a:t>月亮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带（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 </a:t>
            </a:r>
            <a:r>
              <a:rPr lang="en" altLang="zh-CN" sz="2000" dirty="0"/>
              <a:t>A.</a:t>
            </a:r>
            <a:r>
              <a:rPr lang="zh-CN" altLang="en-US" sz="2000" dirty="0"/>
              <a:t>送  </a:t>
            </a:r>
            <a:r>
              <a:rPr lang="en" altLang="zh-CN" sz="2000" dirty="0"/>
              <a:t>B.</a:t>
            </a:r>
            <a:r>
              <a:rPr lang="zh-CN" altLang="en-US" sz="2000" dirty="0"/>
              <a:t>矮  </a:t>
            </a:r>
            <a:r>
              <a:rPr lang="en" altLang="zh-CN" sz="2000" dirty="0"/>
              <a:t>C.</a:t>
            </a:r>
            <a:r>
              <a:rPr lang="zh-CN" altLang="en-US" sz="2000" dirty="0"/>
              <a:t>孙子  </a:t>
            </a:r>
            <a:r>
              <a:rPr lang="en" altLang="zh-CN" sz="2000" dirty="0"/>
              <a:t>D.</a:t>
            </a:r>
            <a:r>
              <a:rPr lang="zh-CN" altLang="en-US" sz="2000" dirty="0"/>
              <a:t>小心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小王：表演得真棒。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solidFill>
                  <a:srgbClr val="000000"/>
                </a:solidFill>
              </a:rPr>
              <a:t>	</a:t>
            </a:r>
            <a:r>
              <a:rPr kumimoji="1" lang="zh-CN" altLang="en-US" sz="2000" dirty="0">
                <a:solidFill>
                  <a:srgbClr val="000000"/>
                </a:solidFill>
              </a:rPr>
              <a:t>          </a:t>
            </a:r>
            <a:r>
              <a:rPr kumimoji="1" lang="en-US" altLang="zh-CN" sz="2000" dirty="0">
                <a:solidFill>
                  <a:srgbClr val="000000"/>
                </a:solidFill>
              </a:rPr>
              <a:t>zi1</a:t>
            </a:r>
            <a:endParaRPr kumimoji="1"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李老师：是我孙（子）。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1771</TotalTime>
  <Words>893</Words>
  <Application>Microsoft Macintosh PowerPoint</Application>
  <PresentationFormat>全屏显示(4:3)</PresentationFormat>
  <Paragraphs>121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Arial</vt:lpstr>
      <vt:lpstr>宋体</vt:lpstr>
      <vt:lpstr>黑体</vt:lpstr>
      <vt:lpstr>正文</vt:lpstr>
      <vt:lpstr>首页</vt:lpstr>
      <vt:lpstr>致谢</vt:lpstr>
      <vt:lpstr>第二次学习答案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29</cp:revision>
  <cp:lastPrinted>1601-01-01T00:00:00Z</cp:lastPrinted>
  <dcterms:created xsi:type="dcterms:W3CDTF">1601-01-01T00:00:00Z</dcterms:created>
  <dcterms:modified xsi:type="dcterms:W3CDTF">2022-04-24T08:08:43Z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