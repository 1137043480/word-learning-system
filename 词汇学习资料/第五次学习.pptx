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av" ContentType="audio/x-wav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9" r:id="rId1"/>
    <p:sldMasterId id="2147483648" r:id="rId2"/>
    <p:sldMasterId id="2147483650" r:id="rId3"/>
  </p:sldMasterIdLst>
  <p:sldIdLst>
    <p:sldId id="262" r:id="rId4"/>
    <p:sldId id="428" r:id="rId5"/>
    <p:sldId id="347" r:id="rId6"/>
    <p:sldId id="374" r:id="rId7"/>
    <p:sldId id="429" r:id="rId8"/>
    <p:sldId id="430" r:id="rId9"/>
    <p:sldId id="431" r:id="rId10"/>
    <p:sldId id="375" r:id="rId11"/>
    <p:sldId id="433" r:id="rId12"/>
    <p:sldId id="434" r:id="rId13"/>
    <p:sldId id="395" r:id="rId14"/>
    <p:sldId id="376" r:id="rId15"/>
    <p:sldId id="435" r:id="rId16"/>
    <p:sldId id="436" r:id="rId17"/>
    <p:sldId id="437" r:id="rId18"/>
    <p:sldId id="377" r:id="rId19"/>
    <p:sldId id="438" r:id="rId20"/>
    <p:sldId id="439" r:id="rId21"/>
    <p:sldId id="440" r:id="rId22"/>
    <p:sldId id="299" r:id="rId23"/>
    <p:sldId id="441" r:id="rId24"/>
    <p:sldId id="442" r:id="rId25"/>
    <p:sldId id="300" r:id="rId26"/>
    <p:sldId id="443" r:id="rId27"/>
    <p:sldId id="444" r:id="rId28"/>
    <p:sldId id="445" r:id="rId29"/>
    <p:sldId id="301" r:id="rId30"/>
    <p:sldId id="446" r:id="rId31"/>
    <p:sldId id="447" r:id="rId32"/>
    <p:sldId id="448" r:id="rId33"/>
    <p:sldId id="302" r:id="rId34"/>
    <p:sldId id="449" r:id="rId35"/>
    <p:sldId id="450" r:id="rId36"/>
    <p:sldId id="451" r:id="rId37"/>
    <p:sldId id="305" r:id="rId38"/>
    <p:sldId id="452" r:id="rId39"/>
    <p:sldId id="453" r:id="rId40"/>
    <p:sldId id="454" r:id="rId41"/>
    <p:sldId id="306" r:id="rId42"/>
    <p:sldId id="455" r:id="rId43"/>
    <p:sldId id="456" r:id="rId44"/>
    <p:sldId id="457" r:id="rId45"/>
    <p:sldId id="307" r:id="rId46"/>
    <p:sldId id="458" r:id="rId47"/>
    <p:sldId id="459" r:id="rId48"/>
    <p:sldId id="460" r:id="rId49"/>
    <p:sldId id="308" r:id="rId50"/>
    <p:sldId id="461" r:id="rId51"/>
    <p:sldId id="462" r:id="rId52"/>
    <p:sldId id="463" r:id="rId53"/>
    <p:sldId id="309" r:id="rId54"/>
    <p:sldId id="464" r:id="rId55"/>
    <p:sldId id="465" r:id="rId56"/>
    <p:sldId id="466" r:id="rId57"/>
    <p:sldId id="310" r:id="rId58"/>
    <p:sldId id="467" r:id="rId59"/>
    <p:sldId id="468" r:id="rId60"/>
    <p:sldId id="469" r:id="rId61"/>
    <p:sldId id="311" r:id="rId62"/>
    <p:sldId id="470" r:id="rId63"/>
    <p:sldId id="471" r:id="rId64"/>
    <p:sldId id="312" r:id="rId65"/>
    <p:sldId id="472" r:id="rId66"/>
    <p:sldId id="473" r:id="rId67"/>
    <p:sldId id="474" r:id="rId68"/>
    <p:sldId id="285" r:id="rId69"/>
    <p:sldId id="475" r:id="rId70"/>
    <p:sldId id="476" r:id="rId71"/>
    <p:sldId id="477" r:id="rId72"/>
    <p:sldId id="286" r:id="rId73"/>
    <p:sldId id="478" r:id="rId74"/>
    <p:sldId id="479" r:id="rId75"/>
    <p:sldId id="480" r:id="rId76"/>
    <p:sldId id="287" r:id="rId77"/>
    <p:sldId id="481" r:id="rId78"/>
    <p:sldId id="482" r:id="rId79"/>
    <p:sldId id="483" r:id="rId80"/>
    <p:sldId id="288" r:id="rId81"/>
    <p:sldId id="484" r:id="rId82"/>
    <p:sldId id="485" r:id="rId83"/>
    <p:sldId id="490" r:id="rId84"/>
    <p:sldId id="390" r:id="rId85"/>
    <p:sldId id="487" r:id="rId86"/>
    <p:sldId id="488" r:id="rId87"/>
    <p:sldId id="489" r:id="rId88"/>
    <p:sldId id="391" r:id="rId89"/>
    <p:sldId id="491" r:id="rId90"/>
    <p:sldId id="492" r:id="rId91"/>
    <p:sldId id="493" r:id="rId92"/>
    <p:sldId id="392" r:id="rId93"/>
    <p:sldId id="494" r:id="rId94"/>
    <p:sldId id="495" r:id="rId95"/>
    <p:sldId id="496" r:id="rId96"/>
    <p:sldId id="393" r:id="rId97"/>
    <p:sldId id="260" r:id="rId98"/>
  </p:sldIdLst>
  <p:sldSz cx="9144000" cy="6858000" type="screen4x3"/>
  <p:notesSz cx="6858000" cy="9144000"/>
  <p:defaultTextStyle>
    <a:defPPr>
      <a:defRPr lang="zh-CN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1" autoAdjust="0"/>
    <p:restoredTop sz="94637" autoAdjust="0"/>
  </p:normalViewPr>
  <p:slideViewPr>
    <p:cSldViewPr>
      <p:cViewPr varScale="1">
        <p:scale>
          <a:sx n="108" d="100"/>
          <a:sy n="108" d="100"/>
        </p:scale>
        <p:origin x="1760" y="19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3.xml"/><Relationship Id="rId21" Type="http://schemas.openxmlformats.org/officeDocument/2006/relationships/slide" Target="slides/slide18.xml"/><Relationship Id="rId42" Type="http://schemas.openxmlformats.org/officeDocument/2006/relationships/slide" Target="slides/slide39.xml"/><Relationship Id="rId47" Type="http://schemas.openxmlformats.org/officeDocument/2006/relationships/slide" Target="slides/slide44.xml"/><Relationship Id="rId63" Type="http://schemas.openxmlformats.org/officeDocument/2006/relationships/slide" Target="slides/slide60.xml"/><Relationship Id="rId68" Type="http://schemas.openxmlformats.org/officeDocument/2006/relationships/slide" Target="slides/slide65.xml"/><Relationship Id="rId84" Type="http://schemas.openxmlformats.org/officeDocument/2006/relationships/slide" Target="slides/slide81.xml"/><Relationship Id="rId89" Type="http://schemas.openxmlformats.org/officeDocument/2006/relationships/slide" Target="slides/slide86.xml"/><Relationship Id="rId16" Type="http://schemas.openxmlformats.org/officeDocument/2006/relationships/slide" Target="slides/slide13.xml"/><Relationship Id="rId11" Type="http://schemas.openxmlformats.org/officeDocument/2006/relationships/slide" Target="slides/slide8.xml"/><Relationship Id="rId32" Type="http://schemas.openxmlformats.org/officeDocument/2006/relationships/slide" Target="slides/slide29.xml"/><Relationship Id="rId37" Type="http://schemas.openxmlformats.org/officeDocument/2006/relationships/slide" Target="slides/slide34.xml"/><Relationship Id="rId53" Type="http://schemas.openxmlformats.org/officeDocument/2006/relationships/slide" Target="slides/slide50.xml"/><Relationship Id="rId58" Type="http://schemas.openxmlformats.org/officeDocument/2006/relationships/slide" Target="slides/slide55.xml"/><Relationship Id="rId74" Type="http://schemas.openxmlformats.org/officeDocument/2006/relationships/slide" Target="slides/slide71.xml"/><Relationship Id="rId79" Type="http://schemas.openxmlformats.org/officeDocument/2006/relationships/slide" Target="slides/slide76.xml"/><Relationship Id="rId102" Type="http://schemas.openxmlformats.org/officeDocument/2006/relationships/tableStyles" Target="tableStyles.xml"/><Relationship Id="rId5" Type="http://schemas.openxmlformats.org/officeDocument/2006/relationships/slide" Target="slides/slide2.xml"/><Relationship Id="rId90" Type="http://schemas.openxmlformats.org/officeDocument/2006/relationships/slide" Target="slides/slide87.xml"/><Relationship Id="rId95" Type="http://schemas.openxmlformats.org/officeDocument/2006/relationships/slide" Target="slides/slide92.xml"/><Relationship Id="rId22" Type="http://schemas.openxmlformats.org/officeDocument/2006/relationships/slide" Target="slides/slide19.xml"/><Relationship Id="rId27" Type="http://schemas.openxmlformats.org/officeDocument/2006/relationships/slide" Target="slides/slide24.xml"/><Relationship Id="rId43" Type="http://schemas.openxmlformats.org/officeDocument/2006/relationships/slide" Target="slides/slide40.xml"/><Relationship Id="rId48" Type="http://schemas.openxmlformats.org/officeDocument/2006/relationships/slide" Target="slides/slide45.xml"/><Relationship Id="rId64" Type="http://schemas.openxmlformats.org/officeDocument/2006/relationships/slide" Target="slides/slide61.xml"/><Relationship Id="rId69" Type="http://schemas.openxmlformats.org/officeDocument/2006/relationships/slide" Target="slides/slide66.xml"/><Relationship Id="rId80" Type="http://schemas.openxmlformats.org/officeDocument/2006/relationships/slide" Target="slides/slide77.xml"/><Relationship Id="rId85" Type="http://schemas.openxmlformats.org/officeDocument/2006/relationships/slide" Target="slides/slide82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openxmlformats.org/officeDocument/2006/relationships/slide" Target="slides/slide22.xml"/><Relationship Id="rId33" Type="http://schemas.openxmlformats.org/officeDocument/2006/relationships/slide" Target="slides/slide30.xml"/><Relationship Id="rId38" Type="http://schemas.openxmlformats.org/officeDocument/2006/relationships/slide" Target="slides/slide35.xml"/><Relationship Id="rId46" Type="http://schemas.openxmlformats.org/officeDocument/2006/relationships/slide" Target="slides/slide43.xml"/><Relationship Id="rId59" Type="http://schemas.openxmlformats.org/officeDocument/2006/relationships/slide" Target="slides/slide56.xml"/><Relationship Id="rId67" Type="http://schemas.openxmlformats.org/officeDocument/2006/relationships/slide" Target="slides/slide64.xml"/><Relationship Id="rId20" Type="http://schemas.openxmlformats.org/officeDocument/2006/relationships/slide" Target="slides/slide17.xml"/><Relationship Id="rId41" Type="http://schemas.openxmlformats.org/officeDocument/2006/relationships/slide" Target="slides/slide38.xml"/><Relationship Id="rId54" Type="http://schemas.openxmlformats.org/officeDocument/2006/relationships/slide" Target="slides/slide51.xml"/><Relationship Id="rId62" Type="http://schemas.openxmlformats.org/officeDocument/2006/relationships/slide" Target="slides/slide59.xml"/><Relationship Id="rId70" Type="http://schemas.openxmlformats.org/officeDocument/2006/relationships/slide" Target="slides/slide67.xml"/><Relationship Id="rId75" Type="http://schemas.openxmlformats.org/officeDocument/2006/relationships/slide" Target="slides/slide72.xml"/><Relationship Id="rId83" Type="http://schemas.openxmlformats.org/officeDocument/2006/relationships/slide" Target="slides/slide80.xml"/><Relationship Id="rId88" Type="http://schemas.openxmlformats.org/officeDocument/2006/relationships/slide" Target="slides/slide85.xml"/><Relationship Id="rId91" Type="http://schemas.openxmlformats.org/officeDocument/2006/relationships/slide" Target="slides/slide88.xml"/><Relationship Id="rId96" Type="http://schemas.openxmlformats.org/officeDocument/2006/relationships/slide" Target="slides/slide93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5" Type="http://schemas.openxmlformats.org/officeDocument/2006/relationships/slide" Target="slides/slide12.xml"/><Relationship Id="rId23" Type="http://schemas.openxmlformats.org/officeDocument/2006/relationships/slide" Target="slides/slide20.xml"/><Relationship Id="rId28" Type="http://schemas.openxmlformats.org/officeDocument/2006/relationships/slide" Target="slides/slide25.xml"/><Relationship Id="rId36" Type="http://schemas.openxmlformats.org/officeDocument/2006/relationships/slide" Target="slides/slide33.xml"/><Relationship Id="rId49" Type="http://schemas.openxmlformats.org/officeDocument/2006/relationships/slide" Target="slides/slide46.xml"/><Relationship Id="rId57" Type="http://schemas.openxmlformats.org/officeDocument/2006/relationships/slide" Target="slides/slide54.xml"/><Relationship Id="rId10" Type="http://schemas.openxmlformats.org/officeDocument/2006/relationships/slide" Target="slides/slide7.xml"/><Relationship Id="rId31" Type="http://schemas.openxmlformats.org/officeDocument/2006/relationships/slide" Target="slides/slide28.xml"/><Relationship Id="rId44" Type="http://schemas.openxmlformats.org/officeDocument/2006/relationships/slide" Target="slides/slide41.xml"/><Relationship Id="rId52" Type="http://schemas.openxmlformats.org/officeDocument/2006/relationships/slide" Target="slides/slide49.xml"/><Relationship Id="rId60" Type="http://schemas.openxmlformats.org/officeDocument/2006/relationships/slide" Target="slides/slide57.xml"/><Relationship Id="rId65" Type="http://schemas.openxmlformats.org/officeDocument/2006/relationships/slide" Target="slides/slide62.xml"/><Relationship Id="rId73" Type="http://schemas.openxmlformats.org/officeDocument/2006/relationships/slide" Target="slides/slide70.xml"/><Relationship Id="rId78" Type="http://schemas.openxmlformats.org/officeDocument/2006/relationships/slide" Target="slides/slide75.xml"/><Relationship Id="rId81" Type="http://schemas.openxmlformats.org/officeDocument/2006/relationships/slide" Target="slides/slide78.xml"/><Relationship Id="rId86" Type="http://schemas.openxmlformats.org/officeDocument/2006/relationships/slide" Target="slides/slide83.xml"/><Relationship Id="rId94" Type="http://schemas.openxmlformats.org/officeDocument/2006/relationships/slide" Target="slides/slide91.xml"/><Relationship Id="rId99" Type="http://schemas.openxmlformats.org/officeDocument/2006/relationships/presProps" Target="presProps.xml"/><Relationship Id="rId101" Type="http://schemas.openxmlformats.org/officeDocument/2006/relationships/theme" Target="theme/theme1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39" Type="http://schemas.openxmlformats.org/officeDocument/2006/relationships/slide" Target="slides/slide36.xml"/><Relationship Id="rId34" Type="http://schemas.openxmlformats.org/officeDocument/2006/relationships/slide" Target="slides/slide31.xml"/><Relationship Id="rId50" Type="http://schemas.openxmlformats.org/officeDocument/2006/relationships/slide" Target="slides/slide47.xml"/><Relationship Id="rId55" Type="http://schemas.openxmlformats.org/officeDocument/2006/relationships/slide" Target="slides/slide52.xml"/><Relationship Id="rId76" Type="http://schemas.openxmlformats.org/officeDocument/2006/relationships/slide" Target="slides/slide73.xml"/><Relationship Id="rId97" Type="http://schemas.openxmlformats.org/officeDocument/2006/relationships/slide" Target="slides/slide94.xml"/><Relationship Id="rId7" Type="http://schemas.openxmlformats.org/officeDocument/2006/relationships/slide" Target="slides/slide4.xml"/><Relationship Id="rId71" Type="http://schemas.openxmlformats.org/officeDocument/2006/relationships/slide" Target="slides/slide68.xml"/><Relationship Id="rId92" Type="http://schemas.openxmlformats.org/officeDocument/2006/relationships/slide" Target="slides/slide89.xml"/><Relationship Id="rId2" Type="http://schemas.openxmlformats.org/officeDocument/2006/relationships/slideMaster" Target="slideMasters/slideMaster2.xml"/><Relationship Id="rId29" Type="http://schemas.openxmlformats.org/officeDocument/2006/relationships/slide" Target="slides/slide26.xml"/><Relationship Id="rId24" Type="http://schemas.openxmlformats.org/officeDocument/2006/relationships/slide" Target="slides/slide21.xml"/><Relationship Id="rId40" Type="http://schemas.openxmlformats.org/officeDocument/2006/relationships/slide" Target="slides/slide37.xml"/><Relationship Id="rId45" Type="http://schemas.openxmlformats.org/officeDocument/2006/relationships/slide" Target="slides/slide42.xml"/><Relationship Id="rId66" Type="http://schemas.openxmlformats.org/officeDocument/2006/relationships/slide" Target="slides/slide63.xml"/><Relationship Id="rId87" Type="http://schemas.openxmlformats.org/officeDocument/2006/relationships/slide" Target="slides/slide84.xml"/><Relationship Id="rId61" Type="http://schemas.openxmlformats.org/officeDocument/2006/relationships/slide" Target="slides/slide58.xml"/><Relationship Id="rId82" Type="http://schemas.openxmlformats.org/officeDocument/2006/relationships/slide" Target="slides/slide79.xml"/><Relationship Id="rId19" Type="http://schemas.openxmlformats.org/officeDocument/2006/relationships/slide" Target="slides/slide16.xml"/><Relationship Id="rId14" Type="http://schemas.openxmlformats.org/officeDocument/2006/relationships/slide" Target="slides/slide11.xml"/><Relationship Id="rId30" Type="http://schemas.openxmlformats.org/officeDocument/2006/relationships/slide" Target="slides/slide27.xml"/><Relationship Id="rId35" Type="http://schemas.openxmlformats.org/officeDocument/2006/relationships/slide" Target="slides/slide32.xml"/><Relationship Id="rId56" Type="http://schemas.openxmlformats.org/officeDocument/2006/relationships/slide" Target="slides/slide53.xml"/><Relationship Id="rId77" Type="http://schemas.openxmlformats.org/officeDocument/2006/relationships/slide" Target="slides/slide74.xml"/><Relationship Id="rId100" Type="http://schemas.openxmlformats.org/officeDocument/2006/relationships/viewProps" Target="viewProps.xml"/><Relationship Id="rId8" Type="http://schemas.openxmlformats.org/officeDocument/2006/relationships/slide" Target="slides/slide5.xml"/><Relationship Id="rId51" Type="http://schemas.openxmlformats.org/officeDocument/2006/relationships/slide" Target="slides/slide48.xml"/><Relationship Id="rId72" Type="http://schemas.openxmlformats.org/officeDocument/2006/relationships/slide" Target="slides/slide69.xml"/><Relationship Id="rId93" Type="http://schemas.openxmlformats.org/officeDocument/2006/relationships/slide" Target="slides/slide90.xml"/><Relationship Id="rId98" Type="http://schemas.openxmlformats.org/officeDocument/2006/relationships/slide" Target="slides/slide95.xml"/><Relationship Id="rId3" Type="http://schemas.openxmlformats.org/officeDocument/2006/relationships/slideMaster" Target="slideMasters/slideMaster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</p:spTree>
    <p:extLst>
      <p:ext uri="{BB962C8B-B14F-4D97-AF65-F5344CB8AC3E}">
        <p14:creationId xmlns:p14="http://schemas.microsoft.com/office/powerpoint/2010/main" val="351861528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</p:spTree>
    <p:extLst>
      <p:ext uri="{BB962C8B-B14F-4D97-AF65-F5344CB8AC3E}">
        <p14:creationId xmlns:p14="http://schemas.microsoft.com/office/powerpoint/2010/main" val="174395525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121956971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219200"/>
            <a:ext cx="4038600" cy="44196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219200"/>
            <a:ext cx="4038600" cy="44196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</p:spTree>
    <p:extLst>
      <p:ext uri="{BB962C8B-B14F-4D97-AF65-F5344CB8AC3E}">
        <p14:creationId xmlns:p14="http://schemas.microsoft.com/office/powerpoint/2010/main" val="39128861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</p:spTree>
    <p:extLst>
      <p:ext uri="{BB962C8B-B14F-4D97-AF65-F5344CB8AC3E}">
        <p14:creationId xmlns:p14="http://schemas.microsoft.com/office/powerpoint/2010/main" val="240443500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30465578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5230508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183513570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14883564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</p:spTree>
    <p:extLst>
      <p:ext uri="{BB962C8B-B14F-4D97-AF65-F5344CB8AC3E}">
        <p14:creationId xmlns:p14="http://schemas.microsoft.com/office/powerpoint/2010/main" val="117851738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364162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364162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</p:spTree>
    <p:extLst>
      <p:ext uri="{BB962C8B-B14F-4D97-AF65-F5344CB8AC3E}">
        <p14:creationId xmlns:p14="http://schemas.microsoft.com/office/powerpoint/2010/main" val="44778700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</p:spTree>
    <p:extLst>
      <p:ext uri="{BB962C8B-B14F-4D97-AF65-F5344CB8AC3E}">
        <p14:creationId xmlns:p14="http://schemas.microsoft.com/office/powerpoint/2010/main" val="118993873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</p:spTree>
    <p:extLst>
      <p:ext uri="{BB962C8B-B14F-4D97-AF65-F5344CB8AC3E}">
        <p14:creationId xmlns:p14="http://schemas.microsoft.com/office/powerpoint/2010/main" val="381425412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228366360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6715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825625"/>
            <a:ext cx="386715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</p:spTree>
    <p:extLst>
      <p:ext uri="{BB962C8B-B14F-4D97-AF65-F5344CB8AC3E}">
        <p14:creationId xmlns:p14="http://schemas.microsoft.com/office/powerpoint/2010/main" val="265121999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</p:spTree>
    <p:extLst>
      <p:ext uri="{BB962C8B-B14F-4D97-AF65-F5344CB8AC3E}">
        <p14:creationId xmlns:p14="http://schemas.microsoft.com/office/powerpoint/2010/main" val="124505745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3875575446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49659044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323334788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422387670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</p:spTree>
    <p:extLst>
      <p:ext uri="{BB962C8B-B14F-4D97-AF65-F5344CB8AC3E}">
        <p14:creationId xmlns:p14="http://schemas.microsoft.com/office/powerpoint/2010/main" val="2705479148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705600" y="1676400"/>
            <a:ext cx="2057400" cy="4500563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533400" y="1676400"/>
            <a:ext cx="6019800" cy="450056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</p:spTree>
    <p:extLst>
      <p:ext uri="{BB962C8B-B14F-4D97-AF65-F5344CB8AC3E}">
        <p14:creationId xmlns:p14="http://schemas.microsoft.com/office/powerpoint/2010/main" val="1509220994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</p:spTree>
    <p:extLst>
      <p:ext uri="{BB962C8B-B14F-4D97-AF65-F5344CB8AC3E}">
        <p14:creationId xmlns:p14="http://schemas.microsoft.com/office/powerpoint/2010/main" val="1310734944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</p:spTree>
    <p:extLst>
      <p:ext uri="{BB962C8B-B14F-4D97-AF65-F5344CB8AC3E}">
        <p14:creationId xmlns:p14="http://schemas.microsoft.com/office/powerpoint/2010/main" val="2667602718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2861980725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6715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825625"/>
            <a:ext cx="386715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</p:spTree>
    <p:extLst>
      <p:ext uri="{BB962C8B-B14F-4D97-AF65-F5344CB8AC3E}">
        <p14:creationId xmlns:p14="http://schemas.microsoft.com/office/powerpoint/2010/main" val="3313128052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</p:spTree>
    <p:extLst>
      <p:ext uri="{BB962C8B-B14F-4D97-AF65-F5344CB8AC3E}">
        <p14:creationId xmlns:p14="http://schemas.microsoft.com/office/powerpoint/2010/main" val="3570514160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3940403488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18628270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282865592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1028395723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</p:spTree>
    <p:extLst>
      <p:ext uri="{BB962C8B-B14F-4D97-AF65-F5344CB8AC3E}">
        <p14:creationId xmlns:p14="http://schemas.microsoft.com/office/powerpoint/2010/main" val="82703060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  <a:prstGeom prst="rect">
            <a:avLst/>
          </a:prstGeo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762625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</p:spTree>
    <p:extLst>
      <p:ext uri="{BB962C8B-B14F-4D97-AF65-F5344CB8AC3E}">
        <p14:creationId xmlns:p14="http://schemas.microsoft.com/office/powerpoint/2010/main" val="86601066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image" Target="../media/image2.jpeg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0.xml"/><Relationship Id="rId13" Type="http://schemas.openxmlformats.org/officeDocument/2006/relationships/image" Target="../media/image3.jpeg"/><Relationship Id="rId3" Type="http://schemas.openxmlformats.org/officeDocument/2006/relationships/slideLayout" Target="../slideLayouts/slideLayout25.xml"/><Relationship Id="rId7" Type="http://schemas.openxmlformats.org/officeDocument/2006/relationships/slideLayout" Target="../slideLayouts/slideLayout29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24.xml"/><Relationship Id="rId1" Type="http://schemas.openxmlformats.org/officeDocument/2006/relationships/slideLayout" Target="../slideLayouts/slideLayout23.xml"/><Relationship Id="rId6" Type="http://schemas.openxmlformats.org/officeDocument/2006/relationships/slideLayout" Target="../slideLayouts/slideLayout28.xml"/><Relationship Id="rId11" Type="http://schemas.openxmlformats.org/officeDocument/2006/relationships/slideLayout" Target="../slideLayouts/slideLayout33.xml"/><Relationship Id="rId5" Type="http://schemas.openxmlformats.org/officeDocument/2006/relationships/slideLayout" Target="../slideLayouts/slideLayout27.xml"/><Relationship Id="rId10" Type="http://schemas.openxmlformats.org/officeDocument/2006/relationships/slideLayout" Target="../slideLayouts/slideLayout32.xml"/><Relationship Id="rId4" Type="http://schemas.openxmlformats.org/officeDocument/2006/relationships/slideLayout" Target="../slideLayouts/slideLayout26.xml"/><Relationship Id="rId9" Type="http://schemas.openxmlformats.org/officeDocument/2006/relationships/slideLayout" Target="../slideLayouts/slideLayout3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9">
            <a:extLst>
              <a:ext uri="{FF2B5EF4-FFF2-40B4-BE49-F238E27FC236}">
                <a16:creationId xmlns:a16="http://schemas.microsoft.com/office/drawing/2014/main" id="{F46FEF17-3E31-1D40-A14B-F686D6AC2186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27" name="Rectangle 2">
            <a:extLst>
              <a:ext uri="{FF2B5EF4-FFF2-40B4-BE49-F238E27FC236}">
                <a16:creationId xmlns:a16="http://schemas.microsoft.com/office/drawing/2014/main" id="{F89853EF-8EC7-D646-9CEE-D8249CCAE77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7921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1028" name="Rectangle 3">
            <a:extLst>
              <a:ext uri="{FF2B5EF4-FFF2-40B4-BE49-F238E27FC236}">
                <a16:creationId xmlns:a16="http://schemas.microsoft.com/office/drawing/2014/main" id="{AD0B030A-EE5D-4645-A609-4E43C2CF401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219200"/>
            <a:ext cx="8229600" cy="4419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  <p:sldLayoutId id="2147483652" r:id="rId2"/>
    <p:sldLayoutId id="2147483653" r:id="rId3"/>
    <p:sldLayoutId id="2147483654" r:id="rId4"/>
    <p:sldLayoutId id="2147483655" r:id="rId5"/>
    <p:sldLayoutId id="2147483656" r:id="rId6"/>
    <p:sldLayoutId id="2147483657" r:id="rId7"/>
    <p:sldLayoutId id="2147483658" r:id="rId8"/>
    <p:sldLayoutId id="2147483659" r:id="rId9"/>
    <p:sldLayoutId id="2147483660" r:id="rId10"/>
    <p:sldLayoutId id="2147483661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000" kern="12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Arial" panose="020B0604020202020204" pitchFamily="34" charset="0"/>
          <a:ea typeface="黑体" panose="02010609060101010101" pitchFamily="49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Arial" panose="020B0604020202020204" pitchFamily="34" charset="0"/>
          <a:ea typeface="黑体" panose="02010609060101010101" pitchFamily="49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Arial" panose="020B0604020202020204" pitchFamily="34" charset="0"/>
          <a:ea typeface="黑体" panose="02010609060101010101" pitchFamily="49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Arial" panose="020B0604020202020204" pitchFamily="34" charset="0"/>
          <a:ea typeface="黑体" panose="02010609060101010101" pitchFamily="49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Arial" panose="020B0604020202020204" pitchFamily="34" charset="0"/>
          <a:ea typeface="黑体" panose="02010609060101010101" pitchFamily="49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Arial" panose="020B0604020202020204" pitchFamily="34" charset="0"/>
          <a:ea typeface="黑体" panose="02010609060101010101" pitchFamily="49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Arial" panose="020B0604020202020204" pitchFamily="34" charset="0"/>
          <a:ea typeface="黑体" panose="02010609060101010101" pitchFamily="49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Arial" panose="020B0604020202020204" pitchFamily="34" charset="0"/>
          <a:ea typeface="黑体" panose="02010609060101010101" pitchFamily="49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9">
            <a:extLst>
              <a:ext uri="{FF2B5EF4-FFF2-40B4-BE49-F238E27FC236}">
                <a16:creationId xmlns:a16="http://schemas.microsoft.com/office/drawing/2014/main" id="{A5AA5A63-85F4-AA4F-BFCA-FB978512EF89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051" name="Rectangle 11">
            <a:extLst>
              <a:ext uri="{FF2B5EF4-FFF2-40B4-BE49-F238E27FC236}">
                <a16:creationId xmlns:a16="http://schemas.microsoft.com/office/drawing/2014/main" id="{EC48A6A5-E914-754D-A501-3DCFA1D122F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533400" y="1676400"/>
            <a:ext cx="82296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bg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bg1"/>
          </a:solidFill>
          <a:latin typeface="Arial" panose="020B0604020202020204" pitchFamily="34" charset="0"/>
          <a:ea typeface="黑体" panose="02010609060101010101" pitchFamily="49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bg1"/>
          </a:solidFill>
          <a:latin typeface="Arial" panose="020B0604020202020204" pitchFamily="34" charset="0"/>
          <a:ea typeface="黑体" panose="02010609060101010101" pitchFamily="49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bg1"/>
          </a:solidFill>
          <a:latin typeface="Arial" panose="020B0604020202020204" pitchFamily="34" charset="0"/>
          <a:ea typeface="黑体" panose="02010609060101010101" pitchFamily="49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bg1"/>
          </a:solidFill>
          <a:latin typeface="Arial" panose="020B0604020202020204" pitchFamily="34" charset="0"/>
          <a:ea typeface="黑体" panose="02010609060101010101" pitchFamily="49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bg1"/>
          </a:solidFill>
          <a:latin typeface="Arial" panose="020B0604020202020204" pitchFamily="34" charset="0"/>
          <a:ea typeface="黑体" panose="02010609060101010101" pitchFamily="49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bg1"/>
          </a:solidFill>
          <a:latin typeface="Arial" panose="020B0604020202020204" pitchFamily="34" charset="0"/>
          <a:ea typeface="黑体" panose="02010609060101010101" pitchFamily="49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bg1"/>
          </a:solidFill>
          <a:latin typeface="Arial" panose="020B0604020202020204" pitchFamily="34" charset="0"/>
          <a:ea typeface="黑体" panose="02010609060101010101" pitchFamily="49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bg1"/>
          </a:solidFill>
          <a:latin typeface="Arial" panose="020B0604020202020204" pitchFamily="34" charset="0"/>
          <a:ea typeface="黑体" panose="02010609060101010101" pitchFamily="49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8">
            <a:extLst>
              <a:ext uri="{FF2B5EF4-FFF2-40B4-BE49-F238E27FC236}">
                <a16:creationId xmlns:a16="http://schemas.microsoft.com/office/drawing/2014/main" id="{024EA78D-016D-FF4B-B688-0DC468C84488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" Target="slide3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" Target="slide6.xml"/><Relationship Id="rId2" Type="http://schemas.openxmlformats.org/officeDocument/2006/relationships/slide" Target="slide4.xml"/><Relationship Id="rId1" Type="http://schemas.openxmlformats.org/officeDocument/2006/relationships/slideLayout" Target="../slideLayouts/slideLayout2.xml"/><Relationship Id="rId6" Type="http://schemas.openxmlformats.org/officeDocument/2006/relationships/slide" Target="slide5.xml"/><Relationship Id="rId5" Type="http://schemas.openxmlformats.org/officeDocument/2006/relationships/slide" Target="slide8.xml"/><Relationship Id="rId4" Type="http://schemas.openxmlformats.org/officeDocument/2006/relationships/slide" Target="slide7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audio" Target="../media/media4.wav"/><Relationship Id="rId13" Type="http://schemas.openxmlformats.org/officeDocument/2006/relationships/slideLayout" Target="../slideLayouts/slideLayout2.xml"/><Relationship Id="rId3" Type="http://schemas.microsoft.com/office/2007/relationships/media" Target="../media/media2.wav"/><Relationship Id="rId7" Type="http://schemas.microsoft.com/office/2007/relationships/media" Target="../media/media4.wav"/><Relationship Id="rId12" Type="http://schemas.openxmlformats.org/officeDocument/2006/relationships/audio" Target="../media/media6.wav"/><Relationship Id="rId2" Type="http://schemas.openxmlformats.org/officeDocument/2006/relationships/audio" Target="../media/media1.wav"/><Relationship Id="rId1" Type="http://schemas.microsoft.com/office/2007/relationships/media" Target="../media/media1.wav"/><Relationship Id="rId6" Type="http://schemas.openxmlformats.org/officeDocument/2006/relationships/audio" Target="../media/media3.wav"/><Relationship Id="rId11" Type="http://schemas.microsoft.com/office/2007/relationships/media" Target="../media/media6.wav"/><Relationship Id="rId5" Type="http://schemas.microsoft.com/office/2007/relationships/media" Target="../media/media3.wav"/><Relationship Id="rId15" Type="http://schemas.openxmlformats.org/officeDocument/2006/relationships/slide" Target="slide8.xml"/><Relationship Id="rId10" Type="http://schemas.openxmlformats.org/officeDocument/2006/relationships/audio" Target="../media/media5.wav"/><Relationship Id="rId4" Type="http://schemas.openxmlformats.org/officeDocument/2006/relationships/audio" Target="../media/media2.wav"/><Relationship Id="rId9" Type="http://schemas.microsoft.com/office/2007/relationships/media" Target="../media/media5.wav"/><Relationship Id="rId1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audio" Target="../media/media6.wav"/><Relationship Id="rId3" Type="http://schemas.microsoft.com/office/2007/relationships/media" Target="../media/media4.wav"/><Relationship Id="rId7" Type="http://schemas.microsoft.com/office/2007/relationships/media" Target="../media/media6.wav"/><Relationship Id="rId2" Type="http://schemas.openxmlformats.org/officeDocument/2006/relationships/audio" Target="../media/media1.wav"/><Relationship Id="rId1" Type="http://schemas.microsoft.com/office/2007/relationships/media" Target="../media/media1.wav"/><Relationship Id="rId6" Type="http://schemas.openxmlformats.org/officeDocument/2006/relationships/audio" Target="../media/media5.wav"/><Relationship Id="rId11" Type="http://schemas.openxmlformats.org/officeDocument/2006/relationships/slide" Target="slide8.xml"/><Relationship Id="rId5" Type="http://schemas.microsoft.com/office/2007/relationships/media" Target="../media/media5.wav"/><Relationship Id="rId10" Type="http://schemas.openxmlformats.org/officeDocument/2006/relationships/image" Target="../media/image4.png"/><Relationship Id="rId4" Type="http://schemas.openxmlformats.org/officeDocument/2006/relationships/audio" Target="../media/media4.wav"/><Relationship Id="rId9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audio" Target="../media/media6.wav"/><Relationship Id="rId3" Type="http://schemas.microsoft.com/office/2007/relationships/media" Target="../media/media4.wav"/><Relationship Id="rId7" Type="http://schemas.microsoft.com/office/2007/relationships/media" Target="../media/media6.wav"/><Relationship Id="rId2" Type="http://schemas.openxmlformats.org/officeDocument/2006/relationships/audio" Target="../media/media1.wav"/><Relationship Id="rId1" Type="http://schemas.microsoft.com/office/2007/relationships/media" Target="../media/media1.wav"/><Relationship Id="rId6" Type="http://schemas.openxmlformats.org/officeDocument/2006/relationships/audio" Target="../media/media5.wav"/><Relationship Id="rId11" Type="http://schemas.openxmlformats.org/officeDocument/2006/relationships/slide" Target="slide8.xml"/><Relationship Id="rId5" Type="http://schemas.microsoft.com/office/2007/relationships/media" Target="../media/media5.wav"/><Relationship Id="rId10" Type="http://schemas.openxmlformats.org/officeDocument/2006/relationships/image" Target="../media/image4.png"/><Relationship Id="rId4" Type="http://schemas.openxmlformats.org/officeDocument/2006/relationships/audio" Target="../media/media4.wav"/><Relationship Id="rId9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microsoft.com/office/2007/relationships/media" Target="../media/media6.wav"/><Relationship Id="rId7" Type="http://schemas.openxmlformats.org/officeDocument/2006/relationships/slide" Target="slide8.xml"/><Relationship Id="rId2" Type="http://schemas.openxmlformats.org/officeDocument/2006/relationships/audio" Target="../media/media1.wav"/><Relationship Id="rId1" Type="http://schemas.microsoft.com/office/2007/relationships/media" Target="../media/media1.wav"/><Relationship Id="rId6" Type="http://schemas.openxmlformats.org/officeDocument/2006/relationships/image" Target="../media/image4.png"/><Relationship Id="rId5" Type="http://schemas.openxmlformats.org/officeDocument/2006/relationships/slideLayout" Target="../slideLayouts/slideLayout2.xml"/><Relationship Id="rId4" Type="http://schemas.openxmlformats.org/officeDocument/2006/relationships/audio" Target="../media/media6.wav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" Target="slide9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" Target="slide10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" Target="slide11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slide" Target="slide14.xml"/><Relationship Id="rId2" Type="http://schemas.openxmlformats.org/officeDocument/2006/relationships/slide" Target="slide12.xml"/><Relationship Id="rId1" Type="http://schemas.openxmlformats.org/officeDocument/2006/relationships/slideLayout" Target="../slideLayouts/slideLayout2.xml"/><Relationship Id="rId6" Type="http://schemas.openxmlformats.org/officeDocument/2006/relationships/slide" Target="slide13.xml"/><Relationship Id="rId5" Type="http://schemas.openxmlformats.org/officeDocument/2006/relationships/slide" Target="slide16.xml"/><Relationship Id="rId4" Type="http://schemas.openxmlformats.org/officeDocument/2006/relationships/slide" Target="slide15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audio" Target="../media/media10.wav"/><Relationship Id="rId13" Type="http://schemas.openxmlformats.org/officeDocument/2006/relationships/slide" Target="slide16.xml"/><Relationship Id="rId3" Type="http://schemas.microsoft.com/office/2007/relationships/media" Target="../media/media8.wav"/><Relationship Id="rId7" Type="http://schemas.microsoft.com/office/2007/relationships/media" Target="../media/media10.wav"/><Relationship Id="rId12" Type="http://schemas.openxmlformats.org/officeDocument/2006/relationships/image" Target="../media/image4.png"/><Relationship Id="rId2" Type="http://schemas.openxmlformats.org/officeDocument/2006/relationships/audio" Target="../media/media7.wav"/><Relationship Id="rId1" Type="http://schemas.microsoft.com/office/2007/relationships/media" Target="../media/media7.wav"/><Relationship Id="rId6" Type="http://schemas.openxmlformats.org/officeDocument/2006/relationships/audio" Target="../media/media9.wav"/><Relationship Id="rId11" Type="http://schemas.openxmlformats.org/officeDocument/2006/relationships/slideLayout" Target="../slideLayouts/slideLayout2.xml"/><Relationship Id="rId5" Type="http://schemas.microsoft.com/office/2007/relationships/media" Target="../media/media9.wav"/><Relationship Id="rId10" Type="http://schemas.openxmlformats.org/officeDocument/2006/relationships/audio" Target="../media/media11.wav"/><Relationship Id="rId4" Type="http://schemas.openxmlformats.org/officeDocument/2006/relationships/audio" Target="../media/media8.wav"/><Relationship Id="rId9" Type="http://schemas.microsoft.com/office/2007/relationships/media" Target="../media/media11.wav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3" Type="http://schemas.microsoft.com/office/2007/relationships/media" Target="../media/media10.wav"/><Relationship Id="rId7" Type="http://schemas.openxmlformats.org/officeDocument/2006/relationships/slideLayout" Target="../slideLayouts/slideLayout2.xml"/><Relationship Id="rId2" Type="http://schemas.openxmlformats.org/officeDocument/2006/relationships/audio" Target="../media/media7.wav"/><Relationship Id="rId1" Type="http://schemas.microsoft.com/office/2007/relationships/media" Target="../media/media7.wav"/><Relationship Id="rId6" Type="http://schemas.openxmlformats.org/officeDocument/2006/relationships/audio" Target="../media/media11.wav"/><Relationship Id="rId5" Type="http://schemas.microsoft.com/office/2007/relationships/media" Target="../media/media11.wav"/><Relationship Id="rId4" Type="http://schemas.openxmlformats.org/officeDocument/2006/relationships/audio" Target="../media/media10.wav"/><Relationship Id="rId9" Type="http://schemas.openxmlformats.org/officeDocument/2006/relationships/slide" Target="slide16.xml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3" Type="http://schemas.microsoft.com/office/2007/relationships/media" Target="../media/media10.wav"/><Relationship Id="rId7" Type="http://schemas.openxmlformats.org/officeDocument/2006/relationships/slideLayout" Target="../slideLayouts/slideLayout2.xml"/><Relationship Id="rId2" Type="http://schemas.openxmlformats.org/officeDocument/2006/relationships/audio" Target="../media/media7.wav"/><Relationship Id="rId1" Type="http://schemas.microsoft.com/office/2007/relationships/media" Target="../media/media7.wav"/><Relationship Id="rId6" Type="http://schemas.openxmlformats.org/officeDocument/2006/relationships/audio" Target="../media/media11.wav"/><Relationship Id="rId5" Type="http://schemas.microsoft.com/office/2007/relationships/media" Target="../media/media11.wav"/><Relationship Id="rId4" Type="http://schemas.openxmlformats.org/officeDocument/2006/relationships/audio" Target="../media/media10.wav"/><Relationship Id="rId9" Type="http://schemas.openxmlformats.org/officeDocument/2006/relationships/slide" Target="slide16.xml"/></Relationships>
</file>

<file path=ppt/slides/_rels/slide15.xml.rels><?xml version="1.0" encoding="UTF-8" standalone="yes"?>
<Relationships xmlns="http://schemas.openxmlformats.org/package/2006/relationships"><Relationship Id="rId3" Type="http://schemas.microsoft.com/office/2007/relationships/media" Target="../media/media11.wav"/><Relationship Id="rId7" Type="http://schemas.openxmlformats.org/officeDocument/2006/relationships/slide" Target="slide16.xml"/><Relationship Id="rId2" Type="http://schemas.openxmlformats.org/officeDocument/2006/relationships/audio" Target="../media/media7.wav"/><Relationship Id="rId1" Type="http://schemas.microsoft.com/office/2007/relationships/media" Target="../media/media7.wav"/><Relationship Id="rId6" Type="http://schemas.openxmlformats.org/officeDocument/2006/relationships/image" Target="../media/image4.png"/><Relationship Id="rId5" Type="http://schemas.openxmlformats.org/officeDocument/2006/relationships/slideLayout" Target="../slideLayouts/slideLayout2.xml"/><Relationship Id="rId4" Type="http://schemas.openxmlformats.org/officeDocument/2006/relationships/audio" Target="../media/media11.wav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slide" Target="slide17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slide" Target="slide18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slide" Target="slide19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slide" Target="slide22.xml"/><Relationship Id="rId2" Type="http://schemas.openxmlformats.org/officeDocument/2006/relationships/slide" Target="slide20.xml"/><Relationship Id="rId1" Type="http://schemas.openxmlformats.org/officeDocument/2006/relationships/slideLayout" Target="../slideLayouts/slideLayout2.xml"/><Relationship Id="rId5" Type="http://schemas.openxmlformats.org/officeDocument/2006/relationships/slide" Target="slide21.xml"/><Relationship Id="rId4" Type="http://schemas.openxmlformats.org/officeDocument/2006/relationships/slide" Target="slide23.xml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audio" Target="../media/media15.wav"/><Relationship Id="rId3" Type="http://schemas.microsoft.com/office/2007/relationships/media" Target="../media/media13.wav"/><Relationship Id="rId7" Type="http://schemas.microsoft.com/office/2007/relationships/media" Target="../media/media15.wav"/><Relationship Id="rId2" Type="http://schemas.openxmlformats.org/officeDocument/2006/relationships/audio" Target="../media/media12.wav"/><Relationship Id="rId1" Type="http://schemas.microsoft.com/office/2007/relationships/media" Target="../media/media12.wav"/><Relationship Id="rId6" Type="http://schemas.openxmlformats.org/officeDocument/2006/relationships/audio" Target="../media/media14.wav"/><Relationship Id="rId11" Type="http://schemas.openxmlformats.org/officeDocument/2006/relationships/slide" Target="slide23.xml"/><Relationship Id="rId5" Type="http://schemas.microsoft.com/office/2007/relationships/media" Target="../media/media14.wav"/><Relationship Id="rId10" Type="http://schemas.openxmlformats.org/officeDocument/2006/relationships/image" Target="../media/image4.png"/><Relationship Id="rId4" Type="http://schemas.openxmlformats.org/officeDocument/2006/relationships/audio" Target="../media/media13.wav"/><Relationship Id="rId9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microsoft.com/office/2007/relationships/media" Target="../media/media15.wav"/><Relationship Id="rId7" Type="http://schemas.openxmlformats.org/officeDocument/2006/relationships/slide" Target="slide23.xml"/><Relationship Id="rId2" Type="http://schemas.openxmlformats.org/officeDocument/2006/relationships/audio" Target="../media/media12.wav"/><Relationship Id="rId1" Type="http://schemas.microsoft.com/office/2007/relationships/media" Target="../media/media12.wav"/><Relationship Id="rId6" Type="http://schemas.openxmlformats.org/officeDocument/2006/relationships/image" Target="../media/image4.png"/><Relationship Id="rId5" Type="http://schemas.openxmlformats.org/officeDocument/2006/relationships/slideLayout" Target="../slideLayouts/slideLayout2.xml"/><Relationship Id="rId4" Type="http://schemas.openxmlformats.org/officeDocument/2006/relationships/audio" Target="../media/media15.wav"/></Relationships>
</file>

<file path=ppt/slides/_rels/slide22.xml.rels><?xml version="1.0" encoding="UTF-8" standalone="yes"?>
<Relationships xmlns="http://schemas.openxmlformats.org/package/2006/relationships"><Relationship Id="rId3" Type="http://schemas.microsoft.com/office/2007/relationships/media" Target="../media/media15.wav"/><Relationship Id="rId7" Type="http://schemas.openxmlformats.org/officeDocument/2006/relationships/slide" Target="slide23.xml"/><Relationship Id="rId2" Type="http://schemas.openxmlformats.org/officeDocument/2006/relationships/audio" Target="../media/media12.wav"/><Relationship Id="rId1" Type="http://schemas.microsoft.com/office/2007/relationships/media" Target="../media/media12.wav"/><Relationship Id="rId6" Type="http://schemas.openxmlformats.org/officeDocument/2006/relationships/image" Target="../media/image4.png"/><Relationship Id="rId5" Type="http://schemas.openxmlformats.org/officeDocument/2006/relationships/slideLayout" Target="../slideLayouts/slideLayout2.xml"/><Relationship Id="rId4" Type="http://schemas.openxmlformats.org/officeDocument/2006/relationships/audio" Target="../media/media15.wav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slide" Target="slide24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slide" Target="slide25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slide" Target="slide26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slide" Target="slide29.xml"/><Relationship Id="rId2" Type="http://schemas.openxmlformats.org/officeDocument/2006/relationships/slide" Target="slide27.xml"/><Relationship Id="rId1" Type="http://schemas.openxmlformats.org/officeDocument/2006/relationships/slideLayout" Target="../slideLayouts/slideLayout2.xml"/><Relationship Id="rId6" Type="http://schemas.openxmlformats.org/officeDocument/2006/relationships/slide" Target="slide28.xml"/><Relationship Id="rId5" Type="http://schemas.openxmlformats.org/officeDocument/2006/relationships/slide" Target="slide31.xml"/><Relationship Id="rId4" Type="http://schemas.openxmlformats.org/officeDocument/2006/relationships/slide" Target="slide30.xml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audio" Target="../media/media16.wav"/><Relationship Id="rId13" Type="http://schemas.openxmlformats.org/officeDocument/2006/relationships/slideLayout" Target="../slideLayouts/slideLayout2.xml"/><Relationship Id="rId3" Type="http://schemas.microsoft.com/office/2007/relationships/media" Target="../media/media13.wav"/><Relationship Id="rId7" Type="http://schemas.microsoft.com/office/2007/relationships/media" Target="../media/media16.wav"/><Relationship Id="rId12" Type="http://schemas.openxmlformats.org/officeDocument/2006/relationships/audio" Target="../media/media18.wav"/><Relationship Id="rId2" Type="http://schemas.openxmlformats.org/officeDocument/2006/relationships/audio" Target="../media/media12.wav"/><Relationship Id="rId1" Type="http://schemas.microsoft.com/office/2007/relationships/media" Target="../media/media12.wav"/><Relationship Id="rId6" Type="http://schemas.openxmlformats.org/officeDocument/2006/relationships/audio" Target="../media/media14.wav"/><Relationship Id="rId11" Type="http://schemas.microsoft.com/office/2007/relationships/media" Target="../media/media18.wav"/><Relationship Id="rId5" Type="http://schemas.microsoft.com/office/2007/relationships/media" Target="../media/media14.wav"/><Relationship Id="rId15" Type="http://schemas.openxmlformats.org/officeDocument/2006/relationships/slide" Target="slide31.xml"/><Relationship Id="rId10" Type="http://schemas.openxmlformats.org/officeDocument/2006/relationships/audio" Target="../media/media17.wav"/><Relationship Id="rId4" Type="http://schemas.openxmlformats.org/officeDocument/2006/relationships/audio" Target="../media/media13.wav"/><Relationship Id="rId9" Type="http://schemas.microsoft.com/office/2007/relationships/media" Target="../media/media17.wav"/><Relationship Id="rId14" Type="http://schemas.openxmlformats.org/officeDocument/2006/relationships/image" Target="../media/image4.png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audio" Target="../media/media18.wav"/><Relationship Id="rId3" Type="http://schemas.microsoft.com/office/2007/relationships/media" Target="../media/media16.wav"/><Relationship Id="rId7" Type="http://schemas.microsoft.com/office/2007/relationships/media" Target="../media/media18.wav"/><Relationship Id="rId2" Type="http://schemas.openxmlformats.org/officeDocument/2006/relationships/audio" Target="../media/media12.wav"/><Relationship Id="rId1" Type="http://schemas.microsoft.com/office/2007/relationships/media" Target="../media/media12.wav"/><Relationship Id="rId6" Type="http://schemas.openxmlformats.org/officeDocument/2006/relationships/audio" Target="../media/media17.wav"/><Relationship Id="rId11" Type="http://schemas.openxmlformats.org/officeDocument/2006/relationships/slide" Target="slide31.xml"/><Relationship Id="rId5" Type="http://schemas.microsoft.com/office/2007/relationships/media" Target="../media/media17.wav"/><Relationship Id="rId10" Type="http://schemas.openxmlformats.org/officeDocument/2006/relationships/image" Target="../media/image4.png"/><Relationship Id="rId4" Type="http://schemas.openxmlformats.org/officeDocument/2006/relationships/audio" Target="../media/media16.wav"/><Relationship Id="rId9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audio" Target="../media/media18.wav"/><Relationship Id="rId3" Type="http://schemas.microsoft.com/office/2007/relationships/media" Target="../media/media16.wav"/><Relationship Id="rId7" Type="http://schemas.microsoft.com/office/2007/relationships/media" Target="../media/media18.wav"/><Relationship Id="rId2" Type="http://schemas.openxmlformats.org/officeDocument/2006/relationships/audio" Target="../media/media12.wav"/><Relationship Id="rId1" Type="http://schemas.microsoft.com/office/2007/relationships/media" Target="../media/media12.wav"/><Relationship Id="rId6" Type="http://schemas.openxmlformats.org/officeDocument/2006/relationships/audio" Target="../media/media17.wav"/><Relationship Id="rId11" Type="http://schemas.openxmlformats.org/officeDocument/2006/relationships/slide" Target="slide31.xml"/><Relationship Id="rId5" Type="http://schemas.microsoft.com/office/2007/relationships/media" Target="../media/media17.wav"/><Relationship Id="rId10" Type="http://schemas.openxmlformats.org/officeDocument/2006/relationships/image" Target="../media/image4.png"/><Relationship Id="rId4" Type="http://schemas.openxmlformats.org/officeDocument/2006/relationships/audio" Target="../media/media16.wav"/><Relationship Id="rId9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microsoft.com/office/2007/relationships/media" Target="../media/media18.wav"/><Relationship Id="rId7" Type="http://schemas.openxmlformats.org/officeDocument/2006/relationships/slide" Target="slide31.xml"/><Relationship Id="rId2" Type="http://schemas.openxmlformats.org/officeDocument/2006/relationships/audio" Target="../media/media12.wav"/><Relationship Id="rId1" Type="http://schemas.microsoft.com/office/2007/relationships/media" Target="../media/media12.wav"/><Relationship Id="rId6" Type="http://schemas.openxmlformats.org/officeDocument/2006/relationships/image" Target="../media/image4.png"/><Relationship Id="rId5" Type="http://schemas.openxmlformats.org/officeDocument/2006/relationships/slideLayout" Target="../slideLayouts/slideLayout2.xml"/><Relationship Id="rId4" Type="http://schemas.openxmlformats.org/officeDocument/2006/relationships/audio" Target="../media/media18.wav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slide" Target="slide32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slide" Target="slide33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slide" Target="slide34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slide" Target="slide37.xml"/><Relationship Id="rId2" Type="http://schemas.openxmlformats.org/officeDocument/2006/relationships/slide" Target="slide35.xml"/><Relationship Id="rId1" Type="http://schemas.openxmlformats.org/officeDocument/2006/relationships/slideLayout" Target="../slideLayouts/slideLayout2.xml"/><Relationship Id="rId6" Type="http://schemas.openxmlformats.org/officeDocument/2006/relationships/slide" Target="slide36.xml"/><Relationship Id="rId5" Type="http://schemas.openxmlformats.org/officeDocument/2006/relationships/slide" Target="slide39.xml"/><Relationship Id="rId4" Type="http://schemas.openxmlformats.org/officeDocument/2006/relationships/slide" Target="slide38.xml"/></Relationships>
</file>

<file path=ppt/slides/_rels/slide35.xml.rels><?xml version="1.0" encoding="UTF-8" standalone="yes"?>
<Relationships xmlns="http://schemas.openxmlformats.org/package/2006/relationships"><Relationship Id="rId8" Type="http://schemas.openxmlformats.org/officeDocument/2006/relationships/audio" Target="../media/media22.wav"/><Relationship Id="rId13" Type="http://schemas.openxmlformats.org/officeDocument/2006/relationships/slideLayout" Target="../slideLayouts/slideLayout2.xml"/><Relationship Id="rId3" Type="http://schemas.microsoft.com/office/2007/relationships/media" Target="../media/media20.wav"/><Relationship Id="rId7" Type="http://schemas.microsoft.com/office/2007/relationships/media" Target="../media/media22.wav"/><Relationship Id="rId12" Type="http://schemas.openxmlformats.org/officeDocument/2006/relationships/audio" Target="../media/media24.wav"/><Relationship Id="rId2" Type="http://schemas.openxmlformats.org/officeDocument/2006/relationships/audio" Target="../media/media19.wav"/><Relationship Id="rId1" Type="http://schemas.microsoft.com/office/2007/relationships/media" Target="../media/media19.wav"/><Relationship Id="rId6" Type="http://schemas.openxmlformats.org/officeDocument/2006/relationships/audio" Target="../media/media21.wav"/><Relationship Id="rId11" Type="http://schemas.microsoft.com/office/2007/relationships/media" Target="../media/media24.wav"/><Relationship Id="rId5" Type="http://schemas.microsoft.com/office/2007/relationships/media" Target="../media/media21.wav"/><Relationship Id="rId15" Type="http://schemas.openxmlformats.org/officeDocument/2006/relationships/slide" Target="slide39.xml"/><Relationship Id="rId10" Type="http://schemas.openxmlformats.org/officeDocument/2006/relationships/audio" Target="../media/media23.wav"/><Relationship Id="rId4" Type="http://schemas.openxmlformats.org/officeDocument/2006/relationships/audio" Target="../media/media20.wav"/><Relationship Id="rId9" Type="http://schemas.microsoft.com/office/2007/relationships/media" Target="../media/media23.wav"/><Relationship Id="rId14" Type="http://schemas.openxmlformats.org/officeDocument/2006/relationships/image" Target="../media/image4.png"/></Relationships>
</file>

<file path=ppt/slides/_rels/slide36.xml.rels><?xml version="1.0" encoding="UTF-8" standalone="yes"?>
<Relationships xmlns="http://schemas.openxmlformats.org/package/2006/relationships"><Relationship Id="rId8" Type="http://schemas.openxmlformats.org/officeDocument/2006/relationships/audio" Target="../media/media24.wav"/><Relationship Id="rId3" Type="http://schemas.microsoft.com/office/2007/relationships/media" Target="../media/media22.wav"/><Relationship Id="rId7" Type="http://schemas.microsoft.com/office/2007/relationships/media" Target="../media/media24.wav"/><Relationship Id="rId2" Type="http://schemas.openxmlformats.org/officeDocument/2006/relationships/audio" Target="../media/media19.wav"/><Relationship Id="rId1" Type="http://schemas.microsoft.com/office/2007/relationships/media" Target="../media/media19.wav"/><Relationship Id="rId6" Type="http://schemas.openxmlformats.org/officeDocument/2006/relationships/audio" Target="../media/media23.wav"/><Relationship Id="rId11" Type="http://schemas.openxmlformats.org/officeDocument/2006/relationships/slide" Target="slide39.xml"/><Relationship Id="rId5" Type="http://schemas.microsoft.com/office/2007/relationships/media" Target="../media/media23.wav"/><Relationship Id="rId10" Type="http://schemas.openxmlformats.org/officeDocument/2006/relationships/image" Target="../media/image4.png"/><Relationship Id="rId4" Type="http://schemas.openxmlformats.org/officeDocument/2006/relationships/audio" Target="../media/media22.wav"/><Relationship Id="rId9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8" Type="http://schemas.openxmlformats.org/officeDocument/2006/relationships/audio" Target="../media/media24.wav"/><Relationship Id="rId3" Type="http://schemas.microsoft.com/office/2007/relationships/media" Target="../media/media22.wav"/><Relationship Id="rId7" Type="http://schemas.microsoft.com/office/2007/relationships/media" Target="../media/media24.wav"/><Relationship Id="rId2" Type="http://schemas.openxmlformats.org/officeDocument/2006/relationships/audio" Target="../media/media19.wav"/><Relationship Id="rId1" Type="http://schemas.microsoft.com/office/2007/relationships/media" Target="../media/media19.wav"/><Relationship Id="rId6" Type="http://schemas.openxmlformats.org/officeDocument/2006/relationships/audio" Target="../media/media23.wav"/><Relationship Id="rId11" Type="http://schemas.openxmlformats.org/officeDocument/2006/relationships/slide" Target="slide39.xml"/><Relationship Id="rId5" Type="http://schemas.microsoft.com/office/2007/relationships/media" Target="../media/media23.wav"/><Relationship Id="rId10" Type="http://schemas.openxmlformats.org/officeDocument/2006/relationships/image" Target="../media/image4.png"/><Relationship Id="rId4" Type="http://schemas.openxmlformats.org/officeDocument/2006/relationships/audio" Target="../media/media22.wav"/><Relationship Id="rId9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microsoft.com/office/2007/relationships/media" Target="../media/media24.wav"/><Relationship Id="rId7" Type="http://schemas.openxmlformats.org/officeDocument/2006/relationships/slide" Target="slide39.xml"/><Relationship Id="rId2" Type="http://schemas.openxmlformats.org/officeDocument/2006/relationships/audio" Target="../media/media19.wav"/><Relationship Id="rId1" Type="http://schemas.microsoft.com/office/2007/relationships/media" Target="../media/media19.wav"/><Relationship Id="rId6" Type="http://schemas.openxmlformats.org/officeDocument/2006/relationships/image" Target="../media/image4.png"/><Relationship Id="rId5" Type="http://schemas.openxmlformats.org/officeDocument/2006/relationships/slideLayout" Target="../slideLayouts/slideLayout2.xml"/><Relationship Id="rId4" Type="http://schemas.openxmlformats.org/officeDocument/2006/relationships/audio" Target="../media/media24.wav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slide" Target="slide40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slide" Target="slide41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slide" Target="slide42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slide" Target="slide45.xml"/><Relationship Id="rId2" Type="http://schemas.openxmlformats.org/officeDocument/2006/relationships/slide" Target="slide43.xml"/><Relationship Id="rId1" Type="http://schemas.openxmlformats.org/officeDocument/2006/relationships/slideLayout" Target="../slideLayouts/slideLayout2.xml"/><Relationship Id="rId6" Type="http://schemas.openxmlformats.org/officeDocument/2006/relationships/slide" Target="slide44.xml"/><Relationship Id="rId5" Type="http://schemas.openxmlformats.org/officeDocument/2006/relationships/slide" Target="slide47.xml"/><Relationship Id="rId4" Type="http://schemas.openxmlformats.org/officeDocument/2006/relationships/slide" Target="slide46.xml"/></Relationships>
</file>

<file path=ppt/slides/_rels/slide43.xml.rels><?xml version="1.0" encoding="UTF-8" standalone="yes"?>
<Relationships xmlns="http://schemas.openxmlformats.org/package/2006/relationships"><Relationship Id="rId8" Type="http://schemas.openxmlformats.org/officeDocument/2006/relationships/audio" Target="../media/media28.wav"/><Relationship Id="rId13" Type="http://schemas.openxmlformats.org/officeDocument/2006/relationships/slideLayout" Target="../slideLayouts/slideLayout2.xml"/><Relationship Id="rId3" Type="http://schemas.microsoft.com/office/2007/relationships/media" Target="../media/media26.wav"/><Relationship Id="rId7" Type="http://schemas.microsoft.com/office/2007/relationships/media" Target="../media/media28.wav"/><Relationship Id="rId12" Type="http://schemas.openxmlformats.org/officeDocument/2006/relationships/audio" Target="../media/media30.wav"/><Relationship Id="rId2" Type="http://schemas.openxmlformats.org/officeDocument/2006/relationships/audio" Target="../media/media25.wav"/><Relationship Id="rId1" Type="http://schemas.microsoft.com/office/2007/relationships/media" Target="../media/media25.wav"/><Relationship Id="rId6" Type="http://schemas.openxmlformats.org/officeDocument/2006/relationships/audio" Target="../media/media27.wav"/><Relationship Id="rId11" Type="http://schemas.microsoft.com/office/2007/relationships/media" Target="../media/media30.wav"/><Relationship Id="rId5" Type="http://schemas.microsoft.com/office/2007/relationships/media" Target="../media/media27.wav"/><Relationship Id="rId15" Type="http://schemas.openxmlformats.org/officeDocument/2006/relationships/slide" Target="slide47.xml"/><Relationship Id="rId10" Type="http://schemas.openxmlformats.org/officeDocument/2006/relationships/audio" Target="../media/media29.wav"/><Relationship Id="rId4" Type="http://schemas.openxmlformats.org/officeDocument/2006/relationships/audio" Target="../media/media26.wav"/><Relationship Id="rId9" Type="http://schemas.microsoft.com/office/2007/relationships/media" Target="../media/media29.wav"/><Relationship Id="rId14" Type="http://schemas.openxmlformats.org/officeDocument/2006/relationships/image" Target="../media/image4.png"/></Relationships>
</file>

<file path=ppt/slides/_rels/slide44.xml.rels><?xml version="1.0" encoding="UTF-8" standalone="yes"?>
<Relationships xmlns="http://schemas.openxmlformats.org/package/2006/relationships"><Relationship Id="rId8" Type="http://schemas.openxmlformats.org/officeDocument/2006/relationships/audio" Target="../media/media30.wav"/><Relationship Id="rId3" Type="http://schemas.microsoft.com/office/2007/relationships/media" Target="../media/media28.wav"/><Relationship Id="rId7" Type="http://schemas.microsoft.com/office/2007/relationships/media" Target="../media/media30.wav"/><Relationship Id="rId2" Type="http://schemas.openxmlformats.org/officeDocument/2006/relationships/audio" Target="../media/media25.wav"/><Relationship Id="rId1" Type="http://schemas.microsoft.com/office/2007/relationships/media" Target="../media/media25.wav"/><Relationship Id="rId6" Type="http://schemas.openxmlformats.org/officeDocument/2006/relationships/audio" Target="../media/media29.wav"/><Relationship Id="rId11" Type="http://schemas.openxmlformats.org/officeDocument/2006/relationships/slide" Target="slide47.xml"/><Relationship Id="rId5" Type="http://schemas.microsoft.com/office/2007/relationships/media" Target="../media/media29.wav"/><Relationship Id="rId10" Type="http://schemas.openxmlformats.org/officeDocument/2006/relationships/image" Target="../media/image4.png"/><Relationship Id="rId4" Type="http://schemas.openxmlformats.org/officeDocument/2006/relationships/audio" Target="../media/media28.wav"/><Relationship Id="rId9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8" Type="http://schemas.openxmlformats.org/officeDocument/2006/relationships/audio" Target="../media/media30.wav"/><Relationship Id="rId3" Type="http://schemas.microsoft.com/office/2007/relationships/media" Target="../media/media28.wav"/><Relationship Id="rId7" Type="http://schemas.microsoft.com/office/2007/relationships/media" Target="../media/media30.wav"/><Relationship Id="rId2" Type="http://schemas.openxmlformats.org/officeDocument/2006/relationships/audio" Target="../media/media25.wav"/><Relationship Id="rId1" Type="http://schemas.microsoft.com/office/2007/relationships/media" Target="../media/media25.wav"/><Relationship Id="rId6" Type="http://schemas.openxmlformats.org/officeDocument/2006/relationships/audio" Target="../media/media29.wav"/><Relationship Id="rId11" Type="http://schemas.openxmlformats.org/officeDocument/2006/relationships/slide" Target="slide47.xml"/><Relationship Id="rId5" Type="http://schemas.microsoft.com/office/2007/relationships/media" Target="../media/media29.wav"/><Relationship Id="rId10" Type="http://schemas.openxmlformats.org/officeDocument/2006/relationships/image" Target="../media/image4.png"/><Relationship Id="rId4" Type="http://schemas.openxmlformats.org/officeDocument/2006/relationships/audio" Target="../media/media28.wav"/><Relationship Id="rId9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3" Type="http://schemas.microsoft.com/office/2007/relationships/media" Target="../media/media30.wav"/><Relationship Id="rId7" Type="http://schemas.openxmlformats.org/officeDocument/2006/relationships/slide" Target="slide47.xml"/><Relationship Id="rId2" Type="http://schemas.openxmlformats.org/officeDocument/2006/relationships/audio" Target="../media/media25.wav"/><Relationship Id="rId1" Type="http://schemas.microsoft.com/office/2007/relationships/media" Target="../media/media25.wav"/><Relationship Id="rId6" Type="http://schemas.openxmlformats.org/officeDocument/2006/relationships/image" Target="../media/image4.png"/><Relationship Id="rId5" Type="http://schemas.openxmlformats.org/officeDocument/2006/relationships/slideLayout" Target="../slideLayouts/slideLayout2.xml"/><Relationship Id="rId4" Type="http://schemas.openxmlformats.org/officeDocument/2006/relationships/audio" Target="../media/media30.wav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slide" Target="slide48.xml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slide" Target="slide49.xml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slide" Target="slide50.xml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slide" Target="slide53.xml"/><Relationship Id="rId2" Type="http://schemas.openxmlformats.org/officeDocument/2006/relationships/slide" Target="slide51.xml"/><Relationship Id="rId1" Type="http://schemas.openxmlformats.org/officeDocument/2006/relationships/slideLayout" Target="../slideLayouts/slideLayout2.xml"/><Relationship Id="rId6" Type="http://schemas.openxmlformats.org/officeDocument/2006/relationships/slide" Target="slide52.xml"/><Relationship Id="rId5" Type="http://schemas.openxmlformats.org/officeDocument/2006/relationships/slide" Target="slide55.xml"/><Relationship Id="rId4" Type="http://schemas.openxmlformats.org/officeDocument/2006/relationships/slide" Target="slide54.xml"/></Relationships>
</file>

<file path=ppt/slides/_rels/slide51.xml.rels><?xml version="1.0" encoding="UTF-8" standalone="yes"?>
<Relationships xmlns="http://schemas.openxmlformats.org/package/2006/relationships"><Relationship Id="rId8" Type="http://schemas.openxmlformats.org/officeDocument/2006/relationships/audio" Target="../media/media31.wav"/><Relationship Id="rId13" Type="http://schemas.openxmlformats.org/officeDocument/2006/relationships/slideLayout" Target="../slideLayouts/slideLayout2.xml"/><Relationship Id="rId3" Type="http://schemas.microsoft.com/office/2007/relationships/media" Target="../media/media26.wav"/><Relationship Id="rId7" Type="http://schemas.microsoft.com/office/2007/relationships/media" Target="../media/media31.wav"/><Relationship Id="rId12" Type="http://schemas.openxmlformats.org/officeDocument/2006/relationships/audio" Target="../media/media33.wav"/><Relationship Id="rId2" Type="http://schemas.openxmlformats.org/officeDocument/2006/relationships/audio" Target="../media/media25.wav"/><Relationship Id="rId1" Type="http://schemas.microsoft.com/office/2007/relationships/media" Target="../media/media25.wav"/><Relationship Id="rId6" Type="http://schemas.openxmlformats.org/officeDocument/2006/relationships/audio" Target="../media/media27.wav"/><Relationship Id="rId11" Type="http://schemas.microsoft.com/office/2007/relationships/media" Target="../media/media33.wav"/><Relationship Id="rId5" Type="http://schemas.microsoft.com/office/2007/relationships/media" Target="../media/media27.wav"/><Relationship Id="rId15" Type="http://schemas.openxmlformats.org/officeDocument/2006/relationships/slide" Target="slide55.xml"/><Relationship Id="rId10" Type="http://schemas.openxmlformats.org/officeDocument/2006/relationships/audio" Target="../media/media32.wav"/><Relationship Id="rId4" Type="http://schemas.openxmlformats.org/officeDocument/2006/relationships/audio" Target="../media/media26.wav"/><Relationship Id="rId9" Type="http://schemas.microsoft.com/office/2007/relationships/media" Target="../media/media32.wav"/><Relationship Id="rId14" Type="http://schemas.openxmlformats.org/officeDocument/2006/relationships/image" Target="../media/image4.png"/></Relationships>
</file>

<file path=ppt/slides/_rels/slide52.xml.rels><?xml version="1.0" encoding="UTF-8" standalone="yes"?>
<Relationships xmlns="http://schemas.openxmlformats.org/package/2006/relationships"><Relationship Id="rId8" Type="http://schemas.openxmlformats.org/officeDocument/2006/relationships/audio" Target="../media/media33.wav"/><Relationship Id="rId3" Type="http://schemas.microsoft.com/office/2007/relationships/media" Target="../media/media31.wav"/><Relationship Id="rId7" Type="http://schemas.microsoft.com/office/2007/relationships/media" Target="../media/media33.wav"/><Relationship Id="rId2" Type="http://schemas.openxmlformats.org/officeDocument/2006/relationships/audio" Target="../media/media25.wav"/><Relationship Id="rId1" Type="http://schemas.microsoft.com/office/2007/relationships/media" Target="../media/media25.wav"/><Relationship Id="rId6" Type="http://schemas.openxmlformats.org/officeDocument/2006/relationships/audio" Target="../media/media32.wav"/><Relationship Id="rId11" Type="http://schemas.openxmlformats.org/officeDocument/2006/relationships/slide" Target="slide55.xml"/><Relationship Id="rId5" Type="http://schemas.microsoft.com/office/2007/relationships/media" Target="../media/media32.wav"/><Relationship Id="rId10" Type="http://schemas.openxmlformats.org/officeDocument/2006/relationships/image" Target="../media/image4.png"/><Relationship Id="rId4" Type="http://schemas.openxmlformats.org/officeDocument/2006/relationships/audio" Target="../media/media31.wav"/><Relationship Id="rId9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8" Type="http://schemas.openxmlformats.org/officeDocument/2006/relationships/audio" Target="../media/media33.wav"/><Relationship Id="rId3" Type="http://schemas.microsoft.com/office/2007/relationships/media" Target="../media/media31.wav"/><Relationship Id="rId7" Type="http://schemas.microsoft.com/office/2007/relationships/media" Target="../media/media33.wav"/><Relationship Id="rId2" Type="http://schemas.openxmlformats.org/officeDocument/2006/relationships/audio" Target="../media/media25.wav"/><Relationship Id="rId1" Type="http://schemas.microsoft.com/office/2007/relationships/media" Target="../media/media25.wav"/><Relationship Id="rId6" Type="http://schemas.openxmlformats.org/officeDocument/2006/relationships/audio" Target="../media/media32.wav"/><Relationship Id="rId11" Type="http://schemas.openxmlformats.org/officeDocument/2006/relationships/slide" Target="slide55.xml"/><Relationship Id="rId5" Type="http://schemas.microsoft.com/office/2007/relationships/media" Target="../media/media32.wav"/><Relationship Id="rId10" Type="http://schemas.openxmlformats.org/officeDocument/2006/relationships/image" Target="../media/image4.png"/><Relationship Id="rId4" Type="http://schemas.openxmlformats.org/officeDocument/2006/relationships/audio" Target="../media/media31.wav"/><Relationship Id="rId9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3" Type="http://schemas.microsoft.com/office/2007/relationships/media" Target="../media/media33.wav"/><Relationship Id="rId7" Type="http://schemas.openxmlformats.org/officeDocument/2006/relationships/slide" Target="slide55.xml"/><Relationship Id="rId2" Type="http://schemas.openxmlformats.org/officeDocument/2006/relationships/audio" Target="../media/media25.wav"/><Relationship Id="rId1" Type="http://schemas.microsoft.com/office/2007/relationships/media" Target="../media/media25.wav"/><Relationship Id="rId6" Type="http://schemas.openxmlformats.org/officeDocument/2006/relationships/image" Target="../media/image4.png"/><Relationship Id="rId5" Type="http://schemas.openxmlformats.org/officeDocument/2006/relationships/slideLayout" Target="../slideLayouts/slideLayout2.xml"/><Relationship Id="rId4" Type="http://schemas.openxmlformats.org/officeDocument/2006/relationships/audio" Target="../media/media33.wav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slide" Target="slide56.xml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slide" Target="slide57.xml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slide" Target="slide58.xml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slide" Target="slide61.xml"/><Relationship Id="rId2" Type="http://schemas.openxmlformats.org/officeDocument/2006/relationships/slide" Target="slide59.xml"/><Relationship Id="rId1" Type="http://schemas.openxmlformats.org/officeDocument/2006/relationships/slideLayout" Target="../slideLayouts/slideLayout2.xml"/><Relationship Id="rId5" Type="http://schemas.openxmlformats.org/officeDocument/2006/relationships/slide" Target="slide60.xml"/><Relationship Id="rId4" Type="http://schemas.openxmlformats.org/officeDocument/2006/relationships/slide" Target="slide62.xml"/></Relationships>
</file>

<file path=ppt/slides/_rels/slide59.xml.rels><?xml version="1.0" encoding="UTF-8" standalone="yes"?>
<Relationships xmlns="http://schemas.openxmlformats.org/package/2006/relationships"><Relationship Id="rId8" Type="http://schemas.openxmlformats.org/officeDocument/2006/relationships/audio" Target="../media/media37.wav"/><Relationship Id="rId3" Type="http://schemas.microsoft.com/office/2007/relationships/media" Target="../media/media35.wav"/><Relationship Id="rId7" Type="http://schemas.microsoft.com/office/2007/relationships/media" Target="../media/media37.wav"/><Relationship Id="rId2" Type="http://schemas.openxmlformats.org/officeDocument/2006/relationships/audio" Target="../media/media34.wav"/><Relationship Id="rId1" Type="http://schemas.microsoft.com/office/2007/relationships/media" Target="../media/media34.wav"/><Relationship Id="rId6" Type="http://schemas.openxmlformats.org/officeDocument/2006/relationships/audio" Target="../media/media36.wav"/><Relationship Id="rId11" Type="http://schemas.openxmlformats.org/officeDocument/2006/relationships/slide" Target="slide62.xml"/><Relationship Id="rId5" Type="http://schemas.microsoft.com/office/2007/relationships/media" Target="../media/media36.wav"/><Relationship Id="rId10" Type="http://schemas.openxmlformats.org/officeDocument/2006/relationships/image" Target="../media/image4.png"/><Relationship Id="rId4" Type="http://schemas.openxmlformats.org/officeDocument/2006/relationships/audio" Target="../media/media35.wav"/><Relationship Id="rId9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3" Type="http://schemas.microsoft.com/office/2007/relationships/media" Target="../media/media37.wav"/><Relationship Id="rId7" Type="http://schemas.openxmlformats.org/officeDocument/2006/relationships/slide" Target="slide62.xml"/><Relationship Id="rId2" Type="http://schemas.openxmlformats.org/officeDocument/2006/relationships/audio" Target="../media/media34.wav"/><Relationship Id="rId1" Type="http://schemas.microsoft.com/office/2007/relationships/media" Target="../media/media34.wav"/><Relationship Id="rId6" Type="http://schemas.openxmlformats.org/officeDocument/2006/relationships/image" Target="../media/image4.png"/><Relationship Id="rId5" Type="http://schemas.openxmlformats.org/officeDocument/2006/relationships/slideLayout" Target="../slideLayouts/slideLayout2.xml"/><Relationship Id="rId4" Type="http://schemas.openxmlformats.org/officeDocument/2006/relationships/audio" Target="../media/media37.wav"/></Relationships>
</file>

<file path=ppt/slides/_rels/slide61.xml.rels><?xml version="1.0" encoding="UTF-8" standalone="yes"?>
<Relationships xmlns="http://schemas.openxmlformats.org/package/2006/relationships"><Relationship Id="rId3" Type="http://schemas.microsoft.com/office/2007/relationships/media" Target="../media/media37.wav"/><Relationship Id="rId7" Type="http://schemas.openxmlformats.org/officeDocument/2006/relationships/slide" Target="slide62.xml"/><Relationship Id="rId2" Type="http://schemas.openxmlformats.org/officeDocument/2006/relationships/audio" Target="../media/media34.wav"/><Relationship Id="rId1" Type="http://schemas.microsoft.com/office/2007/relationships/media" Target="../media/media34.wav"/><Relationship Id="rId6" Type="http://schemas.openxmlformats.org/officeDocument/2006/relationships/image" Target="../media/image4.png"/><Relationship Id="rId5" Type="http://schemas.openxmlformats.org/officeDocument/2006/relationships/slideLayout" Target="../slideLayouts/slideLayout2.xml"/><Relationship Id="rId4" Type="http://schemas.openxmlformats.org/officeDocument/2006/relationships/audio" Target="../media/media37.wav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slide" Target="slide63.xml"/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slide" Target="slide64.xml"/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slide" Target="slide65.xml"/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slide" Target="slide68.xml"/><Relationship Id="rId2" Type="http://schemas.openxmlformats.org/officeDocument/2006/relationships/slide" Target="slide66.xml"/><Relationship Id="rId1" Type="http://schemas.openxmlformats.org/officeDocument/2006/relationships/slideLayout" Target="../slideLayouts/slideLayout2.xml"/><Relationship Id="rId6" Type="http://schemas.openxmlformats.org/officeDocument/2006/relationships/slide" Target="slide67.xml"/><Relationship Id="rId5" Type="http://schemas.openxmlformats.org/officeDocument/2006/relationships/slide" Target="slide70.xml"/><Relationship Id="rId4" Type="http://schemas.openxmlformats.org/officeDocument/2006/relationships/slide" Target="slide69.xml"/></Relationships>
</file>

<file path=ppt/slides/_rels/slide66.xml.rels><?xml version="1.0" encoding="UTF-8" standalone="yes"?>
<Relationships xmlns="http://schemas.openxmlformats.org/package/2006/relationships"><Relationship Id="rId8" Type="http://schemas.openxmlformats.org/officeDocument/2006/relationships/audio" Target="../media/media41.wav"/><Relationship Id="rId13" Type="http://schemas.openxmlformats.org/officeDocument/2006/relationships/slideLayout" Target="../slideLayouts/slideLayout2.xml"/><Relationship Id="rId3" Type="http://schemas.microsoft.com/office/2007/relationships/media" Target="../media/media39.wav"/><Relationship Id="rId7" Type="http://schemas.microsoft.com/office/2007/relationships/media" Target="../media/media41.wav"/><Relationship Id="rId12" Type="http://schemas.openxmlformats.org/officeDocument/2006/relationships/audio" Target="../media/media43.wav"/><Relationship Id="rId2" Type="http://schemas.openxmlformats.org/officeDocument/2006/relationships/audio" Target="../media/media38.wav"/><Relationship Id="rId1" Type="http://schemas.microsoft.com/office/2007/relationships/media" Target="../media/media38.wav"/><Relationship Id="rId6" Type="http://schemas.openxmlformats.org/officeDocument/2006/relationships/audio" Target="../media/media40.wav"/><Relationship Id="rId11" Type="http://schemas.microsoft.com/office/2007/relationships/media" Target="../media/media43.wav"/><Relationship Id="rId5" Type="http://schemas.microsoft.com/office/2007/relationships/media" Target="../media/media40.wav"/><Relationship Id="rId15" Type="http://schemas.openxmlformats.org/officeDocument/2006/relationships/slide" Target="slide70.xml"/><Relationship Id="rId10" Type="http://schemas.openxmlformats.org/officeDocument/2006/relationships/audio" Target="../media/media42.wav"/><Relationship Id="rId4" Type="http://schemas.openxmlformats.org/officeDocument/2006/relationships/audio" Target="../media/media39.wav"/><Relationship Id="rId9" Type="http://schemas.microsoft.com/office/2007/relationships/media" Target="../media/media42.wav"/><Relationship Id="rId14" Type="http://schemas.openxmlformats.org/officeDocument/2006/relationships/image" Target="../media/image4.png"/></Relationships>
</file>

<file path=ppt/slides/_rels/slide67.xml.rels><?xml version="1.0" encoding="UTF-8" standalone="yes"?>
<Relationships xmlns="http://schemas.openxmlformats.org/package/2006/relationships"><Relationship Id="rId8" Type="http://schemas.openxmlformats.org/officeDocument/2006/relationships/audio" Target="../media/media43.wav"/><Relationship Id="rId3" Type="http://schemas.microsoft.com/office/2007/relationships/media" Target="../media/media41.wav"/><Relationship Id="rId7" Type="http://schemas.microsoft.com/office/2007/relationships/media" Target="../media/media43.wav"/><Relationship Id="rId2" Type="http://schemas.openxmlformats.org/officeDocument/2006/relationships/audio" Target="../media/media38.wav"/><Relationship Id="rId1" Type="http://schemas.microsoft.com/office/2007/relationships/media" Target="../media/media38.wav"/><Relationship Id="rId6" Type="http://schemas.openxmlformats.org/officeDocument/2006/relationships/audio" Target="../media/media42.wav"/><Relationship Id="rId11" Type="http://schemas.openxmlformats.org/officeDocument/2006/relationships/slide" Target="slide70.xml"/><Relationship Id="rId5" Type="http://schemas.microsoft.com/office/2007/relationships/media" Target="../media/media42.wav"/><Relationship Id="rId10" Type="http://schemas.openxmlformats.org/officeDocument/2006/relationships/image" Target="../media/image4.png"/><Relationship Id="rId4" Type="http://schemas.openxmlformats.org/officeDocument/2006/relationships/audio" Target="../media/media41.wav"/><Relationship Id="rId9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8" Type="http://schemas.openxmlformats.org/officeDocument/2006/relationships/audio" Target="../media/media43.wav"/><Relationship Id="rId3" Type="http://schemas.microsoft.com/office/2007/relationships/media" Target="../media/media41.wav"/><Relationship Id="rId7" Type="http://schemas.microsoft.com/office/2007/relationships/media" Target="../media/media43.wav"/><Relationship Id="rId2" Type="http://schemas.openxmlformats.org/officeDocument/2006/relationships/audio" Target="../media/media38.wav"/><Relationship Id="rId1" Type="http://schemas.microsoft.com/office/2007/relationships/media" Target="../media/media38.wav"/><Relationship Id="rId6" Type="http://schemas.openxmlformats.org/officeDocument/2006/relationships/audio" Target="../media/media42.wav"/><Relationship Id="rId11" Type="http://schemas.openxmlformats.org/officeDocument/2006/relationships/slide" Target="slide70.xml"/><Relationship Id="rId5" Type="http://schemas.microsoft.com/office/2007/relationships/media" Target="../media/media42.wav"/><Relationship Id="rId10" Type="http://schemas.openxmlformats.org/officeDocument/2006/relationships/image" Target="../media/image4.png"/><Relationship Id="rId4" Type="http://schemas.openxmlformats.org/officeDocument/2006/relationships/audio" Target="../media/media41.wav"/><Relationship Id="rId9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3" Type="http://schemas.microsoft.com/office/2007/relationships/media" Target="../media/media43.wav"/><Relationship Id="rId7" Type="http://schemas.openxmlformats.org/officeDocument/2006/relationships/slide" Target="slide70.xml"/><Relationship Id="rId2" Type="http://schemas.openxmlformats.org/officeDocument/2006/relationships/audio" Target="../media/media38.wav"/><Relationship Id="rId1" Type="http://schemas.microsoft.com/office/2007/relationships/media" Target="../media/media38.wav"/><Relationship Id="rId6" Type="http://schemas.openxmlformats.org/officeDocument/2006/relationships/image" Target="../media/image4.png"/><Relationship Id="rId5" Type="http://schemas.openxmlformats.org/officeDocument/2006/relationships/slideLayout" Target="../slideLayouts/slideLayout2.xml"/><Relationship Id="rId4" Type="http://schemas.openxmlformats.org/officeDocument/2006/relationships/audio" Target="../media/media43.wav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slide" Target="slide71.xml"/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slide" Target="slide72.xml"/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slide" Target="slide73.xml"/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3" Type="http://schemas.openxmlformats.org/officeDocument/2006/relationships/slide" Target="slide76.xml"/><Relationship Id="rId2" Type="http://schemas.openxmlformats.org/officeDocument/2006/relationships/slide" Target="slide74.xml"/><Relationship Id="rId1" Type="http://schemas.openxmlformats.org/officeDocument/2006/relationships/slideLayout" Target="../slideLayouts/slideLayout2.xml"/><Relationship Id="rId6" Type="http://schemas.openxmlformats.org/officeDocument/2006/relationships/slide" Target="slide75.xml"/><Relationship Id="rId5" Type="http://schemas.openxmlformats.org/officeDocument/2006/relationships/slide" Target="slide78.xml"/><Relationship Id="rId4" Type="http://schemas.openxmlformats.org/officeDocument/2006/relationships/slide" Target="slide77.xml"/></Relationships>
</file>

<file path=ppt/slides/_rels/slide74.xml.rels><?xml version="1.0" encoding="UTF-8" standalone="yes"?>
<Relationships xmlns="http://schemas.openxmlformats.org/package/2006/relationships"><Relationship Id="rId8" Type="http://schemas.openxmlformats.org/officeDocument/2006/relationships/audio" Target="../media/media47.wav"/><Relationship Id="rId13" Type="http://schemas.openxmlformats.org/officeDocument/2006/relationships/slideLayout" Target="../slideLayouts/slideLayout2.xml"/><Relationship Id="rId3" Type="http://schemas.microsoft.com/office/2007/relationships/media" Target="../media/media45.wav"/><Relationship Id="rId7" Type="http://schemas.microsoft.com/office/2007/relationships/media" Target="../media/media47.wav"/><Relationship Id="rId12" Type="http://schemas.openxmlformats.org/officeDocument/2006/relationships/audio" Target="../media/media49.wav"/><Relationship Id="rId2" Type="http://schemas.openxmlformats.org/officeDocument/2006/relationships/audio" Target="../media/media44.wav"/><Relationship Id="rId1" Type="http://schemas.microsoft.com/office/2007/relationships/media" Target="../media/media44.wav"/><Relationship Id="rId6" Type="http://schemas.openxmlformats.org/officeDocument/2006/relationships/audio" Target="../media/media46.wav"/><Relationship Id="rId11" Type="http://schemas.microsoft.com/office/2007/relationships/media" Target="../media/media49.wav"/><Relationship Id="rId5" Type="http://schemas.microsoft.com/office/2007/relationships/media" Target="../media/media46.wav"/><Relationship Id="rId15" Type="http://schemas.openxmlformats.org/officeDocument/2006/relationships/slide" Target="slide78.xml"/><Relationship Id="rId10" Type="http://schemas.openxmlformats.org/officeDocument/2006/relationships/audio" Target="../media/media48.wav"/><Relationship Id="rId4" Type="http://schemas.openxmlformats.org/officeDocument/2006/relationships/audio" Target="../media/media45.wav"/><Relationship Id="rId9" Type="http://schemas.microsoft.com/office/2007/relationships/media" Target="../media/media48.wav"/><Relationship Id="rId14" Type="http://schemas.openxmlformats.org/officeDocument/2006/relationships/image" Target="../media/image4.png"/></Relationships>
</file>

<file path=ppt/slides/_rels/slide75.xml.rels><?xml version="1.0" encoding="UTF-8" standalone="yes"?>
<Relationships xmlns="http://schemas.openxmlformats.org/package/2006/relationships"><Relationship Id="rId8" Type="http://schemas.openxmlformats.org/officeDocument/2006/relationships/audio" Target="../media/media49.wav"/><Relationship Id="rId3" Type="http://schemas.microsoft.com/office/2007/relationships/media" Target="../media/media47.wav"/><Relationship Id="rId7" Type="http://schemas.microsoft.com/office/2007/relationships/media" Target="../media/media49.wav"/><Relationship Id="rId2" Type="http://schemas.openxmlformats.org/officeDocument/2006/relationships/audio" Target="../media/media44.wav"/><Relationship Id="rId1" Type="http://schemas.microsoft.com/office/2007/relationships/media" Target="../media/media44.wav"/><Relationship Id="rId6" Type="http://schemas.openxmlformats.org/officeDocument/2006/relationships/audio" Target="../media/media48.wav"/><Relationship Id="rId11" Type="http://schemas.openxmlformats.org/officeDocument/2006/relationships/slide" Target="slide78.xml"/><Relationship Id="rId5" Type="http://schemas.microsoft.com/office/2007/relationships/media" Target="../media/media48.wav"/><Relationship Id="rId10" Type="http://schemas.openxmlformats.org/officeDocument/2006/relationships/image" Target="../media/image4.png"/><Relationship Id="rId4" Type="http://schemas.openxmlformats.org/officeDocument/2006/relationships/audio" Target="../media/media47.wav"/><Relationship Id="rId9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8" Type="http://schemas.openxmlformats.org/officeDocument/2006/relationships/audio" Target="../media/media49.wav"/><Relationship Id="rId3" Type="http://schemas.microsoft.com/office/2007/relationships/media" Target="../media/media47.wav"/><Relationship Id="rId7" Type="http://schemas.microsoft.com/office/2007/relationships/media" Target="../media/media49.wav"/><Relationship Id="rId2" Type="http://schemas.openxmlformats.org/officeDocument/2006/relationships/audio" Target="../media/media44.wav"/><Relationship Id="rId1" Type="http://schemas.microsoft.com/office/2007/relationships/media" Target="../media/media44.wav"/><Relationship Id="rId6" Type="http://schemas.openxmlformats.org/officeDocument/2006/relationships/audio" Target="../media/media48.wav"/><Relationship Id="rId11" Type="http://schemas.openxmlformats.org/officeDocument/2006/relationships/slide" Target="slide78.xml"/><Relationship Id="rId5" Type="http://schemas.microsoft.com/office/2007/relationships/media" Target="../media/media48.wav"/><Relationship Id="rId10" Type="http://schemas.openxmlformats.org/officeDocument/2006/relationships/image" Target="../media/image4.png"/><Relationship Id="rId4" Type="http://schemas.openxmlformats.org/officeDocument/2006/relationships/audio" Target="../media/media47.wav"/><Relationship Id="rId9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3" Type="http://schemas.microsoft.com/office/2007/relationships/media" Target="../media/media49.wav"/><Relationship Id="rId7" Type="http://schemas.openxmlformats.org/officeDocument/2006/relationships/slide" Target="slide78.xml"/><Relationship Id="rId2" Type="http://schemas.openxmlformats.org/officeDocument/2006/relationships/audio" Target="../media/media44.wav"/><Relationship Id="rId1" Type="http://schemas.microsoft.com/office/2007/relationships/media" Target="../media/media44.wav"/><Relationship Id="rId6" Type="http://schemas.openxmlformats.org/officeDocument/2006/relationships/image" Target="../media/image4.png"/><Relationship Id="rId5" Type="http://schemas.openxmlformats.org/officeDocument/2006/relationships/slideLayout" Target="../slideLayouts/slideLayout2.xml"/><Relationship Id="rId4" Type="http://schemas.openxmlformats.org/officeDocument/2006/relationships/audio" Target="../media/media49.wav"/></Relationships>
</file>

<file path=ppt/slides/_rels/slide78.xml.rels><?xml version="1.0" encoding="UTF-8" standalone="yes"?>
<Relationships xmlns="http://schemas.openxmlformats.org/package/2006/relationships"><Relationship Id="rId2" Type="http://schemas.openxmlformats.org/officeDocument/2006/relationships/slide" Target="slide79.xml"/><Relationship Id="rId1" Type="http://schemas.openxmlformats.org/officeDocument/2006/relationships/slideLayout" Target="../slideLayouts/slideLayout2.xml"/></Relationships>
</file>

<file path=ppt/slides/_rels/slide79.xml.rels><?xml version="1.0" encoding="UTF-8" standalone="yes"?>
<Relationships xmlns="http://schemas.openxmlformats.org/package/2006/relationships"><Relationship Id="rId2" Type="http://schemas.openxmlformats.org/officeDocument/2006/relationships/slide" Target="slide80.xml"/><Relationship Id="rId1" Type="http://schemas.openxmlformats.org/officeDocument/2006/relationships/slideLayout" Target="../slideLayouts/slideLayout2.xml"/></Relationships>
</file>

<file path=ppt/slides/_rels/slide80.xml.rels><?xml version="1.0" encoding="UTF-8" standalone="yes"?>
<Relationships xmlns="http://schemas.openxmlformats.org/package/2006/relationships"><Relationship Id="rId2" Type="http://schemas.openxmlformats.org/officeDocument/2006/relationships/slide" Target="slide81.xml"/><Relationship Id="rId1" Type="http://schemas.openxmlformats.org/officeDocument/2006/relationships/slideLayout" Target="../slideLayouts/slideLayout2.xml"/></Relationships>
</file>

<file path=ppt/slides/_rels/slide81.xml.rels><?xml version="1.0" encoding="UTF-8" standalone="yes"?>
<Relationships xmlns="http://schemas.openxmlformats.org/package/2006/relationships"><Relationship Id="rId3" Type="http://schemas.openxmlformats.org/officeDocument/2006/relationships/slide" Target="slide84.xml"/><Relationship Id="rId2" Type="http://schemas.openxmlformats.org/officeDocument/2006/relationships/slide" Target="slide82.xml"/><Relationship Id="rId1" Type="http://schemas.openxmlformats.org/officeDocument/2006/relationships/slideLayout" Target="../slideLayouts/slideLayout2.xml"/><Relationship Id="rId6" Type="http://schemas.openxmlformats.org/officeDocument/2006/relationships/slide" Target="slide83.xml"/><Relationship Id="rId5" Type="http://schemas.openxmlformats.org/officeDocument/2006/relationships/slide" Target="slide86.xml"/><Relationship Id="rId4" Type="http://schemas.openxmlformats.org/officeDocument/2006/relationships/slide" Target="slide85.xml"/></Relationships>
</file>

<file path=ppt/slides/_rels/slide82.xml.rels><?xml version="1.0" encoding="UTF-8" standalone="yes"?>
<Relationships xmlns="http://schemas.openxmlformats.org/package/2006/relationships"><Relationship Id="rId8" Type="http://schemas.openxmlformats.org/officeDocument/2006/relationships/audio" Target="../media/media53.wav"/><Relationship Id="rId13" Type="http://schemas.openxmlformats.org/officeDocument/2006/relationships/slide" Target="slide86.xml"/><Relationship Id="rId3" Type="http://schemas.microsoft.com/office/2007/relationships/media" Target="../media/media51.wav"/><Relationship Id="rId7" Type="http://schemas.microsoft.com/office/2007/relationships/media" Target="../media/media53.wav"/><Relationship Id="rId12" Type="http://schemas.openxmlformats.org/officeDocument/2006/relationships/image" Target="../media/image4.png"/><Relationship Id="rId2" Type="http://schemas.openxmlformats.org/officeDocument/2006/relationships/audio" Target="../media/media50.wav"/><Relationship Id="rId1" Type="http://schemas.microsoft.com/office/2007/relationships/media" Target="../media/media50.wav"/><Relationship Id="rId6" Type="http://schemas.openxmlformats.org/officeDocument/2006/relationships/audio" Target="../media/media52.wav"/><Relationship Id="rId11" Type="http://schemas.openxmlformats.org/officeDocument/2006/relationships/slideLayout" Target="../slideLayouts/slideLayout2.xml"/><Relationship Id="rId5" Type="http://schemas.microsoft.com/office/2007/relationships/media" Target="../media/media52.wav"/><Relationship Id="rId10" Type="http://schemas.openxmlformats.org/officeDocument/2006/relationships/audio" Target="../media/media54.wav"/><Relationship Id="rId4" Type="http://schemas.openxmlformats.org/officeDocument/2006/relationships/audio" Target="../media/media51.wav"/><Relationship Id="rId9" Type="http://schemas.microsoft.com/office/2007/relationships/media" Target="../media/media54.wav"/></Relationships>
</file>

<file path=ppt/slides/_rels/slide83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3" Type="http://schemas.microsoft.com/office/2007/relationships/media" Target="../media/media53.wav"/><Relationship Id="rId7" Type="http://schemas.openxmlformats.org/officeDocument/2006/relationships/slideLayout" Target="../slideLayouts/slideLayout2.xml"/><Relationship Id="rId2" Type="http://schemas.openxmlformats.org/officeDocument/2006/relationships/audio" Target="../media/media51.wav"/><Relationship Id="rId1" Type="http://schemas.microsoft.com/office/2007/relationships/media" Target="../media/media51.wav"/><Relationship Id="rId6" Type="http://schemas.openxmlformats.org/officeDocument/2006/relationships/audio" Target="../media/media54.wav"/><Relationship Id="rId5" Type="http://schemas.microsoft.com/office/2007/relationships/media" Target="../media/media54.wav"/><Relationship Id="rId4" Type="http://schemas.openxmlformats.org/officeDocument/2006/relationships/audio" Target="../media/media53.wav"/><Relationship Id="rId9" Type="http://schemas.openxmlformats.org/officeDocument/2006/relationships/slide" Target="slide86.xml"/></Relationships>
</file>

<file path=ppt/slides/_rels/slide84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3" Type="http://schemas.microsoft.com/office/2007/relationships/media" Target="../media/media53.wav"/><Relationship Id="rId7" Type="http://schemas.openxmlformats.org/officeDocument/2006/relationships/slideLayout" Target="../slideLayouts/slideLayout2.xml"/><Relationship Id="rId2" Type="http://schemas.openxmlformats.org/officeDocument/2006/relationships/audio" Target="../media/media51.wav"/><Relationship Id="rId1" Type="http://schemas.microsoft.com/office/2007/relationships/media" Target="../media/media51.wav"/><Relationship Id="rId6" Type="http://schemas.openxmlformats.org/officeDocument/2006/relationships/audio" Target="../media/media54.wav"/><Relationship Id="rId5" Type="http://schemas.microsoft.com/office/2007/relationships/media" Target="../media/media54.wav"/><Relationship Id="rId4" Type="http://schemas.openxmlformats.org/officeDocument/2006/relationships/audio" Target="../media/media53.wav"/><Relationship Id="rId9" Type="http://schemas.openxmlformats.org/officeDocument/2006/relationships/slide" Target="slide86.xml"/></Relationships>
</file>

<file path=ppt/slides/_rels/slide85.xml.rels><?xml version="1.0" encoding="UTF-8" standalone="yes"?>
<Relationships xmlns="http://schemas.openxmlformats.org/package/2006/relationships"><Relationship Id="rId3" Type="http://schemas.microsoft.com/office/2007/relationships/media" Target="../media/media54.wav"/><Relationship Id="rId7" Type="http://schemas.openxmlformats.org/officeDocument/2006/relationships/slide" Target="slide86.xml"/><Relationship Id="rId2" Type="http://schemas.openxmlformats.org/officeDocument/2006/relationships/audio" Target="../media/media51.wav"/><Relationship Id="rId1" Type="http://schemas.microsoft.com/office/2007/relationships/media" Target="../media/media51.wav"/><Relationship Id="rId6" Type="http://schemas.openxmlformats.org/officeDocument/2006/relationships/image" Target="../media/image4.png"/><Relationship Id="rId5" Type="http://schemas.openxmlformats.org/officeDocument/2006/relationships/slideLayout" Target="../slideLayouts/slideLayout2.xml"/><Relationship Id="rId4" Type="http://schemas.openxmlformats.org/officeDocument/2006/relationships/audio" Target="../media/media54.wav"/></Relationships>
</file>

<file path=ppt/slides/_rels/slide86.xml.rels><?xml version="1.0" encoding="UTF-8" standalone="yes"?>
<Relationships xmlns="http://schemas.openxmlformats.org/package/2006/relationships"><Relationship Id="rId2" Type="http://schemas.openxmlformats.org/officeDocument/2006/relationships/slide" Target="slide87.xml"/><Relationship Id="rId1" Type="http://schemas.openxmlformats.org/officeDocument/2006/relationships/slideLayout" Target="../slideLayouts/slideLayout2.xml"/></Relationships>
</file>

<file path=ppt/slides/_rels/slide87.xml.rels><?xml version="1.0" encoding="UTF-8" standalone="yes"?>
<Relationships xmlns="http://schemas.openxmlformats.org/package/2006/relationships"><Relationship Id="rId2" Type="http://schemas.openxmlformats.org/officeDocument/2006/relationships/slide" Target="slide88.xml"/><Relationship Id="rId1" Type="http://schemas.openxmlformats.org/officeDocument/2006/relationships/slideLayout" Target="../slideLayouts/slideLayout2.xml"/></Relationships>
</file>

<file path=ppt/slides/_rels/slide88.xml.rels><?xml version="1.0" encoding="UTF-8" standalone="yes"?>
<Relationships xmlns="http://schemas.openxmlformats.org/package/2006/relationships"><Relationship Id="rId2" Type="http://schemas.openxmlformats.org/officeDocument/2006/relationships/slide" Target="slide89.xml"/><Relationship Id="rId1" Type="http://schemas.openxmlformats.org/officeDocument/2006/relationships/slideLayout" Target="../slideLayouts/slideLayout2.xml"/></Relationships>
</file>

<file path=ppt/slides/_rels/slide89.xml.rels><?xml version="1.0" encoding="UTF-8" standalone="yes"?>
<Relationships xmlns="http://schemas.openxmlformats.org/package/2006/relationships"><Relationship Id="rId3" Type="http://schemas.openxmlformats.org/officeDocument/2006/relationships/slide" Target="slide92.xml"/><Relationship Id="rId2" Type="http://schemas.openxmlformats.org/officeDocument/2006/relationships/slide" Target="slide90.xml"/><Relationship Id="rId1" Type="http://schemas.openxmlformats.org/officeDocument/2006/relationships/slideLayout" Target="../slideLayouts/slideLayout2.xml"/><Relationship Id="rId6" Type="http://schemas.openxmlformats.org/officeDocument/2006/relationships/slide" Target="slide91.xml"/><Relationship Id="rId5" Type="http://schemas.openxmlformats.org/officeDocument/2006/relationships/slide" Target="slide94.xml"/><Relationship Id="rId4" Type="http://schemas.openxmlformats.org/officeDocument/2006/relationships/slide" Target="slide93.xml"/></Relationships>
</file>

<file path=ppt/slides/_rels/slide90.xml.rels><?xml version="1.0" encoding="UTF-8" standalone="yes"?>
<Relationships xmlns="http://schemas.openxmlformats.org/package/2006/relationships"><Relationship Id="rId8" Type="http://schemas.openxmlformats.org/officeDocument/2006/relationships/audio" Target="../media/media58.wav"/><Relationship Id="rId13" Type="http://schemas.openxmlformats.org/officeDocument/2006/relationships/slideLayout" Target="../slideLayouts/slideLayout2.xml"/><Relationship Id="rId3" Type="http://schemas.microsoft.com/office/2007/relationships/media" Target="../media/media56.wav"/><Relationship Id="rId7" Type="http://schemas.microsoft.com/office/2007/relationships/media" Target="../media/media58.wav"/><Relationship Id="rId12" Type="http://schemas.openxmlformats.org/officeDocument/2006/relationships/audio" Target="../media/media60.wav"/><Relationship Id="rId2" Type="http://schemas.openxmlformats.org/officeDocument/2006/relationships/audio" Target="../media/media55.wav"/><Relationship Id="rId1" Type="http://schemas.microsoft.com/office/2007/relationships/media" Target="../media/media55.wav"/><Relationship Id="rId6" Type="http://schemas.openxmlformats.org/officeDocument/2006/relationships/audio" Target="../media/media57.wav"/><Relationship Id="rId11" Type="http://schemas.microsoft.com/office/2007/relationships/media" Target="../media/media60.wav"/><Relationship Id="rId5" Type="http://schemas.microsoft.com/office/2007/relationships/media" Target="../media/media57.wav"/><Relationship Id="rId15" Type="http://schemas.openxmlformats.org/officeDocument/2006/relationships/slide" Target="slide94.xml"/><Relationship Id="rId10" Type="http://schemas.openxmlformats.org/officeDocument/2006/relationships/audio" Target="../media/media59.wav"/><Relationship Id="rId4" Type="http://schemas.openxmlformats.org/officeDocument/2006/relationships/audio" Target="../media/media56.wav"/><Relationship Id="rId9" Type="http://schemas.microsoft.com/office/2007/relationships/media" Target="../media/media59.wav"/><Relationship Id="rId14" Type="http://schemas.openxmlformats.org/officeDocument/2006/relationships/image" Target="../media/image4.png"/></Relationships>
</file>

<file path=ppt/slides/_rels/slide91.xml.rels><?xml version="1.0" encoding="UTF-8" standalone="yes"?>
<Relationships xmlns="http://schemas.openxmlformats.org/package/2006/relationships"><Relationship Id="rId8" Type="http://schemas.openxmlformats.org/officeDocument/2006/relationships/audio" Target="../media/media60.wav"/><Relationship Id="rId3" Type="http://schemas.microsoft.com/office/2007/relationships/media" Target="../media/media58.wav"/><Relationship Id="rId7" Type="http://schemas.microsoft.com/office/2007/relationships/media" Target="../media/media60.wav"/><Relationship Id="rId2" Type="http://schemas.openxmlformats.org/officeDocument/2006/relationships/audio" Target="../media/media55.wav"/><Relationship Id="rId1" Type="http://schemas.microsoft.com/office/2007/relationships/media" Target="../media/media55.wav"/><Relationship Id="rId6" Type="http://schemas.openxmlformats.org/officeDocument/2006/relationships/audio" Target="../media/media59.wav"/><Relationship Id="rId11" Type="http://schemas.openxmlformats.org/officeDocument/2006/relationships/slide" Target="slide94.xml"/><Relationship Id="rId5" Type="http://schemas.microsoft.com/office/2007/relationships/media" Target="../media/media59.wav"/><Relationship Id="rId10" Type="http://schemas.openxmlformats.org/officeDocument/2006/relationships/image" Target="../media/image4.png"/><Relationship Id="rId4" Type="http://schemas.openxmlformats.org/officeDocument/2006/relationships/audio" Target="../media/media58.wav"/><Relationship Id="rId9" Type="http://schemas.openxmlformats.org/officeDocument/2006/relationships/slideLayout" Target="../slideLayouts/slideLayout2.xml"/></Relationships>
</file>

<file path=ppt/slides/_rels/slide92.xml.rels><?xml version="1.0" encoding="UTF-8" standalone="yes"?>
<Relationships xmlns="http://schemas.openxmlformats.org/package/2006/relationships"><Relationship Id="rId8" Type="http://schemas.openxmlformats.org/officeDocument/2006/relationships/audio" Target="../media/media60.wav"/><Relationship Id="rId3" Type="http://schemas.microsoft.com/office/2007/relationships/media" Target="../media/media58.wav"/><Relationship Id="rId7" Type="http://schemas.microsoft.com/office/2007/relationships/media" Target="../media/media60.wav"/><Relationship Id="rId2" Type="http://schemas.openxmlformats.org/officeDocument/2006/relationships/audio" Target="../media/media55.wav"/><Relationship Id="rId1" Type="http://schemas.microsoft.com/office/2007/relationships/media" Target="../media/media55.wav"/><Relationship Id="rId6" Type="http://schemas.openxmlformats.org/officeDocument/2006/relationships/audio" Target="../media/media59.wav"/><Relationship Id="rId11" Type="http://schemas.openxmlformats.org/officeDocument/2006/relationships/slide" Target="slide94.xml"/><Relationship Id="rId5" Type="http://schemas.microsoft.com/office/2007/relationships/media" Target="../media/media59.wav"/><Relationship Id="rId10" Type="http://schemas.openxmlformats.org/officeDocument/2006/relationships/image" Target="../media/image4.png"/><Relationship Id="rId4" Type="http://schemas.openxmlformats.org/officeDocument/2006/relationships/audio" Target="../media/media58.wav"/><Relationship Id="rId9" Type="http://schemas.openxmlformats.org/officeDocument/2006/relationships/slideLayout" Target="../slideLayouts/slideLayout2.xml"/></Relationships>
</file>

<file path=ppt/slides/_rels/slide93.xml.rels><?xml version="1.0" encoding="UTF-8" standalone="yes"?>
<Relationships xmlns="http://schemas.openxmlformats.org/package/2006/relationships"><Relationship Id="rId3" Type="http://schemas.microsoft.com/office/2007/relationships/media" Target="../media/media60.wav"/><Relationship Id="rId7" Type="http://schemas.openxmlformats.org/officeDocument/2006/relationships/slide" Target="slide94.xml"/><Relationship Id="rId2" Type="http://schemas.openxmlformats.org/officeDocument/2006/relationships/audio" Target="../media/media55.wav"/><Relationship Id="rId1" Type="http://schemas.microsoft.com/office/2007/relationships/media" Target="../media/media55.wav"/><Relationship Id="rId6" Type="http://schemas.openxmlformats.org/officeDocument/2006/relationships/image" Target="../media/image4.png"/><Relationship Id="rId5" Type="http://schemas.openxmlformats.org/officeDocument/2006/relationships/slideLayout" Target="../slideLayouts/slideLayout2.xml"/><Relationship Id="rId4" Type="http://schemas.openxmlformats.org/officeDocument/2006/relationships/audio" Target="../media/media60.wav"/></Relationships>
</file>

<file path=ppt/slides/_rels/slide94.xml.rels><?xml version="1.0" encoding="UTF-8" standalone="yes"?>
<Relationships xmlns="http://schemas.openxmlformats.org/package/2006/relationships"><Relationship Id="rId2" Type="http://schemas.openxmlformats.org/officeDocument/2006/relationships/slide" Target="slide95.xml"/><Relationship Id="rId1" Type="http://schemas.openxmlformats.org/officeDocument/2006/relationships/slideLayout" Target="../slideLayouts/slideLayout2.xml"/></Relationships>
</file>

<file path=ppt/slides/_rels/slide9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7" name="Rectangle 2">
            <a:extLst>
              <a:ext uri="{FF2B5EF4-FFF2-40B4-BE49-F238E27FC236}">
                <a16:creationId xmlns:a16="http://schemas.microsoft.com/office/drawing/2014/main" id="{FF4B167A-0DAD-2448-82F7-11D44C34568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第五次学习</a:t>
            </a:r>
            <a:endParaRPr lang="zh-CN" altLang="zh-CN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CED0817-D27F-B64C-9D40-FB9BCEACDD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sz="2800" dirty="0"/>
              <a:t>Start</a:t>
            </a:r>
            <a:r>
              <a:rPr kumimoji="1" lang="zh-CN" altLang="en-US" sz="2800" dirty="0"/>
              <a:t> </a:t>
            </a:r>
            <a:r>
              <a:rPr kumimoji="1" lang="en-US" altLang="zh-CN" sz="2800" dirty="0"/>
              <a:t>time</a:t>
            </a:r>
            <a:r>
              <a:rPr kumimoji="1" lang="zh-CN" altLang="en-US" sz="2800" dirty="0"/>
              <a:t> </a:t>
            </a:r>
            <a:r>
              <a:rPr kumimoji="1" lang="en-US" altLang="zh-CN" sz="2800" dirty="0"/>
              <a:t>of learning a word </a:t>
            </a:r>
            <a:endParaRPr kumimoji="1" lang="zh-CN" altLang="en-US" sz="2800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077E894-BBC6-7C41-9939-B130BFD1BA5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zh-CN" sz="2000" dirty="0"/>
              <a:t>Please write down the present time (accurate to the minute) on your paper. __________</a:t>
            </a:r>
          </a:p>
          <a:p>
            <a:endParaRPr kumimoji="1" lang="zh-CN" altLang="en-US" dirty="0"/>
          </a:p>
        </p:txBody>
      </p:sp>
      <p:sp>
        <p:nvSpPr>
          <p:cNvPr id="4" name="圆角矩形 3">
            <a:extLst>
              <a:ext uri="{FF2B5EF4-FFF2-40B4-BE49-F238E27FC236}">
                <a16:creationId xmlns:a16="http://schemas.microsoft.com/office/drawing/2014/main" id="{01ADF194-DBE7-8A4C-B5E8-98F40B075572}"/>
              </a:ext>
            </a:extLst>
          </p:cNvPr>
          <p:cNvSpPr/>
          <p:nvPr/>
        </p:nvSpPr>
        <p:spPr>
          <a:xfrm>
            <a:off x="6346825" y="5097463"/>
            <a:ext cx="2514600" cy="598487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kumimoji="1" lang="en-US" altLang="zh-CN" dirty="0">
                <a:hlinkClick r:id="rId2" action="ppaction://hlinksldjump"/>
              </a:rPr>
              <a:t>Click to the next page</a:t>
            </a:r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20851622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1" name="标题 1">
            <a:extLst>
              <a:ext uri="{FF2B5EF4-FFF2-40B4-BE49-F238E27FC236}">
                <a16:creationId xmlns:a16="http://schemas.microsoft.com/office/drawing/2014/main" id="{06570B87-D7AD-9647-9CE5-37739358B28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74637"/>
            <a:ext cx="8229600" cy="1249363"/>
          </a:xfrm>
        </p:spPr>
        <p:txBody>
          <a:bodyPr/>
          <a:lstStyle/>
          <a:p>
            <a:pPr algn="l"/>
            <a:r>
              <a:rPr kumimoji="1" lang="en-US" altLang="zh-CN" sz="2400" dirty="0"/>
              <a:t>How about you know </a:t>
            </a:r>
            <a:r>
              <a:rPr kumimoji="1" lang="zh-CN" altLang="en-US" sz="2400" dirty="0"/>
              <a:t>问题？</a:t>
            </a:r>
            <a:br>
              <a:rPr kumimoji="1" lang="en-US" altLang="zh-CN" sz="2400" dirty="0"/>
            </a:br>
            <a:r>
              <a:rPr kumimoji="1" lang="en-US" altLang="zh-CN" sz="2400" dirty="0"/>
              <a:t>Please</a:t>
            </a:r>
            <a:r>
              <a:rPr kumimoji="1" lang="zh-CN" altLang="en-US" sz="2400" dirty="0"/>
              <a:t> </a:t>
            </a:r>
            <a:r>
              <a:rPr kumimoji="1" lang="en-US" altLang="zh-CN" sz="2400" dirty="0"/>
              <a:t>write down the choice on your page and click the choice to jump to the corresponding page</a:t>
            </a:r>
            <a:endParaRPr kumimoji="1" lang="zh-CN" altLang="en-US" sz="2400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30F45E4-88F1-6F47-B1DD-2543870B46A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676400"/>
            <a:ext cx="8229600" cy="3962399"/>
          </a:xfrm>
        </p:spPr>
        <p:txBody>
          <a:bodyPr/>
          <a:lstStyle/>
          <a:p>
            <a:pPr>
              <a:defRPr/>
            </a:pPr>
            <a:r>
              <a:rPr lang="en-US" altLang="zh-CN" sz="2000" dirty="0"/>
              <a:t>I have never seen this word.</a:t>
            </a:r>
          </a:p>
          <a:p>
            <a:pPr marL="0" indent="0">
              <a:buNone/>
              <a:defRPr/>
            </a:pPr>
            <a:r>
              <a:rPr lang="en-US" altLang="zh-CN" sz="2000" dirty="0"/>
              <a:t> </a:t>
            </a:r>
            <a:endParaRPr lang="zh-CN" altLang="zh-CN" sz="2000" dirty="0"/>
          </a:p>
          <a:p>
            <a:pPr>
              <a:defRPr/>
            </a:pPr>
            <a:r>
              <a:rPr lang="en-US" altLang="zh-CN" sz="2000" dirty="0"/>
              <a:t>I don’t know what it means. </a:t>
            </a:r>
          </a:p>
          <a:p>
            <a:pPr>
              <a:defRPr/>
            </a:pPr>
            <a:endParaRPr lang="zh-CN" altLang="zh-CN" sz="2000" dirty="0"/>
          </a:p>
          <a:p>
            <a:pPr>
              <a:defRPr/>
            </a:pPr>
            <a:r>
              <a:rPr lang="en-US" altLang="zh-CN" sz="2000" dirty="0"/>
              <a:t>I know its meaning, but I don’t know its collocations.</a:t>
            </a:r>
          </a:p>
          <a:p>
            <a:pPr>
              <a:defRPr/>
            </a:pPr>
            <a:endParaRPr lang="zh-CN" altLang="zh-CN" sz="2000" dirty="0"/>
          </a:p>
          <a:p>
            <a:pPr>
              <a:defRPr/>
            </a:pPr>
            <a:r>
              <a:rPr lang="en-US" altLang="zh-CN" sz="2000" dirty="0"/>
              <a:t>I know its collocation, but I don’t know how to use it in a sentence.</a:t>
            </a:r>
          </a:p>
          <a:p>
            <a:pPr>
              <a:defRPr/>
            </a:pPr>
            <a:endParaRPr lang="en-US" altLang="zh-CN" sz="2000" dirty="0"/>
          </a:p>
          <a:p>
            <a:pPr>
              <a:defRPr/>
            </a:pPr>
            <a:r>
              <a:rPr lang="en-US" altLang="zh-CN" sz="2000" dirty="0"/>
              <a:t>I can use it in a sentence. </a:t>
            </a:r>
            <a:endParaRPr lang="zh-CN" altLang="zh-CN" sz="1800" dirty="0"/>
          </a:p>
        </p:txBody>
      </p:sp>
      <p:sp>
        <p:nvSpPr>
          <p:cNvPr id="4" name="圆角矩形 3">
            <a:extLst>
              <a:ext uri="{FF2B5EF4-FFF2-40B4-BE49-F238E27FC236}">
                <a16:creationId xmlns:a16="http://schemas.microsoft.com/office/drawing/2014/main" id="{3C106C97-9EF1-AE4E-80B1-861673DC5DA6}"/>
              </a:ext>
            </a:extLst>
          </p:cNvPr>
          <p:cNvSpPr/>
          <p:nvPr/>
        </p:nvSpPr>
        <p:spPr>
          <a:xfrm>
            <a:off x="4191000" y="1752600"/>
            <a:ext cx="762000" cy="3810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kumimoji="1" lang="en-US" altLang="zh-CN" dirty="0">
                <a:hlinkClick r:id="rId2" action="ppaction://hlinksldjump"/>
              </a:rPr>
              <a:t>A</a:t>
            </a:r>
            <a:endParaRPr kumimoji="1" lang="zh-CN" altLang="en-US" dirty="0"/>
          </a:p>
        </p:txBody>
      </p:sp>
      <p:sp>
        <p:nvSpPr>
          <p:cNvPr id="6" name="圆角矩形 5">
            <a:extLst>
              <a:ext uri="{FF2B5EF4-FFF2-40B4-BE49-F238E27FC236}">
                <a16:creationId xmlns:a16="http://schemas.microsoft.com/office/drawing/2014/main" id="{DCF760C6-CAEF-4949-AB75-58AD9F2FC2D8}"/>
              </a:ext>
            </a:extLst>
          </p:cNvPr>
          <p:cNvSpPr/>
          <p:nvPr/>
        </p:nvSpPr>
        <p:spPr>
          <a:xfrm>
            <a:off x="6781800" y="3124200"/>
            <a:ext cx="762000" cy="3810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kumimoji="1" lang="en-US" altLang="zh-CN" dirty="0">
                <a:hlinkClick r:id="rId3" action="ppaction://hlinksldjump"/>
              </a:rPr>
              <a:t>C</a:t>
            </a:r>
            <a:endParaRPr kumimoji="1" lang="zh-CN" altLang="en-US" dirty="0"/>
          </a:p>
        </p:txBody>
      </p:sp>
      <p:sp>
        <p:nvSpPr>
          <p:cNvPr id="7" name="圆角矩形 6">
            <a:extLst>
              <a:ext uri="{FF2B5EF4-FFF2-40B4-BE49-F238E27FC236}">
                <a16:creationId xmlns:a16="http://schemas.microsoft.com/office/drawing/2014/main" id="{D6C5558C-2A94-D340-B88D-3771B105CE99}"/>
              </a:ext>
            </a:extLst>
          </p:cNvPr>
          <p:cNvSpPr/>
          <p:nvPr/>
        </p:nvSpPr>
        <p:spPr>
          <a:xfrm>
            <a:off x="7531395" y="4343400"/>
            <a:ext cx="762000" cy="3810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kumimoji="1" lang="en-US" altLang="zh-CN" dirty="0">
                <a:hlinkClick r:id="rId4" action="ppaction://hlinksldjump"/>
              </a:rPr>
              <a:t>D</a:t>
            </a:r>
            <a:endParaRPr kumimoji="1" lang="zh-CN" altLang="en-US" dirty="0"/>
          </a:p>
        </p:txBody>
      </p:sp>
      <p:sp>
        <p:nvSpPr>
          <p:cNvPr id="8" name="圆角矩形 7">
            <a:extLst>
              <a:ext uri="{FF2B5EF4-FFF2-40B4-BE49-F238E27FC236}">
                <a16:creationId xmlns:a16="http://schemas.microsoft.com/office/drawing/2014/main" id="{E418098F-A830-0E4B-AE1B-BF99FBB77185}"/>
              </a:ext>
            </a:extLst>
          </p:cNvPr>
          <p:cNvSpPr/>
          <p:nvPr/>
        </p:nvSpPr>
        <p:spPr>
          <a:xfrm>
            <a:off x="3962400" y="4648200"/>
            <a:ext cx="762000" cy="3810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kumimoji="1" lang="en-US" altLang="zh-CN" dirty="0">
                <a:hlinkClick r:id="rId5" action="ppaction://hlinksldjump"/>
              </a:rPr>
              <a:t>E</a:t>
            </a:r>
            <a:endParaRPr kumimoji="1" lang="zh-CN" altLang="en-US" dirty="0"/>
          </a:p>
        </p:txBody>
      </p:sp>
      <p:sp>
        <p:nvSpPr>
          <p:cNvPr id="9" name="圆角矩形 8">
            <a:extLst>
              <a:ext uri="{FF2B5EF4-FFF2-40B4-BE49-F238E27FC236}">
                <a16:creationId xmlns:a16="http://schemas.microsoft.com/office/drawing/2014/main" id="{5E955882-84DF-F541-BD1E-BB1F7EDDA2DC}"/>
              </a:ext>
            </a:extLst>
          </p:cNvPr>
          <p:cNvSpPr/>
          <p:nvPr/>
        </p:nvSpPr>
        <p:spPr>
          <a:xfrm>
            <a:off x="4191000" y="2514600"/>
            <a:ext cx="762000" cy="3810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kumimoji="1" lang="en-US" altLang="zh-CN" dirty="0">
                <a:solidFill>
                  <a:schemeClr val="accent1">
                    <a:lumMod val="50000"/>
                  </a:schemeClr>
                </a:solidFill>
                <a:hlinkClick r:id="rId6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B</a:t>
            </a:r>
            <a:endParaRPr kumimoji="1" lang="zh-CN" altLang="en-US" dirty="0">
              <a:solidFill>
                <a:schemeClr val="accent1">
                  <a:lumMod val="50000"/>
                </a:schemeClr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1" name="标题 1">
            <a:extLst>
              <a:ext uri="{FF2B5EF4-FFF2-40B4-BE49-F238E27FC236}">
                <a16:creationId xmlns:a16="http://schemas.microsoft.com/office/drawing/2014/main" id="{D6FF6377-0933-6749-BEE9-E21A8D31495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kumimoji="1" lang="zh-CN" altLang="en-US"/>
              <a:t>问题 </a:t>
            </a:r>
            <a:r>
              <a:rPr kumimoji="1" lang="zh-CN" altLang="zh-CN"/>
              <a:t>wèntí </a:t>
            </a:r>
            <a:endParaRPr kumimoji="1" lang="zh-CN" alt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FB76AE7-E494-8949-8634-310A35EB136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zh-CN" altLang="en-US" sz="2000" dirty="0">
                <a:solidFill>
                  <a:srgbClr val="000000"/>
                </a:solidFill>
              </a:rPr>
              <a:t>问 </a:t>
            </a:r>
            <a:r>
              <a:rPr lang="en" altLang="zh-CN" sz="2000" dirty="0" err="1">
                <a:solidFill>
                  <a:srgbClr val="000000"/>
                </a:solidFill>
              </a:rPr>
              <a:t>wèn</a:t>
            </a:r>
            <a:r>
              <a:rPr lang="zh-CN" altLang="en-US" sz="2000" dirty="0">
                <a:solidFill>
                  <a:srgbClr val="000000"/>
                </a:solidFill>
              </a:rPr>
              <a:t> </a:t>
            </a:r>
            <a:r>
              <a:rPr lang="en-US" altLang="zh-CN" sz="2000" dirty="0">
                <a:solidFill>
                  <a:srgbClr val="000000"/>
                </a:solidFill>
              </a:rPr>
              <a:t>NOUN question</a:t>
            </a:r>
          </a:p>
          <a:p>
            <a:pPr eaLnBrk="1" hangingPunct="1">
              <a:defRPr/>
            </a:pPr>
            <a:r>
              <a:rPr lang="zh-CN" altLang="en-US" sz="2000" dirty="0">
                <a:solidFill>
                  <a:srgbClr val="000000"/>
                </a:solidFill>
              </a:rPr>
              <a:t>题 </a:t>
            </a:r>
            <a:r>
              <a:rPr lang="en" altLang="zh-CN" sz="2000" dirty="0" err="1">
                <a:solidFill>
                  <a:srgbClr val="000000"/>
                </a:solidFill>
              </a:rPr>
              <a:t>tí</a:t>
            </a:r>
            <a:r>
              <a:rPr lang="en" altLang="zh-CN" sz="2000" dirty="0">
                <a:solidFill>
                  <a:srgbClr val="000000"/>
                </a:solidFill>
              </a:rPr>
              <a:t> NOUN topic; problem</a:t>
            </a:r>
            <a:endParaRPr lang="en-US" altLang="zh-CN" sz="2000" dirty="0">
              <a:solidFill>
                <a:srgbClr val="000000"/>
              </a:solidFill>
            </a:endParaRPr>
          </a:p>
          <a:p>
            <a:pPr eaLnBrk="1" hangingPunct="1">
              <a:defRPr/>
            </a:pPr>
            <a:r>
              <a:rPr lang="en-US" altLang="zh-CN" sz="2000" dirty="0">
                <a:solidFill>
                  <a:srgbClr val="000000"/>
                </a:solidFill>
              </a:rPr>
              <a:t>NOUN  question; problem; issue</a:t>
            </a:r>
            <a:endParaRPr lang="en" altLang="zh-CN" sz="2000" dirty="0">
              <a:solidFill>
                <a:srgbClr val="000000"/>
              </a:solidFill>
            </a:endParaRPr>
          </a:p>
          <a:p>
            <a:pPr eaLnBrk="1" hangingPunct="1">
              <a:defRPr/>
            </a:pPr>
            <a:r>
              <a:rPr lang="en-US" altLang="zh-CN" sz="2000" dirty="0">
                <a:solidFill>
                  <a:srgbClr val="000000"/>
                </a:solidFill>
              </a:rPr>
              <a:t>Collocation:</a:t>
            </a:r>
          </a:p>
          <a:p>
            <a:pPr marL="0" indent="0" eaLnBrk="1" hangingPunct="1">
              <a:buFontTx/>
              <a:buNone/>
              <a:defRPr/>
            </a:pPr>
            <a:r>
              <a:rPr lang="zh-CN" altLang="en-US" sz="2000" dirty="0">
                <a:solidFill>
                  <a:srgbClr val="000000"/>
                </a:solidFill>
              </a:rPr>
              <a:t>回答（三级） 问题</a:t>
            </a:r>
            <a:r>
              <a:rPr lang="en-US" altLang="zh-CN" sz="2000" dirty="0">
                <a:solidFill>
                  <a:srgbClr val="000000"/>
                </a:solidFill>
              </a:rPr>
              <a:t>  answer the questions</a:t>
            </a:r>
            <a:endParaRPr lang="zh-CN" altLang="en-US" sz="2000" dirty="0">
              <a:solidFill>
                <a:srgbClr val="000000"/>
              </a:solidFill>
            </a:endParaRPr>
          </a:p>
          <a:p>
            <a:pPr marL="0" indent="0" eaLnBrk="1" hangingPunct="1">
              <a:buFontTx/>
              <a:buNone/>
              <a:defRPr/>
            </a:pPr>
            <a:r>
              <a:rPr lang="zh-CN" altLang="en-US" sz="2000" dirty="0">
                <a:solidFill>
                  <a:srgbClr val="000000"/>
                </a:solidFill>
              </a:rPr>
              <a:t>解决（三级） 问题</a:t>
            </a:r>
            <a:r>
              <a:rPr lang="en-US" altLang="zh-CN" sz="2000" dirty="0">
                <a:solidFill>
                  <a:srgbClr val="000000"/>
                </a:solidFill>
              </a:rPr>
              <a:t>  solve the problem</a:t>
            </a:r>
          </a:p>
          <a:p>
            <a:pPr marL="0" indent="0" eaLnBrk="1" hangingPunct="1">
              <a:buFontTx/>
              <a:buNone/>
              <a:defRPr/>
            </a:pPr>
            <a:r>
              <a:rPr lang="en-US" altLang="zh-CN" sz="2000" dirty="0">
                <a:solidFill>
                  <a:srgbClr val="000000"/>
                </a:solidFill>
              </a:rPr>
              <a:t>Sentence:</a:t>
            </a:r>
          </a:p>
          <a:p>
            <a:pPr marL="0" indent="0" eaLnBrk="1" hangingPunct="1">
              <a:buFontTx/>
              <a:buNone/>
              <a:defRPr/>
            </a:pPr>
            <a:r>
              <a:rPr kumimoji="1" lang="zh-CN" altLang="en-US" sz="2000" dirty="0">
                <a:solidFill>
                  <a:srgbClr val="000000"/>
                </a:solidFill>
              </a:rPr>
              <a:t>其实，不同的问题有不同的解决办法。</a:t>
            </a:r>
            <a:endParaRPr kumimoji="1" lang="en-US" altLang="zh-CN" sz="2000" dirty="0">
              <a:solidFill>
                <a:srgbClr val="000000"/>
              </a:solidFill>
            </a:endParaRPr>
          </a:p>
          <a:p>
            <a:pPr marL="0" indent="0" eaLnBrk="1" hangingPunct="1">
              <a:buFontTx/>
              <a:buNone/>
              <a:defRPr/>
            </a:pPr>
            <a:r>
              <a:rPr kumimoji="1" lang="zh-CN" altLang="en-US" sz="2000" dirty="0">
                <a:solidFill>
                  <a:srgbClr val="000000"/>
                </a:solidFill>
              </a:rPr>
              <a:t>其实</a:t>
            </a:r>
            <a:r>
              <a:rPr kumimoji="1" lang="en-US" altLang="zh-CN" sz="2000" dirty="0">
                <a:solidFill>
                  <a:srgbClr val="000000"/>
                </a:solidFill>
              </a:rPr>
              <a:t>/</a:t>
            </a:r>
            <a:r>
              <a:rPr kumimoji="1" lang="en-US" altLang="zh-CN" sz="2000" dirty="0" err="1">
                <a:solidFill>
                  <a:srgbClr val="000000"/>
                </a:solidFill>
              </a:rPr>
              <a:t>qíshí</a:t>
            </a:r>
            <a:r>
              <a:rPr kumimoji="1" lang="en-US" altLang="zh-CN" sz="2000" dirty="0">
                <a:solidFill>
                  <a:srgbClr val="000000"/>
                </a:solidFill>
              </a:rPr>
              <a:t>  </a:t>
            </a:r>
            <a:r>
              <a:rPr kumimoji="1" lang="zh-CN" altLang="en-US" sz="2000" dirty="0">
                <a:solidFill>
                  <a:srgbClr val="000000"/>
                </a:solidFill>
              </a:rPr>
              <a:t>，  不同</a:t>
            </a:r>
            <a:r>
              <a:rPr kumimoji="1" lang="en-US" altLang="zh-CN" sz="2000" dirty="0">
                <a:solidFill>
                  <a:srgbClr val="000000"/>
                </a:solidFill>
              </a:rPr>
              <a:t>/</a:t>
            </a:r>
            <a:r>
              <a:rPr kumimoji="1" lang="en-US" altLang="zh-CN" sz="2000" dirty="0" err="1">
                <a:solidFill>
                  <a:srgbClr val="000000"/>
                </a:solidFill>
              </a:rPr>
              <a:t>bùtóng</a:t>
            </a:r>
            <a:r>
              <a:rPr kumimoji="1" lang="en-US" altLang="zh-CN" sz="2000" dirty="0">
                <a:solidFill>
                  <a:srgbClr val="000000"/>
                </a:solidFill>
              </a:rPr>
              <a:t>  </a:t>
            </a:r>
            <a:r>
              <a:rPr kumimoji="1" lang="zh-CN" altLang="en-US" sz="2000" dirty="0">
                <a:solidFill>
                  <a:srgbClr val="000000"/>
                </a:solidFill>
              </a:rPr>
              <a:t>的</a:t>
            </a:r>
            <a:r>
              <a:rPr kumimoji="1" lang="en-US" altLang="zh-CN" sz="2000" dirty="0">
                <a:solidFill>
                  <a:srgbClr val="000000"/>
                </a:solidFill>
              </a:rPr>
              <a:t>/de  </a:t>
            </a:r>
            <a:r>
              <a:rPr kumimoji="1" lang="zh-CN" altLang="en-US" sz="2000" dirty="0">
                <a:solidFill>
                  <a:srgbClr val="000000"/>
                </a:solidFill>
              </a:rPr>
              <a:t>问题</a:t>
            </a:r>
            <a:r>
              <a:rPr kumimoji="1" lang="en-US" altLang="zh-CN" sz="2000" dirty="0">
                <a:solidFill>
                  <a:srgbClr val="000000"/>
                </a:solidFill>
              </a:rPr>
              <a:t>/</a:t>
            </a:r>
            <a:r>
              <a:rPr kumimoji="1" lang="en-US" altLang="zh-CN" sz="2000" dirty="0" err="1">
                <a:solidFill>
                  <a:srgbClr val="000000"/>
                </a:solidFill>
              </a:rPr>
              <a:t>wèntí</a:t>
            </a:r>
            <a:r>
              <a:rPr kumimoji="1" lang="en-US" altLang="zh-CN" sz="2000" dirty="0">
                <a:solidFill>
                  <a:srgbClr val="000000"/>
                </a:solidFill>
              </a:rPr>
              <a:t>  </a:t>
            </a:r>
            <a:r>
              <a:rPr kumimoji="1" lang="zh-CN" altLang="en-US" sz="2000" dirty="0">
                <a:solidFill>
                  <a:srgbClr val="000000"/>
                </a:solidFill>
              </a:rPr>
              <a:t>有</a:t>
            </a:r>
            <a:r>
              <a:rPr kumimoji="1" lang="en-US" altLang="zh-CN" sz="2000" dirty="0">
                <a:solidFill>
                  <a:srgbClr val="000000"/>
                </a:solidFill>
              </a:rPr>
              <a:t>/</a:t>
            </a:r>
            <a:r>
              <a:rPr kumimoji="1" lang="en-US" altLang="zh-CN" sz="2000" dirty="0" err="1">
                <a:solidFill>
                  <a:srgbClr val="000000"/>
                </a:solidFill>
              </a:rPr>
              <a:t>yǒu</a:t>
            </a:r>
            <a:r>
              <a:rPr kumimoji="1" lang="en-US" altLang="zh-CN" sz="2000" dirty="0">
                <a:solidFill>
                  <a:srgbClr val="000000"/>
                </a:solidFill>
              </a:rPr>
              <a:t>  </a:t>
            </a:r>
            <a:r>
              <a:rPr kumimoji="1" lang="zh-CN" altLang="en-US" sz="2000" dirty="0">
                <a:solidFill>
                  <a:srgbClr val="000000"/>
                </a:solidFill>
              </a:rPr>
              <a:t>不同</a:t>
            </a:r>
            <a:r>
              <a:rPr kumimoji="1" lang="en-US" altLang="zh-CN" sz="2000" dirty="0">
                <a:solidFill>
                  <a:srgbClr val="000000"/>
                </a:solidFill>
              </a:rPr>
              <a:t>/</a:t>
            </a:r>
            <a:r>
              <a:rPr kumimoji="1" lang="en-US" altLang="zh-CN" sz="2000" dirty="0" err="1">
                <a:solidFill>
                  <a:srgbClr val="000000"/>
                </a:solidFill>
              </a:rPr>
              <a:t>bùtóng</a:t>
            </a:r>
            <a:r>
              <a:rPr kumimoji="1" lang="en-US" altLang="zh-CN" sz="2000" dirty="0">
                <a:solidFill>
                  <a:srgbClr val="000000"/>
                </a:solidFill>
              </a:rPr>
              <a:t>  </a:t>
            </a:r>
            <a:r>
              <a:rPr kumimoji="1" lang="zh-CN" altLang="en-US" sz="2000" dirty="0">
                <a:solidFill>
                  <a:srgbClr val="000000"/>
                </a:solidFill>
              </a:rPr>
              <a:t>的</a:t>
            </a:r>
            <a:r>
              <a:rPr kumimoji="1" lang="en-US" altLang="zh-CN" sz="2000" dirty="0">
                <a:solidFill>
                  <a:srgbClr val="000000"/>
                </a:solidFill>
              </a:rPr>
              <a:t>/de  </a:t>
            </a:r>
            <a:r>
              <a:rPr kumimoji="1" lang="zh-CN" altLang="en-US" sz="2000" dirty="0">
                <a:solidFill>
                  <a:srgbClr val="000000"/>
                </a:solidFill>
              </a:rPr>
              <a:t>解决</a:t>
            </a:r>
            <a:r>
              <a:rPr kumimoji="1" lang="en-US" altLang="zh-CN" sz="2000" dirty="0">
                <a:solidFill>
                  <a:srgbClr val="000000"/>
                </a:solidFill>
              </a:rPr>
              <a:t>/</a:t>
            </a:r>
            <a:r>
              <a:rPr kumimoji="1" lang="en-US" altLang="zh-CN" sz="2000" dirty="0" err="1">
                <a:solidFill>
                  <a:srgbClr val="000000"/>
                </a:solidFill>
              </a:rPr>
              <a:t>jiějué</a:t>
            </a:r>
            <a:r>
              <a:rPr kumimoji="1" lang="en-US" altLang="zh-CN" sz="2000" dirty="0">
                <a:solidFill>
                  <a:srgbClr val="000000"/>
                </a:solidFill>
              </a:rPr>
              <a:t>  </a:t>
            </a:r>
            <a:r>
              <a:rPr kumimoji="1" lang="zh-CN" altLang="en-US" sz="2000" dirty="0">
                <a:solidFill>
                  <a:srgbClr val="000000"/>
                </a:solidFill>
              </a:rPr>
              <a:t>办法</a:t>
            </a:r>
            <a:r>
              <a:rPr kumimoji="1" lang="en-US" altLang="zh-CN" sz="2000" dirty="0">
                <a:solidFill>
                  <a:srgbClr val="000000"/>
                </a:solidFill>
              </a:rPr>
              <a:t>/</a:t>
            </a:r>
            <a:r>
              <a:rPr kumimoji="1" lang="en-US" altLang="zh-CN" sz="2000" dirty="0" err="1">
                <a:solidFill>
                  <a:srgbClr val="000000"/>
                </a:solidFill>
              </a:rPr>
              <a:t>bànfǎ</a:t>
            </a:r>
            <a:r>
              <a:rPr kumimoji="1" lang="en-US" altLang="zh-CN" sz="2000" dirty="0">
                <a:solidFill>
                  <a:srgbClr val="000000"/>
                </a:solidFill>
              </a:rPr>
              <a:t>  </a:t>
            </a:r>
            <a:r>
              <a:rPr kumimoji="1" lang="zh-CN" altLang="en-US" sz="2000" dirty="0">
                <a:solidFill>
                  <a:srgbClr val="000000"/>
                </a:solidFill>
              </a:rPr>
              <a:t>。 </a:t>
            </a:r>
            <a:endParaRPr kumimoji="1" lang="en-US" altLang="zh-CN" sz="2000" dirty="0">
              <a:solidFill>
                <a:srgbClr val="000000"/>
              </a:solidFill>
            </a:endParaRPr>
          </a:p>
          <a:p>
            <a:pPr marL="0" indent="0" eaLnBrk="1" hangingPunct="1">
              <a:buFontTx/>
              <a:buNone/>
              <a:defRPr/>
            </a:pPr>
            <a:r>
              <a:rPr kumimoji="1" lang="en" altLang="zh-CN" sz="2000" dirty="0"/>
              <a:t>In fact, different problems have different solutions.</a:t>
            </a:r>
            <a:endParaRPr kumimoji="1" lang="zh-CN" altLang="en-US" sz="2000" dirty="0"/>
          </a:p>
        </p:txBody>
      </p:sp>
      <p:pic>
        <p:nvPicPr>
          <p:cNvPr id="2" name="问题.wav" descr="问题.wav">
            <a:hlinkClick r:id="" action="ppaction://media"/>
            <a:extLst>
              <a:ext uri="{FF2B5EF4-FFF2-40B4-BE49-F238E27FC236}">
                <a16:creationId xmlns:a16="http://schemas.microsoft.com/office/drawing/2014/main" id="{A0136E31-9D3A-5A47-BD3D-E21B941573DF}"/>
              </a:ext>
            </a:extLst>
          </p:cNvPr>
          <p:cNvPicPr>
            <a:picLocks noChangeAspect="1" noChangeArrowheads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72200" y="403225"/>
            <a:ext cx="511175" cy="511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" name="问.wav" descr="问.wav">
            <a:hlinkClick r:id="" action="ppaction://media"/>
            <a:extLst>
              <a:ext uri="{FF2B5EF4-FFF2-40B4-BE49-F238E27FC236}">
                <a16:creationId xmlns:a16="http://schemas.microsoft.com/office/drawing/2014/main" id="{9D51BA8F-F145-BE48-BC2F-644146A7A62D}"/>
              </a:ext>
            </a:extLst>
          </p:cNvPr>
          <p:cNvPicPr>
            <a:picLocks noChangeAspect="1" noChangeArrowheads="1"/>
          </p:cNvPicPr>
          <p:nvPr>
            <a:audi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57600" y="1165225"/>
            <a:ext cx="511175" cy="511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题.wav" descr="题.wav">
            <a:hlinkClick r:id="" action="ppaction://media"/>
            <a:extLst>
              <a:ext uri="{FF2B5EF4-FFF2-40B4-BE49-F238E27FC236}">
                <a16:creationId xmlns:a16="http://schemas.microsoft.com/office/drawing/2014/main" id="{6EB3F5A0-CA74-7F40-857E-2E96DABE079A}"/>
              </a:ext>
            </a:extLst>
          </p:cNvPr>
          <p:cNvPicPr>
            <a:picLocks noChangeAspect="1" noChangeArrowheads="1"/>
          </p:cNvPicPr>
          <p:nvPr>
            <a:audioFile r:link="rId6"/>
            <p:extLst>
              <p:ext uri="{DAA4B4D4-6D71-4841-9C94-3DE7FCFB9230}">
                <p14:media xmlns:p14="http://schemas.microsoft.com/office/powerpoint/2010/main" r:embed="rId5"/>
              </p:ext>
            </p:extLst>
          </p:nvPr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19575" y="1501775"/>
            <a:ext cx="511175" cy="511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" name="回答问题.wav" descr="回答问题.wav">
            <a:hlinkClick r:id="" action="ppaction://media"/>
            <a:extLst>
              <a:ext uri="{FF2B5EF4-FFF2-40B4-BE49-F238E27FC236}">
                <a16:creationId xmlns:a16="http://schemas.microsoft.com/office/drawing/2014/main" id="{D499D457-AF78-D446-8AB3-CB1BD64A3FD5}"/>
              </a:ext>
            </a:extLst>
          </p:cNvPr>
          <p:cNvPicPr>
            <a:picLocks noChangeAspect="1" noChangeArrowheads="1"/>
          </p:cNvPicPr>
          <p:nvPr>
            <a:audioFile r:link="rId8"/>
            <p:extLst>
              <p:ext uri="{DAA4B4D4-6D71-4841-9C94-3DE7FCFB9230}">
                <p14:media xmlns:p14="http://schemas.microsoft.com/office/powerpoint/2010/main" r:embed="rId7"/>
              </p:ext>
            </p:extLst>
          </p:nvPr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59400" y="2536825"/>
            <a:ext cx="511175" cy="511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" name="解决问题.wav" descr="解决问题.wav">
            <a:hlinkClick r:id="" action="ppaction://media"/>
            <a:extLst>
              <a:ext uri="{FF2B5EF4-FFF2-40B4-BE49-F238E27FC236}">
                <a16:creationId xmlns:a16="http://schemas.microsoft.com/office/drawing/2014/main" id="{45EB4C81-D19E-984E-AC13-3D1CBF770CFB}"/>
              </a:ext>
            </a:extLst>
          </p:cNvPr>
          <p:cNvPicPr>
            <a:picLocks noChangeAspect="1" noChangeArrowheads="1"/>
          </p:cNvPicPr>
          <p:nvPr>
            <a:audioFile r:link="rId10"/>
            <p:extLst>
              <p:ext uri="{DAA4B4D4-6D71-4841-9C94-3DE7FCFB9230}">
                <p14:media xmlns:p14="http://schemas.microsoft.com/office/powerpoint/2010/main" r:embed="rId9"/>
              </p:ext>
            </p:extLst>
          </p:nvPr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14900" y="3022600"/>
            <a:ext cx="511175" cy="511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" name="其实，不同的问题有不同的解决办法。.wav" descr="其实，不同的问题有不同的解决办法。.wav">
            <a:hlinkClick r:id="" action="ppaction://media"/>
            <a:extLst>
              <a:ext uri="{FF2B5EF4-FFF2-40B4-BE49-F238E27FC236}">
                <a16:creationId xmlns:a16="http://schemas.microsoft.com/office/drawing/2014/main" id="{FB7B77FA-DD58-E84F-BA8A-4CDA36C00EEF}"/>
              </a:ext>
            </a:extLst>
          </p:cNvPr>
          <p:cNvPicPr>
            <a:picLocks noChangeAspect="1" noChangeArrowheads="1"/>
          </p:cNvPicPr>
          <p:nvPr>
            <a:audioFile r:link="rId12"/>
            <p:extLst>
              <p:ext uri="{DAA4B4D4-6D71-4841-9C94-3DE7FCFB9230}">
                <p14:media xmlns:p14="http://schemas.microsoft.com/office/powerpoint/2010/main" r:embed="rId11"/>
              </p:ext>
            </p:extLst>
          </p:nvPr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30750" y="3632200"/>
            <a:ext cx="511175" cy="511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" name="圆角矩形 9">
            <a:extLst>
              <a:ext uri="{FF2B5EF4-FFF2-40B4-BE49-F238E27FC236}">
                <a16:creationId xmlns:a16="http://schemas.microsoft.com/office/drawing/2014/main" id="{EBB6A3F9-B8FE-5848-957B-7F4D9DD3CBD4}"/>
              </a:ext>
            </a:extLst>
          </p:cNvPr>
          <p:cNvSpPr/>
          <p:nvPr/>
        </p:nvSpPr>
        <p:spPr>
          <a:xfrm>
            <a:off x="6346825" y="5097463"/>
            <a:ext cx="2514600" cy="598487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kumimoji="1" lang="en-US" altLang="zh-CN" dirty="0">
                <a:hlinkClick r:id="rId15" action="ppaction://hlinksldjump"/>
              </a:rPr>
              <a:t>Click to the next page</a:t>
            </a:r>
            <a:endParaRPr kumimoji="1"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900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0" dur="648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4" dur="756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8" dur="1332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22" dur="1296" fill="hold"/>
                                        <p:tgtEl>
                                          <p:spTgt spid="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26" dur="3924" fill="hold"/>
                                        <p:tgtEl>
                                          <p:spTgt spid="8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2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"/>
                </p:tgtEl>
              </p:cMediaNode>
            </p:audio>
            <p:audio>
              <p:cMediaNode vol="80000">
                <p:cTn id="28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  <p:audio>
              <p:cMediaNode vol="80000">
                <p:cTn id="29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5"/>
                </p:tgtEl>
              </p:cMediaNode>
            </p:audio>
            <p:audio>
              <p:cMediaNode vol="80000">
                <p:cTn id="30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  <p:audio>
              <p:cMediaNode vol="80000">
                <p:cTn id="31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7"/>
                </p:tgtEl>
              </p:cMediaNode>
            </p:audio>
            <p:audio>
              <p:cMediaNode vol="80000">
                <p:cTn id="32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8"/>
                </p:tgtEl>
              </p:cMediaNode>
            </p:audio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1" name="标题 1">
            <a:extLst>
              <a:ext uri="{FF2B5EF4-FFF2-40B4-BE49-F238E27FC236}">
                <a16:creationId xmlns:a16="http://schemas.microsoft.com/office/drawing/2014/main" id="{D6FF6377-0933-6749-BEE9-E21A8D31495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kumimoji="1" lang="zh-CN" altLang="en-US"/>
              <a:t>问题 </a:t>
            </a:r>
            <a:r>
              <a:rPr kumimoji="1" lang="zh-CN" altLang="zh-CN"/>
              <a:t>wèntí </a:t>
            </a:r>
            <a:endParaRPr kumimoji="1" lang="zh-CN" alt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FB76AE7-E494-8949-8634-310A35EB136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zh-CN" sz="2000" dirty="0">
                <a:solidFill>
                  <a:srgbClr val="000000"/>
                </a:solidFill>
              </a:rPr>
              <a:t>NOUN  question; problem; issue</a:t>
            </a:r>
            <a:endParaRPr lang="en" altLang="zh-CN" sz="2000" dirty="0">
              <a:solidFill>
                <a:srgbClr val="000000"/>
              </a:solidFill>
            </a:endParaRPr>
          </a:p>
          <a:p>
            <a:pPr eaLnBrk="1" hangingPunct="1">
              <a:defRPr/>
            </a:pPr>
            <a:r>
              <a:rPr lang="en-US" altLang="zh-CN" sz="2000" dirty="0">
                <a:solidFill>
                  <a:srgbClr val="000000"/>
                </a:solidFill>
              </a:rPr>
              <a:t>Collocation:</a:t>
            </a:r>
          </a:p>
          <a:p>
            <a:pPr marL="0" indent="0" eaLnBrk="1" hangingPunct="1">
              <a:buFontTx/>
              <a:buNone/>
              <a:defRPr/>
            </a:pPr>
            <a:r>
              <a:rPr lang="zh-CN" altLang="en-US" sz="2000" dirty="0">
                <a:solidFill>
                  <a:srgbClr val="000000"/>
                </a:solidFill>
              </a:rPr>
              <a:t>回答（三级） 问题</a:t>
            </a:r>
            <a:r>
              <a:rPr lang="en-US" altLang="zh-CN" sz="2000" dirty="0">
                <a:solidFill>
                  <a:srgbClr val="000000"/>
                </a:solidFill>
              </a:rPr>
              <a:t>  answer the questions</a:t>
            </a:r>
            <a:endParaRPr lang="zh-CN" altLang="en-US" sz="2000" dirty="0">
              <a:solidFill>
                <a:srgbClr val="000000"/>
              </a:solidFill>
            </a:endParaRPr>
          </a:p>
          <a:p>
            <a:pPr marL="0" indent="0" eaLnBrk="1" hangingPunct="1">
              <a:buFontTx/>
              <a:buNone/>
              <a:defRPr/>
            </a:pPr>
            <a:r>
              <a:rPr lang="zh-CN" altLang="en-US" sz="2000" dirty="0">
                <a:solidFill>
                  <a:srgbClr val="000000"/>
                </a:solidFill>
              </a:rPr>
              <a:t>解决（三级） 问题</a:t>
            </a:r>
            <a:r>
              <a:rPr lang="en-US" altLang="zh-CN" sz="2000" dirty="0">
                <a:solidFill>
                  <a:srgbClr val="000000"/>
                </a:solidFill>
              </a:rPr>
              <a:t>  solve the problem</a:t>
            </a:r>
          </a:p>
          <a:p>
            <a:pPr marL="0" indent="0" eaLnBrk="1" hangingPunct="1">
              <a:buFontTx/>
              <a:buNone/>
              <a:defRPr/>
            </a:pPr>
            <a:r>
              <a:rPr lang="en-US" altLang="zh-CN" sz="2000" dirty="0">
                <a:solidFill>
                  <a:srgbClr val="000000"/>
                </a:solidFill>
              </a:rPr>
              <a:t>Sentence:</a:t>
            </a:r>
          </a:p>
          <a:p>
            <a:pPr marL="0" indent="0" eaLnBrk="1" hangingPunct="1">
              <a:buFontTx/>
              <a:buNone/>
              <a:defRPr/>
            </a:pPr>
            <a:r>
              <a:rPr kumimoji="1" lang="zh-CN" altLang="en-US" sz="2000" dirty="0">
                <a:solidFill>
                  <a:srgbClr val="000000"/>
                </a:solidFill>
              </a:rPr>
              <a:t>其实，不同的问题有不同的解决办法。</a:t>
            </a:r>
            <a:endParaRPr kumimoji="1" lang="en-US" altLang="zh-CN" sz="2000" dirty="0">
              <a:solidFill>
                <a:srgbClr val="000000"/>
              </a:solidFill>
            </a:endParaRPr>
          </a:p>
          <a:p>
            <a:pPr marL="0" indent="0" eaLnBrk="1" hangingPunct="1">
              <a:buFontTx/>
              <a:buNone/>
              <a:defRPr/>
            </a:pPr>
            <a:r>
              <a:rPr kumimoji="1" lang="zh-CN" altLang="en-US" sz="2000" dirty="0">
                <a:solidFill>
                  <a:srgbClr val="000000"/>
                </a:solidFill>
              </a:rPr>
              <a:t>其实</a:t>
            </a:r>
            <a:r>
              <a:rPr kumimoji="1" lang="en-US" altLang="zh-CN" sz="2000" dirty="0">
                <a:solidFill>
                  <a:srgbClr val="000000"/>
                </a:solidFill>
              </a:rPr>
              <a:t>/</a:t>
            </a:r>
            <a:r>
              <a:rPr kumimoji="1" lang="en-US" altLang="zh-CN" sz="2000" dirty="0" err="1">
                <a:solidFill>
                  <a:srgbClr val="000000"/>
                </a:solidFill>
              </a:rPr>
              <a:t>qíshí</a:t>
            </a:r>
            <a:r>
              <a:rPr kumimoji="1" lang="en-US" altLang="zh-CN" sz="2000" dirty="0">
                <a:solidFill>
                  <a:srgbClr val="000000"/>
                </a:solidFill>
              </a:rPr>
              <a:t>  </a:t>
            </a:r>
            <a:r>
              <a:rPr kumimoji="1" lang="zh-CN" altLang="en-US" sz="2000" dirty="0">
                <a:solidFill>
                  <a:srgbClr val="000000"/>
                </a:solidFill>
              </a:rPr>
              <a:t>，  不同</a:t>
            </a:r>
            <a:r>
              <a:rPr kumimoji="1" lang="en-US" altLang="zh-CN" sz="2000" dirty="0">
                <a:solidFill>
                  <a:srgbClr val="000000"/>
                </a:solidFill>
              </a:rPr>
              <a:t>/</a:t>
            </a:r>
            <a:r>
              <a:rPr kumimoji="1" lang="en-US" altLang="zh-CN" sz="2000" dirty="0" err="1">
                <a:solidFill>
                  <a:srgbClr val="000000"/>
                </a:solidFill>
              </a:rPr>
              <a:t>bùtóng</a:t>
            </a:r>
            <a:r>
              <a:rPr kumimoji="1" lang="en-US" altLang="zh-CN" sz="2000" dirty="0">
                <a:solidFill>
                  <a:srgbClr val="000000"/>
                </a:solidFill>
              </a:rPr>
              <a:t>  </a:t>
            </a:r>
            <a:r>
              <a:rPr kumimoji="1" lang="zh-CN" altLang="en-US" sz="2000" dirty="0">
                <a:solidFill>
                  <a:srgbClr val="000000"/>
                </a:solidFill>
              </a:rPr>
              <a:t>的</a:t>
            </a:r>
            <a:r>
              <a:rPr kumimoji="1" lang="en-US" altLang="zh-CN" sz="2000" dirty="0">
                <a:solidFill>
                  <a:srgbClr val="000000"/>
                </a:solidFill>
              </a:rPr>
              <a:t>/de  </a:t>
            </a:r>
            <a:r>
              <a:rPr kumimoji="1" lang="zh-CN" altLang="en-US" sz="2000" dirty="0">
                <a:solidFill>
                  <a:srgbClr val="000000"/>
                </a:solidFill>
              </a:rPr>
              <a:t>问题</a:t>
            </a:r>
            <a:r>
              <a:rPr kumimoji="1" lang="en-US" altLang="zh-CN" sz="2000" dirty="0">
                <a:solidFill>
                  <a:srgbClr val="000000"/>
                </a:solidFill>
              </a:rPr>
              <a:t>/</a:t>
            </a:r>
            <a:r>
              <a:rPr kumimoji="1" lang="en-US" altLang="zh-CN" sz="2000" dirty="0" err="1">
                <a:solidFill>
                  <a:srgbClr val="000000"/>
                </a:solidFill>
              </a:rPr>
              <a:t>wèntí</a:t>
            </a:r>
            <a:r>
              <a:rPr kumimoji="1" lang="en-US" altLang="zh-CN" sz="2000" dirty="0">
                <a:solidFill>
                  <a:srgbClr val="000000"/>
                </a:solidFill>
              </a:rPr>
              <a:t>  </a:t>
            </a:r>
            <a:r>
              <a:rPr kumimoji="1" lang="zh-CN" altLang="en-US" sz="2000" dirty="0">
                <a:solidFill>
                  <a:srgbClr val="000000"/>
                </a:solidFill>
              </a:rPr>
              <a:t>有</a:t>
            </a:r>
            <a:r>
              <a:rPr kumimoji="1" lang="en-US" altLang="zh-CN" sz="2000" dirty="0">
                <a:solidFill>
                  <a:srgbClr val="000000"/>
                </a:solidFill>
              </a:rPr>
              <a:t>/</a:t>
            </a:r>
            <a:r>
              <a:rPr kumimoji="1" lang="en-US" altLang="zh-CN" sz="2000" dirty="0" err="1">
                <a:solidFill>
                  <a:srgbClr val="000000"/>
                </a:solidFill>
              </a:rPr>
              <a:t>yǒu</a:t>
            </a:r>
            <a:r>
              <a:rPr kumimoji="1" lang="en-US" altLang="zh-CN" sz="2000" dirty="0">
                <a:solidFill>
                  <a:srgbClr val="000000"/>
                </a:solidFill>
              </a:rPr>
              <a:t>  </a:t>
            </a:r>
            <a:r>
              <a:rPr kumimoji="1" lang="zh-CN" altLang="en-US" sz="2000" dirty="0">
                <a:solidFill>
                  <a:srgbClr val="000000"/>
                </a:solidFill>
              </a:rPr>
              <a:t>不同</a:t>
            </a:r>
            <a:r>
              <a:rPr kumimoji="1" lang="en-US" altLang="zh-CN" sz="2000" dirty="0">
                <a:solidFill>
                  <a:srgbClr val="000000"/>
                </a:solidFill>
              </a:rPr>
              <a:t>/</a:t>
            </a:r>
            <a:r>
              <a:rPr kumimoji="1" lang="en-US" altLang="zh-CN" sz="2000" dirty="0" err="1">
                <a:solidFill>
                  <a:srgbClr val="000000"/>
                </a:solidFill>
              </a:rPr>
              <a:t>bùtóng</a:t>
            </a:r>
            <a:r>
              <a:rPr kumimoji="1" lang="en-US" altLang="zh-CN" sz="2000" dirty="0">
                <a:solidFill>
                  <a:srgbClr val="000000"/>
                </a:solidFill>
              </a:rPr>
              <a:t>  </a:t>
            </a:r>
            <a:r>
              <a:rPr kumimoji="1" lang="zh-CN" altLang="en-US" sz="2000" dirty="0">
                <a:solidFill>
                  <a:srgbClr val="000000"/>
                </a:solidFill>
              </a:rPr>
              <a:t>的</a:t>
            </a:r>
            <a:r>
              <a:rPr kumimoji="1" lang="en-US" altLang="zh-CN" sz="2000" dirty="0">
                <a:solidFill>
                  <a:srgbClr val="000000"/>
                </a:solidFill>
              </a:rPr>
              <a:t>/de  </a:t>
            </a:r>
            <a:r>
              <a:rPr kumimoji="1" lang="zh-CN" altLang="en-US" sz="2000" dirty="0">
                <a:solidFill>
                  <a:srgbClr val="000000"/>
                </a:solidFill>
              </a:rPr>
              <a:t>解决</a:t>
            </a:r>
            <a:r>
              <a:rPr kumimoji="1" lang="en-US" altLang="zh-CN" sz="2000" dirty="0">
                <a:solidFill>
                  <a:srgbClr val="000000"/>
                </a:solidFill>
              </a:rPr>
              <a:t>/</a:t>
            </a:r>
            <a:r>
              <a:rPr kumimoji="1" lang="en-US" altLang="zh-CN" sz="2000" dirty="0" err="1">
                <a:solidFill>
                  <a:srgbClr val="000000"/>
                </a:solidFill>
              </a:rPr>
              <a:t>jiějué</a:t>
            </a:r>
            <a:r>
              <a:rPr kumimoji="1" lang="en-US" altLang="zh-CN" sz="2000" dirty="0">
                <a:solidFill>
                  <a:srgbClr val="000000"/>
                </a:solidFill>
              </a:rPr>
              <a:t>  </a:t>
            </a:r>
            <a:r>
              <a:rPr kumimoji="1" lang="zh-CN" altLang="en-US" sz="2000" dirty="0">
                <a:solidFill>
                  <a:srgbClr val="000000"/>
                </a:solidFill>
              </a:rPr>
              <a:t>办法</a:t>
            </a:r>
            <a:r>
              <a:rPr kumimoji="1" lang="en-US" altLang="zh-CN" sz="2000" dirty="0">
                <a:solidFill>
                  <a:srgbClr val="000000"/>
                </a:solidFill>
              </a:rPr>
              <a:t>/</a:t>
            </a:r>
            <a:r>
              <a:rPr kumimoji="1" lang="en-US" altLang="zh-CN" sz="2000" dirty="0" err="1">
                <a:solidFill>
                  <a:srgbClr val="000000"/>
                </a:solidFill>
              </a:rPr>
              <a:t>bànfǎ</a:t>
            </a:r>
            <a:r>
              <a:rPr kumimoji="1" lang="en-US" altLang="zh-CN" sz="2000" dirty="0">
                <a:solidFill>
                  <a:srgbClr val="000000"/>
                </a:solidFill>
              </a:rPr>
              <a:t>  </a:t>
            </a:r>
            <a:r>
              <a:rPr kumimoji="1" lang="zh-CN" altLang="en-US" sz="2000" dirty="0">
                <a:solidFill>
                  <a:srgbClr val="000000"/>
                </a:solidFill>
              </a:rPr>
              <a:t>。 </a:t>
            </a:r>
            <a:endParaRPr kumimoji="1" lang="en-US" altLang="zh-CN" sz="2000" dirty="0">
              <a:solidFill>
                <a:srgbClr val="000000"/>
              </a:solidFill>
            </a:endParaRPr>
          </a:p>
          <a:p>
            <a:pPr marL="0" indent="0" eaLnBrk="1" hangingPunct="1">
              <a:buFontTx/>
              <a:buNone/>
              <a:defRPr/>
            </a:pPr>
            <a:r>
              <a:rPr kumimoji="1" lang="en" altLang="zh-CN" sz="2000" dirty="0"/>
              <a:t>In fact, different problems have different solutions.</a:t>
            </a:r>
            <a:endParaRPr kumimoji="1" lang="zh-CN" altLang="en-US" sz="2000" dirty="0"/>
          </a:p>
        </p:txBody>
      </p:sp>
      <p:pic>
        <p:nvPicPr>
          <p:cNvPr id="2" name="问题.wav" descr="问题.wav">
            <a:hlinkClick r:id="" action="ppaction://media"/>
            <a:extLst>
              <a:ext uri="{FF2B5EF4-FFF2-40B4-BE49-F238E27FC236}">
                <a16:creationId xmlns:a16="http://schemas.microsoft.com/office/drawing/2014/main" id="{A0136E31-9D3A-5A47-BD3D-E21B941573DF}"/>
              </a:ext>
            </a:extLst>
          </p:cNvPr>
          <p:cNvPicPr>
            <a:picLocks noChangeAspect="1" noChangeArrowheads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72200" y="403225"/>
            <a:ext cx="511175" cy="511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" name="回答问题.wav" descr="回答问题.wav">
            <a:hlinkClick r:id="" action="ppaction://media"/>
            <a:extLst>
              <a:ext uri="{FF2B5EF4-FFF2-40B4-BE49-F238E27FC236}">
                <a16:creationId xmlns:a16="http://schemas.microsoft.com/office/drawing/2014/main" id="{D499D457-AF78-D446-8AB3-CB1BD64A3FD5}"/>
              </a:ext>
            </a:extLst>
          </p:cNvPr>
          <p:cNvPicPr>
            <a:picLocks noChangeAspect="1" noChangeArrowheads="1"/>
          </p:cNvPicPr>
          <p:nvPr>
            <a:audi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59400" y="1828800"/>
            <a:ext cx="511175" cy="511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" name="解决问题.wav" descr="解决问题.wav">
            <a:hlinkClick r:id="" action="ppaction://media"/>
            <a:extLst>
              <a:ext uri="{FF2B5EF4-FFF2-40B4-BE49-F238E27FC236}">
                <a16:creationId xmlns:a16="http://schemas.microsoft.com/office/drawing/2014/main" id="{45EB4C81-D19E-984E-AC13-3D1CBF770CFB}"/>
              </a:ext>
            </a:extLst>
          </p:cNvPr>
          <p:cNvPicPr>
            <a:picLocks noChangeAspect="1" noChangeArrowheads="1"/>
          </p:cNvPicPr>
          <p:nvPr>
            <a:audioFile r:link="rId6"/>
            <p:extLst>
              <p:ext uri="{DAA4B4D4-6D71-4841-9C94-3DE7FCFB9230}">
                <p14:media xmlns:p14="http://schemas.microsoft.com/office/powerpoint/2010/main" r:embed="rId5"/>
              </p:ext>
            </p:extLst>
          </p:nvPr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14900" y="2314575"/>
            <a:ext cx="511175" cy="511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" name="其实，不同的问题有不同的解决办法。.wav" descr="其实，不同的问题有不同的解决办法。.wav">
            <a:hlinkClick r:id="" action="ppaction://media"/>
            <a:extLst>
              <a:ext uri="{FF2B5EF4-FFF2-40B4-BE49-F238E27FC236}">
                <a16:creationId xmlns:a16="http://schemas.microsoft.com/office/drawing/2014/main" id="{FB7B77FA-DD58-E84F-BA8A-4CDA36C00EEF}"/>
              </a:ext>
            </a:extLst>
          </p:cNvPr>
          <p:cNvPicPr>
            <a:picLocks noChangeAspect="1" noChangeArrowheads="1"/>
          </p:cNvPicPr>
          <p:nvPr>
            <a:audioFile r:link="rId8"/>
            <p:extLst>
              <p:ext uri="{DAA4B4D4-6D71-4841-9C94-3DE7FCFB9230}">
                <p14:media xmlns:p14="http://schemas.microsoft.com/office/powerpoint/2010/main" r:embed="rId7"/>
              </p:ext>
            </p:extLst>
          </p:nvPr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30750" y="2924175"/>
            <a:ext cx="511175" cy="511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" name="圆角矩形 9">
            <a:extLst>
              <a:ext uri="{FF2B5EF4-FFF2-40B4-BE49-F238E27FC236}">
                <a16:creationId xmlns:a16="http://schemas.microsoft.com/office/drawing/2014/main" id="{C2C3286A-71A6-B54E-8DA3-3F41E5A2A15B}"/>
              </a:ext>
            </a:extLst>
          </p:cNvPr>
          <p:cNvSpPr/>
          <p:nvPr/>
        </p:nvSpPr>
        <p:spPr>
          <a:xfrm>
            <a:off x="6346825" y="5097463"/>
            <a:ext cx="2514600" cy="598487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kumimoji="1" lang="en-US" altLang="zh-CN" dirty="0">
                <a:hlinkClick r:id="rId11" action="ppaction://hlinksldjump"/>
              </a:rPr>
              <a:t>Click to the next page</a:t>
            </a:r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9493022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900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0" dur="1332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4" dur="1296" fill="hold"/>
                                        <p:tgtEl>
                                          <p:spTgt spid="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8" dur="3924" fill="hold"/>
                                        <p:tgtEl>
                                          <p:spTgt spid="8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19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"/>
                </p:tgtEl>
              </p:cMediaNode>
            </p:audio>
            <p:audio>
              <p:cMediaNode vol="80000">
                <p:cTn id="20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  <p:audio>
              <p:cMediaNode vol="80000">
                <p:cTn id="21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7"/>
                </p:tgtEl>
              </p:cMediaNode>
            </p:audio>
            <p:audio>
              <p:cMediaNode vol="80000">
                <p:cTn id="22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8"/>
                </p:tgtEl>
              </p:cMediaNode>
            </p:audio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1" name="标题 1">
            <a:extLst>
              <a:ext uri="{FF2B5EF4-FFF2-40B4-BE49-F238E27FC236}">
                <a16:creationId xmlns:a16="http://schemas.microsoft.com/office/drawing/2014/main" id="{D6FF6377-0933-6749-BEE9-E21A8D31495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kumimoji="1" lang="zh-CN" altLang="en-US"/>
              <a:t>问题 </a:t>
            </a:r>
            <a:r>
              <a:rPr kumimoji="1" lang="zh-CN" altLang="zh-CN"/>
              <a:t>wèntí </a:t>
            </a:r>
            <a:endParaRPr kumimoji="1" lang="zh-CN" alt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FB76AE7-E494-8949-8634-310A35EB136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zh-CN" sz="2000" dirty="0">
                <a:solidFill>
                  <a:srgbClr val="000000"/>
                </a:solidFill>
              </a:rPr>
              <a:t>Collocation:</a:t>
            </a:r>
          </a:p>
          <a:p>
            <a:pPr marL="0" indent="0" eaLnBrk="1" hangingPunct="1">
              <a:buFontTx/>
              <a:buNone/>
              <a:defRPr/>
            </a:pPr>
            <a:r>
              <a:rPr lang="zh-CN" altLang="en-US" sz="2000" dirty="0">
                <a:solidFill>
                  <a:srgbClr val="000000"/>
                </a:solidFill>
              </a:rPr>
              <a:t>回答（三级） 问题</a:t>
            </a:r>
            <a:r>
              <a:rPr lang="en-US" altLang="zh-CN" sz="2000" dirty="0">
                <a:solidFill>
                  <a:srgbClr val="000000"/>
                </a:solidFill>
              </a:rPr>
              <a:t>  answer the questions</a:t>
            </a:r>
            <a:endParaRPr lang="zh-CN" altLang="en-US" sz="2000" dirty="0">
              <a:solidFill>
                <a:srgbClr val="000000"/>
              </a:solidFill>
            </a:endParaRPr>
          </a:p>
          <a:p>
            <a:pPr marL="0" indent="0" eaLnBrk="1" hangingPunct="1">
              <a:buFontTx/>
              <a:buNone/>
              <a:defRPr/>
            </a:pPr>
            <a:r>
              <a:rPr lang="zh-CN" altLang="en-US" sz="2000" dirty="0">
                <a:solidFill>
                  <a:srgbClr val="000000"/>
                </a:solidFill>
              </a:rPr>
              <a:t>解决（三级） 问题</a:t>
            </a:r>
            <a:r>
              <a:rPr lang="en-US" altLang="zh-CN" sz="2000" dirty="0">
                <a:solidFill>
                  <a:srgbClr val="000000"/>
                </a:solidFill>
              </a:rPr>
              <a:t>  solve the problem</a:t>
            </a:r>
          </a:p>
          <a:p>
            <a:pPr marL="0" indent="0" eaLnBrk="1" hangingPunct="1">
              <a:buFontTx/>
              <a:buNone/>
              <a:defRPr/>
            </a:pPr>
            <a:r>
              <a:rPr lang="en-US" altLang="zh-CN" sz="2000" dirty="0">
                <a:solidFill>
                  <a:srgbClr val="000000"/>
                </a:solidFill>
              </a:rPr>
              <a:t>Sentence:</a:t>
            </a:r>
          </a:p>
          <a:p>
            <a:pPr marL="0" indent="0" eaLnBrk="1" hangingPunct="1">
              <a:buFontTx/>
              <a:buNone/>
              <a:defRPr/>
            </a:pPr>
            <a:r>
              <a:rPr kumimoji="1" lang="zh-CN" altLang="en-US" sz="2000" dirty="0">
                <a:solidFill>
                  <a:srgbClr val="000000"/>
                </a:solidFill>
              </a:rPr>
              <a:t>其实，不同的问题有不同的解决办法。</a:t>
            </a:r>
            <a:endParaRPr kumimoji="1" lang="en-US" altLang="zh-CN" sz="2000" dirty="0">
              <a:solidFill>
                <a:srgbClr val="000000"/>
              </a:solidFill>
            </a:endParaRPr>
          </a:p>
          <a:p>
            <a:pPr marL="0" indent="0" eaLnBrk="1" hangingPunct="1">
              <a:buFontTx/>
              <a:buNone/>
              <a:defRPr/>
            </a:pPr>
            <a:r>
              <a:rPr kumimoji="1" lang="zh-CN" altLang="en-US" sz="2000" dirty="0">
                <a:solidFill>
                  <a:srgbClr val="000000"/>
                </a:solidFill>
              </a:rPr>
              <a:t>其实</a:t>
            </a:r>
            <a:r>
              <a:rPr kumimoji="1" lang="en-US" altLang="zh-CN" sz="2000" dirty="0">
                <a:solidFill>
                  <a:srgbClr val="000000"/>
                </a:solidFill>
              </a:rPr>
              <a:t>/</a:t>
            </a:r>
            <a:r>
              <a:rPr kumimoji="1" lang="en-US" altLang="zh-CN" sz="2000" dirty="0" err="1">
                <a:solidFill>
                  <a:srgbClr val="000000"/>
                </a:solidFill>
              </a:rPr>
              <a:t>qíshí</a:t>
            </a:r>
            <a:r>
              <a:rPr kumimoji="1" lang="en-US" altLang="zh-CN" sz="2000" dirty="0">
                <a:solidFill>
                  <a:srgbClr val="000000"/>
                </a:solidFill>
              </a:rPr>
              <a:t>  </a:t>
            </a:r>
            <a:r>
              <a:rPr kumimoji="1" lang="zh-CN" altLang="en-US" sz="2000" dirty="0">
                <a:solidFill>
                  <a:srgbClr val="000000"/>
                </a:solidFill>
              </a:rPr>
              <a:t>，  不同</a:t>
            </a:r>
            <a:r>
              <a:rPr kumimoji="1" lang="en-US" altLang="zh-CN" sz="2000" dirty="0">
                <a:solidFill>
                  <a:srgbClr val="000000"/>
                </a:solidFill>
              </a:rPr>
              <a:t>/</a:t>
            </a:r>
            <a:r>
              <a:rPr kumimoji="1" lang="en-US" altLang="zh-CN" sz="2000" dirty="0" err="1">
                <a:solidFill>
                  <a:srgbClr val="000000"/>
                </a:solidFill>
              </a:rPr>
              <a:t>bùtóng</a:t>
            </a:r>
            <a:r>
              <a:rPr kumimoji="1" lang="en-US" altLang="zh-CN" sz="2000" dirty="0">
                <a:solidFill>
                  <a:srgbClr val="000000"/>
                </a:solidFill>
              </a:rPr>
              <a:t>  </a:t>
            </a:r>
            <a:r>
              <a:rPr kumimoji="1" lang="zh-CN" altLang="en-US" sz="2000" dirty="0">
                <a:solidFill>
                  <a:srgbClr val="000000"/>
                </a:solidFill>
              </a:rPr>
              <a:t>的</a:t>
            </a:r>
            <a:r>
              <a:rPr kumimoji="1" lang="en-US" altLang="zh-CN" sz="2000" dirty="0">
                <a:solidFill>
                  <a:srgbClr val="000000"/>
                </a:solidFill>
              </a:rPr>
              <a:t>/de  </a:t>
            </a:r>
            <a:r>
              <a:rPr kumimoji="1" lang="zh-CN" altLang="en-US" sz="2000" dirty="0">
                <a:solidFill>
                  <a:srgbClr val="000000"/>
                </a:solidFill>
              </a:rPr>
              <a:t>问题</a:t>
            </a:r>
            <a:r>
              <a:rPr kumimoji="1" lang="en-US" altLang="zh-CN" sz="2000" dirty="0">
                <a:solidFill>
                  <a:srgbClr val="000000"/>
                </a:solidFill>
              </a:rPr>
              <a:t>/</a:t>
            </a:r>
            <a:r>
              <a:rPr kumimoji="1" lang="en-US" altLang="zh-CN" sz="2000" dirty="0" err="1">
                <a:solidFill>
                  <a:srgbClr val="000000"/>
                </a:solidFill>
              </a:rPr>
              <a:t>wèntí</a:t>
            </a:r>
            <a:r>
              <a:rPr kumimoji="1" lang="en-US" altLang="zh-CN" sz="2000" dirty="0">
                <a:solidFill>
                  <a:srgbClr val="000000"/>
                </a:solidFill>
              </a:rPr>
              <a:t>  </a:t>
            </a:r>
            <a:r>
              <a:rPr kumimoji="1" lang="zh-CN" altLang="en-US" sz="2000" dirty="0">
                <a:solidFill>
                  <a:srgbClr val="000000"/>
                </a:solidFill>
              </a:rPr>
              <a:t>有</a:t>
            </a:r>
            <a:r>
              <a:rPr kumimoji="1" lang="en-US" altLang="zh-CN" sz="2000" dirty="0">
                <a:solidFill>
                  <a:srgbClr val="000000"/>
                </a:solidFill>
              </a:rPr>
              <a:t>/</a:t>
            </a:r>
            <a:r>
              <a:rPr kumimoji="1" lang="en-US" altLang="zh-CN" sz="2000" dirty="0" err="1">
                <a:solidFill>
                  <a:srgbClr val="000000"/>
                </a:solidFill>
              </a:rPr>
              <a:t>yǒu</a:t>
            </a:r>
            <a:r>
              <a:rPr kumimoji="1" lang="en-US" altLang="zh-CN" sz="2000" dirty="0">
                <a:solidFill>
                  <a:srgbClr val="000000"/>
                </a:solidFill>
              </a:rPr>
              <a:t>  </a:t>
            </a:r>
            <a:r>
              <a:rPr kumimoji="1" lang="zh-CN" altLang="en-US" sz="2000" dirty="0">
                <a:solidFill>
                  <a:srgbClr val="000000"/>
                </a:solidFill>
              </a:rPr>
              <a:t>不同</a:t>
            </a:r>
            <a:r>
              <a:rPr kumimoji="1" lang="en-US" altLang="zh-CN" sz="2000" dirty="0">
                <a:solidFill>
                  <a:srgbClr val="000000"/>
                </a:solidFill>
              </a:rPr>
              <a:t>/</a:t>
            </a:r>
            <a:r>
              <a:rPr kumimoji="1" lang="en-US" altLang="zh-CN" sz="2000" dirty="0" err="1">
                <a:solidFill>
                  <a:srgbClr val="000000"/>
                </a:solidFill>
              </a:rPr>
              <a:t>bùtóng</a:t>
            </a:r>
            <a:r>
              <a:rPr kumimoji="1" lang="en-US" altLang="zh-CN" sz="2000" dirty="0">
                <a:solidFill>
                  <a:srgbClr val="000000"/>
                </a:solidFill>
              </a:rPr>
              <a:t>  </a:t>
            </a:r>
            <a:r>
              <a:rPr kumimoji="1" lang="zh-CN" altLang="en-US" sz="2000" dirty="0">
                <a:solidFill>
                  <a:srgbClr val="000000"/>
                </a:solidFill>
              </a:rPr>
              <a:t>的</a:t>
            </a:r>
            <a:r>
              <a:rPr kumimoji="1" lang="en-US" altLang="zh-CN" sz="2000" dirty="0">
                <a:solidFill>
                  <a:srgbClr val="000000"/>
                </a:solidFill>
              </a:rPr>
              <a:t>/de  </a:t>
            </a:r>
            <a:r>
              <a:rPr kumimoji="1" lang="zh-CN" altLang="en-US" sz="2000" dirty="0">
                <a:solidFill>
                  <a:srgbClr val="000000"/>
                </a:solidFill>
              </a:rPr>
              <a:t>解决</a:t>
            </a:r>
            <a:r>
              <a:rPr kumimoji="1" lang="en-US" altLang="zh-CN" sz="2000" dirty="0">
                <a:solidFill>
                  <a:srgbClr val="000000"/>
                </a:solidFill>
              </a:rPr>
              <a:t>/</a:t>
            </a:r>
            <a:r>
              <a:rPr kumimoji="1" lang="en-US" altLang="zh-CN" sz="2000" dirty="0" err="1">
                <a:solidFill>
                  <a:srgbClr val="000000"/>
                </a:solidFill>
              </a:rPr>
              <a:t>jiějué</a:t>
            </a:r>
            <a:r>
              <a:rPr kumimoji="1" lang="en-US" altLang="zh-CN" sz="2000" dirty="0">
                <a:solidFill>
                  <a:srgbClr val="000000"/>
                </a:solidFill>
              </a:rPr>
              <a:t>  </a:t>
            </a:r>
            <a:r>
              <a:rPr kumimoji="1" lang="zh-CN" altLang="en-US" sz="2000" dirty="0">
                <a:solidFill>
                  <a:srgbClr val="000000"/>
                </a:solidFill>
              </a:rPr>
              <a:t>办法</a:t>
            </a:r>
            <a:r>
              <a:rPr kumimoji="1" lang="en-US" altLang="zh-CN" sz="2000" dirty="0">
                <a:solidFill>
                  <a:srgbClr val="000000"/>
                </a:solidFill>
              </a:rPr>
              <a:t>/</a:t>
            </a:r>
            <a:r>
              <a:rPr kumimoji="1" lang="en-US" altLang="zh-CN" sz="2000" dirty="0" err="1">
                <a:solidFill>
                  <a:srgbClr val="000000"/>
                </a:solidFill>
              </a:rPr>
              <a:t>bànfǎ</a:t>
            </a:r>
            <a:r>
              <a:rPr kumimoji="1" lang="en-US" altLang="zh-CN" sz="2000" dirty="0">
                <a:solidFill>
                  <a:srgbClr val="000000"/>
                </a:solidFill>
              </a:rPr>
              <a:t>  </a:t>
            </a:r>
            <a:r>
              <a:rPr kumimoji="1" lang="zh-CN" altLang="en-US" sz="2000" dirty="0">
                <a:solidFill>
                  <a:srgbClr val="000000"/>
                </a:solidFill>
              </a:rPr>
              <a:t>。 </a:t>
            </a:r>
            <a:endParaRPr kumimoji="1" lang="en-US" altLang="zh-CN" sz="2000" dirty="0">
              <a:solidFill>
                <a:srgbClr val="000000"/>
              </a:solidFill>
            </a:endParaRPr>
          </a:p>
          <a:p>
            <a:pPr marL="0" indent="0" eaLnBrk="1" hangingPunct="1">
              <a:buFontTx/>
              <a:buNone/>
              <a:defRPr/>
            </a:pPr>
            <a:r>
              <a:rPr kumimoji="1" lang="en" altLang="zh-CN" sz="2000" dirty="0"/>
              <a:t>In fact, different problems have different solutions.</a:t>
            </a:r>
            <a:endParaRPr kumimoji="1" lang="zh-CN" altLang="en-US" sz="2000" dirty="0"/>
          </a:p>
        </p:txBody>
      </p:sp>
      <p:pic>
        <p:nvPicPr>
          <p:cNvPr id="2" name="问题.wav" descr="问题.wav">
            <a:hlinkClick r:id="" action="ppaction://media"/>
            <a:extLst>
              <a:ext uri="{FF2B5EF4-FFF2-40B4-BE49-F238E27FC236}">
                <a16:creationId xmlns:a16="http://schemas.microsoft.com/office/drawing/2014/main" id="{A0136E31-9D3A-5A47-BD3D-E21B941573DF}"/>
              </a:ext>
            </a:extLst>
          </p:cNvPr>
          <p:cNvPicPr>
            <a:picLocks noChangeAspect="1" noChangeArrowheads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72200" y="403225"/>
            <a:ext cx="511175" cy="511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" name="回答问题.wav" descr="回答问题.wav">
            <a:hlinkClick r:id="" action="ppaction://media"/>
            <a:extLst>
              <a:ext uri="{FF2B5EF4-FFF2-40B4-BE49-F238E27FC236}">
                <a16:creationId xmlns:a16="http://schemas.microsoft.com/office/drawing/2014/main" id="{D499D457-AF78-D446-8AB3-CB1BD64A3FD5}"/>
              </a:ext>
            </a:extLst>
          </p:cNvPr>
          <p:cNvPicPr>
            <a:picLocks noChangeAspect="1" noChangeArrowheads="1"/>
          </p:cNvPicPr>
          <p:nvPr>
            <a:audi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59400" y="1447800"/>
            <a:ext cx="511175" cy="511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" name="解决问题.wav" descr="解决问题.wav">
            <a:hlinkClick r:id="" action="ppaction://media"/>
            <a:extLst>
              <a:ext uri="{FF2B5EF4-FFF2-40B4-BE49-F238E27FC236}">
                <a16:creationId xmlns:a16="http://schemas.microsoft.com/office/drawing/2014/main" id="{45EB4C81-D19E-984E-AC13-3D1CBF770CFB}"/>
              </a:ext>
            </a:extLst>
          </p:cNvPr>
          <p:cNvPicPr>
            <a:picLocks noChangeAspect="1" noChangeArrowheads="1"/>
          </p:cNvPicPr>
          <p:nvPr>
            <a:audioFile r:link="rId6"/>
            <p:extLst>
              <p:ext uri="{DAA4B4D4-6D71-4841-9C94-3DE7FCFB9230}">
                <p14:media xmlns:p14="http://schemas.microsoft.com/office/powerpoint/2010/main" r:embed="rId5"/>
              </p:ext>
            </p:extLst>
          </p:nvPr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14900" y="1933575"/>
            <a:ext cx="511175" cy="511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" name="其实，不同的问题有不同的解决办法。.wav" descr="其实，不同的问题有不同的解决办法。.wav">
            <a:hlinkClick r:id="" action="ppaction://media"/>
            <a:extLst>
              <a:ext uri="{FF2B5EF4-FFF2-40B4-BE49-F238E27FC236}">
                <a16:creationId xmlns:a16="http://schemas.microsoft.com/office/drawing/2014/main" id="{FB7B77FA-DD58-E84F-BA8A-4CDA36C00EEF}"/>
              </a:ext>
            </a:extLst>
          </p:cNvPr>
          <p:cNvPicPr>
            <a:picLocks noChangeAspect="1" noChangeArrowheads="1"/>
          </p:cNvPicPr>
          <p:nvPr>
            <a:audioFile r:link="rId8"/>
            <p:extLst>
              <p:ext uri="{DAA4B4D4-6D71-4841-9C94-3DE7FCFB9230}">
                <p14:media xmlns:p14="http://schemas.microsoft.com/office/powerpoint/2010/main" r:embed="rId7"/>
              </p:ext>
            </p:extLst>
          </p:nvPr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30750" y="2543175"/>
            <a:ext cx="511175" cy="511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" name="圆角矩形 9">
            <a:extLst>
              <a:ext uri="{FF2B5EF4-FFF2-40B4-BE49-F238E27FC236}">
                <a16:creationId xmlns:a16="http://schemas.microsoft.com/office/drawing/2014/main" id="{A4A086E3-5164-2F47-9B69-BAE55D26FEA0}"/>
              </a:ext>
            </a:extLst>
          </p:cNvPr>
          <p:cNvSpPr/>
          <p:nvPr/>
        </p:nvSpPr>
        <p:spPr>
          <a:xfrm>
            <a:off x="6346825" y="5097463"/>
            <a:ext cx="2514600" cy="598487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kumimoji="1" lang="en-US" altLang="zh-CN" dirty="0">
                <a:hlinkClick r:id="rId11" action="ppaction://hlinksldjump"/>
              </a:rPr>
              <a:t>Click to the next page</a:t>
            </a:r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1150944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900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0" dur="1332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4" dur="1296" fill="hold"/>
                                        <p:tgtEl>
                                          <p:spTgt spid="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8" dur="3924" fill="hold"/>
                                        <p:tgtEl>
                                          <p:spTgt spid="8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19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"/>
                </p:tgtEl>
              </p:cMediaNode>
            </p:audio>
            <p:audio>
              <p:cMediaNode vol="80000">
                <p:cTn id="20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  <p:audio>
              <p:cMediaNode vol="80000">
                <p:cTn id="21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7"/>
                </p:tgtEl>
              </p:cMediaNode>
            </p:audio>
            <p:audio>
              <p:cMediaNode vol="80000">
                <p:cTn id="22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8"/>
                </p:tgtEl>
              </p:cMediaNode>
            </p:audio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1" name="标题 1">
            <a:extLst>
              <a:ext uri="{FF2B5EF4-FFF2-40B4-BE49-F238E27FC236}">
                <a16:creationId xmlns:a16="http://schemas.microsoft.com/office/drawing/2014/main" id="{D6FF6377-0933-6749-BEE9-E21A8D31495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kumimoji="1" lang="zh-CN" altLang="en-US"/>
              <a:t>问题 </a:t>
            </a:r>
            <a:r>
              <a:rPr kumimoji="1" lang="zh-CN" altLang="zh-CN"/>
              <a:t>wèntí </a:t>
            </a:r>
            <a:endParaRPr kumimoji="1" lang="zh-CN" alt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FB76AE7-E494-8949-8634-310A35EB136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eaLnBrk="1" hangingPunct="1">
              <a:buFontTx/>
              <a:buNone/>
              <a:defRPr/>
            </a:pPr>
            <a:r>
              <a:rPr lang="en-US" altLang="zh-CN" sz="2000" dirty="0">
                <a:solidFill>
                  <a:srgbClr val="000000"/>
                </a:solidFill>
              </a:rPr>
              <a:t>Sentence:</a:t>
            </a:r>
          </a:p>
          <a:p>
            <a:pPr marL="0" indent="0" eaLnBrk="1" hangingPunct="1">
              <a:buFontTx/>
              <a:buNone/>
              <a:defRPr/>
            </a:pPr>
            <a:r>
              <a:rPr kumimoji="1" lang="zh-CN" altLang="en-US" sz="2000" dirty="0">
                <a:solidFill>
                  <a:srgbClr val="000000"/>
                </a:solidFill>
              </a:rPr>
              <a:t>其实，不同的问题有不同的解决办法。</a:t>
            </a:r>
            <a:endParaRPr kumimoji="1" lang="en-US" altLang="zh-CN" sz="2000" dirty="0">
              <a:solidFill>
                <a:srgbClr val="000000"/>
              </a:solidFill>
            </a:endParaRPr>
          </a:p>
          <a:p>
            <a:pPr marL="0" indent="0" eaLnBrk="1" hangingPunct="1">
              <a:buFontTx/>
              <a:buNone/>
              <a:defRPr/>
            </a:pPr>
            <a:r>
              <a:rPr kumimoji="1" lang="zh-CN" altLang="en-US" sz="2000" dirty="0">
                <a:solidFill>
                  <a:srgbClr val="000000"/>
                </a:solidFill>
              </a:rPr>
              <a:t>其实</a:t>
            </a:r>
            <a:r>
              <a:rPr kumimoji="1" lang="en-US" altLang="zh-CN" sz="2000" dirty="0">
                <a:solidFill>
                  <a:srgbClr val="000000"/>
                </a:solidFill>
              </a:rPr>
              <a:t>/</a:t>
            </a:r>
            <a:r>
              <a:rPr kumimoji="1" lang="en-US" altLang="zh-CN" sz="2000" dirty="0" err="1">
                <a:solidFill>
                  <a:srgbClr val="000000"/>
                </a:solidFill>
              </a:rPr>
              <a:t>qíshí</a:t>
            </a:r>
            <a:r>
              <a:rPr kumimoji="1" lang="en-US" altLang="zh-CN" sz="2000" dirty="0">
                <a:solidFill>
                  <a:srgbClr val="000000"/>
                </a:solidFill>
              </a:rPr>
              <a:t>  </a:t>
            </a:r>
            <a:r>
              <a:rPr kumimoji="1" lang="zh-CN" altLang="en-US" sz="2000" dirty="0">
                <a:solidFill>
                  <a:srgbClr val="000000"/>
                </a:solidFill>
              </a:rPr>
              <a:t>，  不同</a:t>
            </a:r>
            <a:r>
              <a:rPr kumimoji="1" lang="en-US" altLang="zh-CN" sz="2000" dirty="0">
                <a:solidFill>
                  <a:srgbClr val="000000"/>
                </a:solidFill>
              </a:rPr>
              <a:t>/</a:t>
            </a:r>
            <a:r>
              <a:rPr kumimoji="1" lang="en-US" altLang="zh-CN" sz="2000" dirty="0" err="1">
                <a:solidFill>
                  <a:srgbClr val="000000"/>
                </a:solidFill>
              </a:rPr>
              <a:t>bùtóng</a:t>
            </a:r>
            <a:r>
              <a:rPr kumimoji="1" lang="en-US" altLang="zh-CN" sz="2000" dirty="0">
                <a:solidFill>
                  <a:srgbClr val="000000"/>
                </a:solidFill>
              </a:rPr>
              <a:t>  </a:t>
            </a:r>
            <a:r>
              <a:rPr kumimoji="1" lang="zh-CN" altLang="en-US" sz="2000" dirty="0">
                <a:solidFill>
                  <a:srgbClr val="000000"/>
                </a:solidFill>
              </a:rPr>
              <a:t>的</a:t>
            </a:r>
            <a:r>
              <a:rPr kumimoji="1" lang="en-US" altLang="zh-CN" sz="2000" dirty="0">
                <a:solidFill>
                  <a:srgbClr val="000000"/>
                </a:solidFill>
              </a:rPr>
              <a:t>/de  </a:t>
            </a:r>
            <a:r>
              <a:rPr kumimoji="1" lang="zh-CN" altLang="en-US" sz="2000" dirty="0">
                <a:solidFill>
                  <a:srgbClr val="000000"/>
                </a:solidFill>
              </a:rPr>
              <a:t>问题</a:t>
            </a:r>
            <a:r>
              <a:rPr kumimoji="1" lang="en-US" altLang="zh-CN" sz="2000" dirty="0">
                <a:solidFill>
                  <a:srgbClr val="000000"/>
                </a:solidFill>
              </a:rPr>
              <a:t>/</a:t>
            </a:r>
            <a:r>
              <a:rPr kumimoji="1" lang="en-US" altLang="zh-CN" sz="2000" dirty="0" err="1">
                <a:solidFill>
                  <a:srgbClr val="000000"/>
                </a:solidFill>
              </a:rPr>
              <a:t>wèntí</a:t>
            </a:r>
            <a:r>
              <a:rPr kumimoji="1" lang="en-US" altLang="zh-CN" sz="2000" dirty="0">
                <a:solidFill>
                  <a:srgbClr val="000000"/>
                </a:solidFill>
              </a:rPr>
              <a:t>  </a:t>
            </a:r>
            <a:r>
              <a:rPr kumimoji="1" lang="zh-CN" altLang="en-US" sz="2000" dirty="0">
                <a:solidFill>
                  <a:srgbClr val="000000"/>
                </a:solidFill>
              </a:rPr>
              <a:t>有</a:t>
            </a:r>
            <a:r>
              <a:rPr kumimoji="1" lang="en-US" altLang="zh-CN" sz="2000" dirty="0">
                <a:solidFill>
                  <a:srgbClr val="000000"/>
                </a:solidFill>
              </a:rPr>
              <a:t>/</a:t>
            </a:r>
            <a:r>
              <a:rPr kumimoji="1" lang="en-US" altLang="zh-CN" sz="2000" dirty="0" err="1">
                <a:solidFill>
                  <a:srgbClr val="000000"/>
                </a:solidFill>
              </a:rPr>
              <a:t>yǒu</a:t>
            </a:r>
            <a:r>
              <a:rPr kumimoji="1" lang="en-US" altLang="zh-CN" sz="2000" dirty="0">
                <a:solidFill>
                  <a:srgbClr val="000000"/>
                </a:solidFill>
              </a:rPr>
              <a:t>  </a:t>
            </a:r>
            <a:r>
              <a:rPr kumimoji="1" lang="zh-CN" altLang="en-US" sz="2000" dirty="0">
                <a:solidFill>
                  <a:srgbClr val="000000"/>
                </a:solidFill>
              </a:rPr>
              <a:t>不同</a:t>
            </a:r>
            <a:r>
              <a:rPr kumimoji="1" lang="en-US" altLang="zh-CN" sz="2000" dirty="0">
                <a:solidFill>
                  <a:srgbClr val="000000"/>
                </a:solidFill>
              </a:rPr>
              <a:t>/</a:t>
            </a:r>
            <a:r>
              <a:rPr kumimoji="1" lang="en-US" altLang="zh-CN" sz="2000" dirty="0" err="1">
                <a:solidFill>
                  <a:srgbClr val="000000"/>
                </a:solidFill>
              </a:rPr>
              <a:t>bùtóng</a:t>
            </a:r>
            <a:r>
              <a:rPr kumimoji="1" lang="en-US" altLang="zh-CN" sz="2000" dirty="0">
                <a:solidFill>
                  <a:srgbClr val="000000"/>
                </a:solidFill>
              </a:rPr>
              <a:t>  </a:t>
            </a:r>
            <a:r>
              <a:rPr kumimoji="1" lang="zh-CN" altLang="en-US" sz="2000" dirty="0">
                <a:solidFill>
                  <a:srgbClr val="000000"/>
                </a:solidFill>
              </a:rPr>
              <a:t>的</a:t>
            </a:r>
            <a:r>
              <a:rPr kumimoji="1" lang="en-US" altLang="zh-CN" sz="2000" dirty="0">
                <a:solidFill>
                  <a:srgbClr val="000000"/>
                </a:solidFill>
              </a:rPr>
              <a:t>/de  </a:t>
            </a:r>
            <a:r>
              <a:rPr kumimoji="1" lang="zh-CN" altLang="en-US" sz="2000" dirty="0">
                <a:solidFill>
                  <a:srgbClr val="000000"/>
                </a:solidFill>
              </a:rPr>
              <a:t>解决</a:t>
            </a:r>
            <a:r>
              <a:rPr kumimoji="1" lang="en-US" altLang="zh-CN" sz="2000" dirty="0">
                <a:solidFill>
                  <a:srgbClr val="000000"/>
                </a:solidFill>
              </a:rPr>
              <a:t>/</a:t>
            </a:r>
            <a:r>
              <a:rPr kumimoji="1" lang="en-US" altLang="zh-CN" sz="2000" dirty="0" err="1">
                <a:solidFill>
                  <a:srgbClr val="000000"/>
                </a:solidFill>
              </a:rPr>
              <a:t>jiějué</a:t>
            </a:r>
            <a:r>
              <a:rPr kumimoji="1" lang="en-US" altLang="zh-CN" sz="2000" dirty="0">
                <a:solidFill>
                  <a:srgbClr val="000000"/>
                </a:solidFill>
              </a:rPr>
              <a:t>  </a:t>
            </a:r>
            <a:r>
              <a:rPr kumimoji="1" lang="zh-CN" altLang="en-US" sz="2000" dirty="0">
                <a:solidFill>
                  <a:srgbClr val="000000"/>
                </a:solidFill>
              </a:rPr>
              <a:t>办法</a:t>
            </a:r>
            <a:r>
              <a:rPr kumimoji="1" lang="en-US" altLang="zh-CN" sz="2000" dirty="0">
                <a:solidFill>
                  <a:srgbClr val="000000"/>
                </a:solidFill>
              </a:rPr>
              <a:t>/</a:t>
            </a:r>
            <a:r>
              <a:rPr kumimoji="1" lang="en-US" altLang="zh-CN" sz="2000" dirty="0" err="1">
                <a:solidFill>
                  <a:srgbClr val="000000"/>
                </a:solidFill>
              </a:rPr>
              <a:t>bànfǎ</a:t>
            </a:r>
            <a:r>
              <a:rPr kumimoji="1" lang="en-US" altLang="zh-CN" sz="2000" dirty="0">
                <a:solidFill>
                  <a:srgbClr val="000000"/>
                </a:solidFill>
              </a:rPr>
              <a:t>  </a:t>
            </a:r>
            <a:r>
              <a:rPr kumimoji="1" lang="zh-CN" altLang="en-US" sz="2000" dirty="0">
                <a:solidFill>
                  <a:srgbClr val="000000"/>
                </a:solidFill>
              </a:rPr>
              <a:t>。 </a:t>
            </a:r>
            <a:endParaRPr kumimoji="1" lang="en-US" altLang="zh-CN" sz="2000" dirty="0">
              <a:solidFill>
                <a:srgbClr val="000000"/>
              </a:solidFill>
            </a:endParaRPr>
          </a:p>
          <a:p>
            <a:pPr marL="0" indent="0" eaLnBrk="1" hangingPunct="1">
              <a:buFontTx/>
              <a:buNone/>
              <a:defRPr/>
            </a:pPr>
            <a:r>
              <a:rPr kumimoji="1" lang="en" altLang="zh-CN" sz="2000" dirty="0"/>
              <a:t>In fact, different problems have different solutions.</a:t>
            </a:r>
            <a:endParaRPr kumimoji="1" lang="zh-CN" altLang="en-US" sz="2000" dirty="0"/>
          </a:p>
        </p:txBody>
      </p:sp>
      <p:pic>
        <p:nvPicPr>
          <p:cNvPr id="2" name="问题.wav" descr="问题.wav">
            <a:hlinkClick r:id="" action="ppaction://media"/>
            <a:extLst>
              <a:ext uri="{FF2B5EF4-FFF2-40B4-BE49-F238E27FC236}">
                <a16:creationId xmlns:a16="http://schemas.microsoft.com/office/drawing/2014/main" id="{A0136E31-9D3A-5A47-BD3D-E21B941573DF}"/>
              </a:ext>
            </a:extLst>
          </p:cNvPr>
          <p:cNvPicPr>
            <a:picLocks noChangeAspect="1" noChangeArrowheads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72200" y="403225"/>
            <a:ext cx="511175" cy="511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" name="其实，不同的问题有不同的解决办法。.wav" descr="其实，不同的问题有不同的解决办法。.wav">
            <a:hlinkClick r:id="" action="ppaction://media"/>
            <a:extLst>
              <a:ext uri="{FF2B5EF4-FFF2-40B4-BE49-F238E27FC236}">
                <a16:creationId xmlns:a16="http://schemas.microsoft.com/office/drawing/2014/main" id="{FB7B77FA-DD58-E84F-BA8A-4CDA36C00EEF}"/>
              </a:ext>
            </a:extLst>
          </p:cNvPr>
          <p:cNvPicPr>
            <a:picLocks noChangeAspect="1" noChangeArrowheads="1"/>
          </p:cNvPicPr>
          <p:nvPr>
            <a:audi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22825" y="1524000"/>
            <a:ext cx="511175" cy="511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" name="圆角矩形 9">
            <a:extLst>
              <a:ext uri="{FF2B5EF4-FFF2-40B4-BE49-F238E27FC236}">
                <a16:creationId xmlns:a16="http://schemas.microsoft.com/office/drawing/2014/main" id="{27D45E08-9AD6-0041-8B04-0F0845632241}"/>
              </a:ext>
            </a:extLst>
          </p:cNvPr>
          <p:cNvSpPr/>
          <p:nvPr/>
        </p:nvSpPr>
        <p:spPr>
          <a:xfrm>
            <a:off x="6346825" y="5097463"/>
            <a:ext cx="2514600" cy="598487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kumimoji="1" lang="en-US" altLang="zh-CN" dirty="0">
                <a:hlinkClick r:id="rId7" action="ppaction://hlinksldjump"/>
              </a:rPr>
              <a:t>Click to the next page</a:t>
            </a:r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7464801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900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0" dur="3924" fill="hold"/>
                                        <p:tgtEl>
                                          <p:spTgt spid="8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11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"/>
                </p:tgtEl>
              </p:cMediaNode>
            </p:audio>
            <p:audio>
              <p:cMediaNode vol="80000">
                <p:cTn id="12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8"/>
                </p:tgtEl>
              </p:cMediaNode>
            </p:audio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5" name="标题 1">
            <a:extLst>
              <a:ext uri="{FF2B5EF4-FFF2-40B4-BE49-F238E27FC236}">
                <a16:creationId xmlns:a16="http://schemas.microsoft.com/office/drawing/2014/main" id="{285A0F57-D9DD-8148-B413-DFE5C1DB7B2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kumimoji="1" lang="en-US" altLang="zh-CN"/>
              <a:t>practice</a:t>
            </a:r>
            <a:endParaRPr kumimoji="1" lang="zh-CN" alt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578098D-27C4-F245-9FEF-19CE5BFCD26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indent="-457200" eaLnBrk="1" hangingPunct="1">
              <a:buFontTx/>
              <a:buAutoNum type="arabicPeriod"/>
              <a:defRPr/>
            </a:pPr>
            <a:r>
              <a:rPr lang="en" altLang="zh-CN" sz="2000" dirty="0"/>
              <a:t>Find</a:t>
            </a:r>
            <a:r>
              <a:rPr lang="zh-CN" altLang="en-US" sz="2000" dirty="0"/>
              <a:t> </a:t>
            </a:r>
            <a:r>
              <a:rPr lang="en-US" altLang="zh-CN" sz="2000" dirty="0"/>
              <a:t>responding</a:t>
            </a:r>
            <a:r>
              <a:rPr lang="zh-CN" altLang="en-US" sz="2000" dirty="0"/>
              <a:t> </a:t>
            </a:r>
            <a:r>
              <a:rPr lang="en" altLang="zh-CN" sz="2000" dirty="0"/>
              <a:t>word. </a:t>
            </a:r>
          </a:p>
          <a:p>
            <a:pPr marL="0" indent="0" eaLnBrk="1" hangingPunct="1">
              <a:buFontTx/>
              <a:buNone/>
              <a:defRPr/>
            </a:pPr>
            <a:r>
              <a:rPr lang="zh-CN" altLang="en-US" sz="2000" dirty="0"/>
              <a:t>（）</a:t>
            </a:r>
            <a:r>
              <a:rPr lang="en-US" altLang="zh-CN" sz="2000" dirty="0">
                <a:solidFill>
                  <a:srgbClr val="000000"/>
                </a:solidFill>
              </a:rPr>
              <a:t> question; problem; issue</a:t>
            </a:r>
          </a:p>
          <a:p>
            <a:pPr marL="0" indent="0" eaLnBrk="1" hangingPunct="1">
              <a:buFontTx/>
              <a:buNone/>
              <a:defRPr/>
            </a:pPr>
            <a:r>
              <a:rPr lang="en" altLang="zh-CN" sz="2000" dirty="0"/>
              <a:t>A.</a:t>
            </a:r>
            <a:r>
              <a:rPr lang="zh-CN" altLang="en-US" sz="2000" dirty="0"/>
              <a:t>年 </a:t>
            </a:r>
            <a:r>
              <a:rPr lang="en" altLang="zh-CN" sz="2000" dirty="0"/>
              <a:t>B.</a:t>
            </a:r>
            <a:r>
              <a:rPr lang="zh-CN" altLang="en-US" sz="2000" dirty="0"/>
              <a:t>东 </a:t>
            </a:r>
            <a:r>
              <a:rPr lang="en" altLang="zh-CN" sz="2000" dirty="0"/>
              <a:t>C.</a:t>
            </a:r>
            <a:r>
              <a:rPr lang="zh-CN" altLang="en-US" sz="2000" dirty="0"/>
              <a:t>问 </a:t>
            </a:r>
            <a:r>
              <a:rPr lang="en" altLang="zh-CN" sz="2000" dirty="0"/>
              <a:t>D.</a:t>
            </a:r>
            <a:r>
              <a:rPr lang="zh-CN" altLang="en-US" sz="2000" dirty="0"/>
              <a:t>问题</a:t>
            </a:r>
            <a:endParaRPr lang="en-US" altLang="zh-CN" sz="2000" dirty="0"/>
          </a:p>
          <a:p>
            <a:pPr marL="0" indent="0" eaLnBrk="1" hangingPunct="1">
              <a:buFontTx/>
              <a:buNone/>
              <a:defRPr/>
            </a:pPr>
            <a:endParaRPr lang="en-US" altLang="zh-CN" sz="2000" dirty="0"/>
          </a:p>
          <a:p>
            <a:pPr marL="0" indent="0" eaLnBrk="1" hangingPunct="1">
              <a:buFontTx/>
              <a:buNone/>
              <a:defRPr/>
            </a:pPr>
            <a:r>
              <a:rPr lang="en-US" altLang="zh-CN" sz="2000" dirty="0"/>
              <a:t>2.</a:t>
            </a:r>
            <a:r>
              <a:rPr lang="zh-CN" altLang="en-US" sz="2000" dirty="0"/>
              <a:t> </a:t>
            </a:r>
            <a:r>
              <a:rPr lang="en-US" altLang="zh-CN" sz="2000" dirty="0"/>
              <a:t>Find</a:t>
            </a:r>
            <a:r>
              <a:rPr lang="zh-CN" altLang="en-US" sz="2000" dirty="0"/>
              <a:t> </a:t>
            </a:r>
            <a:r>
              <a:rPr lang="en-US" altLang="zh-CN" sz="2000" dirty="0"/>
              <a:t>right</a:t>
            </a:r>
            <a:r>
              <a:rPr lang="zh-CN" altLang="en-US" sz="2000" dirty="0"/>
              <a:t> </a:t>
            </a:r>
            <a:r>
              <a:rPr lang="en-US" altLang="zh-CN" sz="2000" dirty="0"/>
              <a:t>collocation.</a:t>
            </a:r>
          </a:p>
          <a:p>
            <a:pPr marL="0" indent="0" eaLnBrk="1" hangingPunct="1">
              <a:buFontTx/>
              <a:buNone/>
              <a:defRPr/>
            </a:pPr>
            <a:r>
              <a:rPr lang="zh-CN" altLang="en-US" sz="2000" dirty="0">
                <a:solidFill>
                  <a:srgbClr val="000000"/>
                </a:solidFill>
              </a:rPr>
              <a:t>回答（） </a:t>
            </a:r>
            <a:r>
              <a:rPr lang="en" altLang="zh-CN" sz="2000" dirty="0"/>
              <a:t>A.</a:t>
            </a:r>
            <a:r>
              <a:rPr lang="zh-CN" altLang="en-US" sz="2000" dirty="0"/>
              <a:t>问题  </a:t>
            </a:r>
            <a:r>
              <a:rPr lang="en" altLang="zh-CN" sz="2000" dirty="0"/>
              <a:t>B.</a:t>
            </a:r>
            <a:r>
              <a:rPr lang="zh-CN" altLang="en-US" sz="2000" dirty="0"/>
              <a:t>先  </a:t>
            </a:r>
            <a:r>
              <a:rPr lang="en" altLang="zh-CN" sz="2000" dirty="0"/>
              <a:t>C.</a:t>
            </a:r>
            <a:r>
              <a:rPr lang="zh-CN" altLang="en-US" sz="2000" dirty="0"/>
              <a:t>快乐  </a:t>
            </a:r>
            <a:r>
              <a:rPr lang="en" altLang="zh-CN" sz="2000" dirty="0"/>
              <a:t>D.</a:t>
            </a:r>
            <a:r>
              <a:rPr lang="zh-CN" altLang="en-US" sz="2000" dirty="0"/>
              <a:t>角</a:t>
            </a:r>
            <a:endParaRPr lang="zh-CN" altLang="en-US" sz="2000" dirty="0">
              <a:solidFill>
                <a:srgbClr val="000000"/>
              </a:solidFill>
            </a:endParaRPr>
          </a:p>
          <a:p>
            <a:pPr marL="0" indent="0" eaLnBrk="1" hangingPunct="1">
              <a:buFontTx/>
              <a:buNone/>
              <a:defRPr/>
            </a:pPr>
            <a:r>
              <a:rPr lang="zh-CN" altLang="en-US" sz="2000" dirty="0">
                <a:solidFill>
                  <a:srgbClr val="000000"/>
                </a:solidFill>
              </a:rPr>
              <a:t>解决（） </a:t>
            </a:r>
            <a:r>
              <a:rPr lang="en" altLang="zh-CN" sz="2000" dirty="0"/>
              <a:t>A.</a:t>
            </a:r>
            <a:r>
              <a:rPr lang="zh-CN" altLang="en-US" sz="2000" dirty="0"/>
              <a:t>叔叔 </a:t>
            </a:r>
            <a:r>
              <a:rPr lang="en" altLang="zh-CN" sz="2000" dirty="0"/>
              <a:t>B.</a:t>
            </a:r>
            <a:r>
              <a:rPr lang="zh-CN" altLang="en-US" sz="2000" dirty="0"/>
              <a:t>选择 </a:t>
            </a:r>
            <a:r>
              <a:rPr lang="en" altLang="zh-CN" sz="2000" dirty="0"/>
              <a:t>C.</a:t>
            </a:r>
            <a:r>
              <a:rPr lang="zh-CN" altLang="en-US" sz="2000" dirty="0"/>
              <a:t>问题 </a:t>
            </a:r>
            <a:r>
              <a:rPr lang="en" altLang="zh-CN" sz="2000" dirty="0"/>
              <a:t>D.</a:t>
            </a:r>
            <a:r>
              <a:rPr lang="zh-CN" altLang="en-US" sz="2000" dirty="0"/>
              <a:t>灯</a:t>
            </a:r>
            <a:endParaRPr lang="en-US" altLang="zh-CN" sz="2000" dirty="0"/>
          </a:p>
          <a:p>
            <a:pPr marL="0" indent="0" eaLnBrk="1" hangingPunct="1">
              <a:buFontTx/>
              <a:buNone/>
              <a:defRPr/>
            </a:pPr>
            <a:endParaRPr lang="en-US" altLang="zh-CN" sz="2000" dirty="0"/>
          </a:p>
          <a:p>
            <a:pPr marL="0" indent="0" eaLnBrk="1" hangingPunct="1">
              <a:buFontTx/>
              <a:buNone/>
              <a:defRPr/>
            </a:pPr>
            <a:r>
              <a:rPr lang="en-US" altLang="zh-CN" sz="2000" dirty="0"/>
              <a:t>3.</a:t>
            </a:r>
            <a:r>
              <a:rPr lang="zh-CN" altLang="en-US" sz="2000" dirty="0"/>
              <a:t> </a:t>
            </a:r>
            <a:r>
              <a:rPr lang="en-US" altLang="zh-CN" sz="2000" dirty="0"/>
              <a:t>Fill</a:t>
            </a:r>
            <a:r>
              <a:rPr lang="zh-CN" altLang="en-US" sz="2000" dirty="0"/>
              <a:t> </a:t>
            </a:r>
            <a:r>
              <a:rPr lang="en-US" altLang="zh-CN" sz="2000" dirty="0"/>
              <a:t>in right word.</a:t>
            </a:r>
          </a:p>
          <a:p>
            <a:pPr marL="0" indent="0" eaLnBrk="1" hangingPunct="1">
              <a:buFontTx/>
              <a:buNone/>
              <a:defRPr/>
            </a:pPr>
            <a:r>
              <a:rPr kumimoji="1" lang="zh-CN" altLang="en-US" sz="2000" dirty="0">
                <a:solidFill>
                  <a:srgbClr val="000000"/>
                </a:solidFill>
              </a:rPr>
              <a:t>其实，不同的问（）有不同的解决办法。</a:t>
            </a:r>
            <a:endParaRPr kumimoji="1" lang="zh-CN" altLang="en-US" sz="2000" dirty="0"/>
          </a:p>
        </p:txBody>
      </p:sp>
      <p:sp>
        <p:nvSpPr>
          <p:cNvPr id="4" name="圆角矩形 3">
            <a:extLst>
              <a:ext uri="{FF2B5EF4-FFF2-40B4-BE49-F238E27FC236}">
                <a16:creationId xmlns:a16="http://schemas.microsoft.com/office/drawing/2014/main" id="{C2701BE5-0035-1D42-9DB2-7C8F59CB807F}"/>
              </a:ext>
            </a:extLst>
          </p:cNvPr>
          <p:cNvSpPr/>
          <p:nvPr/>
        </p:nvSpPr>
        <p:spPr>
          <a:xfrm>
            <a:off x="6346825" y="5097463"/>
            <a:ext cx="2514600" cy="598487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kumimoji="1" lang="en-US" altLang="zh-CN" dirty="0">
                <a:hlinkClick r:id="rId2" action="ppaction://hlinksldjump"/>
              </a:rPr>
              <a:t>Click to the next page</a:t>
            </a:r>
            <a:endParaRPr kumimoji="1" lang="zh-CN" altLang="en-US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CED0817-D27F-B64C-9D40-FB9BCEACDD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sz="2800" dirty="0"/>
              <a:t>End</a:t>
            </a:r>
            <a:r>
              <a:rPr kumimoji="1" lang="zh-CN" altLang="en-US" sz="2800" dirty="0"/>
              <a:t> </a:t>
            </a:r>
            <a:r>
              <a:rPr kumimoji="1" lang="en-US" altLang="zh-CN" sz="2800" dirty="0"/>
              <a:t>time</a:t>
            </a:r>
            <a:r>
              <a:rPr kumimoji="1" lang="zh-CN" altLang="en-US" sz="2800" dirty="0"/>
              <a:t> </a:t>
            </a:r>
            <a:r>
              <a:rPr kumimoji="1" lang="en-US" altLang="zh-CN" sz="2800" dirty="0"/>
              <a:t>of learning a word </a:t>
            </a:r>
            <a:endParaRPr kumimoji="1" lang="zh-CN" altLang="en-US" sz="2800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077E894-BBC6-7C41-9939-B130BFD1BA5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zh-CN" sz="2000" dirty="0"/>
              <a:t>Please write down the present time (accurate to the minute) on your paper. __________</a:t>
            </a:r>
          </a:p>
          <a:p>
            <a:endParaRPr kumimoji="1" lang="zh-CN" altLang="en-US" dirty="0"/>
          </a:p>
        </p:txBody>
      </p:sp>
      <p:sp>
        <p:nvSpPr>
          <p:cNvPr id="4" name="圆角矩形 3">
            <a:extLst>
              <a:ext uri="{FF2B5EF4-FFF2-40B4-BE49-F238E27FC236}">
                <a16:creationId xmlns:a16="http://schemas.microsoft.com/office/drawing/2014/main" id="{01ADF194-DBE7-8A4C-B5E8-98F40B075572}"/>
              </a:ext>
            </a:extLst>
          </p:cNvPr>
          <p:cNvSpPr/>
          <p:nvPr/>
        </p:nvSpPr>
        <p:spPr>
          <a:xfrm>
            <a:off x="6346825" y="5097463"/>
            <a:ext cx="2514600" cy="598487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kumimoji="1" lang="en-US" altLang="zh-CN" dirty="0">
                <a:hlinkClick r:id="rId2" action="ppaction://hlinksldjump"/>
              </a:rPr>
              <a:t>Next word</a:t>
            </a:r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17592463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CED0817-D27F-B64C-9D40-FB9BCEACDD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sz="2800" dirty="0"/>
              <a:t>Start</a:t>
            </a:r>
            <a:r>
              <a:rPr kumimoji="1" lang="zh-CN" altLang="en-US" sz="2800" dirty="0"/>
              <a:t> </a:t>
            </a:r>
            <a:r>
              <a:rPr kumimoji="1" lang="en-US" altLang="zh-CN" sz="2800" dirty="0"/>
              <a:t>time</a:t>
            </a:r>
            <a:r>
              <a:rPr kumimoji="1" lang="zh-CN" altLang="en-US" sz="2800" dirty="0"/>
              <a:t> </a:t>
            </a:r>
            <a:r>
              <a:rPr kumimoji="1" lang="en-US" altLang="zh-CN" sz="2800" dirty="0"/>
              <a:t>of learning a word </a:t>
            </a:r>
            <a:endParaRPr kumimoji="1" lang="zh-CN" altLang="en-US" sz="2800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077E894-BBC6-7C41-9939-B130BFD1BA5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zh-CN" sz="2000" dirty="0"/>
              <a:t>Please write down the present time (accurate to the minute) on your paper. __________</a:t>
            </a:r>
          </a:p>
          <a:p>
            <a:endParaRPr kumimoji="1" lang="zh-CN" altLang="en-US" dirty="0"/>
          </a:p>
        </p:txBody>
      </p:sp>
      <p:sp>
        <p:nvSpPr>
          <p:cNvPr id="4" name="圆角矩形 3">
            <a:extLst>
              <a:ext uri="{FF2B5EF4-FFF2-40B4-BE49-F238E27FC236}">
                <a16:creationId xmlns:a16="http://schemas.microsoft.com/office/drawing/2014/main" id="{01ADF194-DBE7-8A4C-B5E8-98F40B075572}"/>
              </a:ext>
            </a:extLst>
          </p:cNvPr>
          <p:cNvSpPr/>
          <p:nvPr/>
        </p:nvSpPr>
        <p:spPr>
          <a:xfrm>
            <a:off x="6346825" y="5097463"/>
            <a:ext cx="2514600" cy="598487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kumimoji="1" lang="en-US" altLang="zh-CN" dirty="0">
                <a:hlinkClick r:id="rId2" action="ppaction://hlinksldjump"/>
              </a:rPr>
              <a:t>Click to the next page</a:t>
            </a:r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73053391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1" name="标题 1">
            <a:extLst>
              <a:ext uri="{FF2B5EF4-FFF2-40B4-BE49-F238E27FC236}">
                <a16:creationId xmlns:a16="http://schemas.microsoft.com/office/drawing/2014/main" id="{06570B87-D7AD-9647-9CE5-37739358B28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74637"/>
            <a:ext cx="8229600" cy="1249363"/>
          </a:xfrm>
        </p:spPr>
        <p:txBody>
          <a:bodyPr/>
          <a:lstStyle/>
          <a:p>
            <a:pPr algn="l"/>
            <a:r>
              <a:rPr kumimoji="1" lang="en-US" altLang="zh-CN" sz="2400" dirty="0"/>
              <a:t>How about you know </a:t>
            </a:r>
            <a:r>
              <a:rPr kumimoji="1" lang="zh-CN" altLang="en-US" sz="2400" dirty="0"/>
              <a:t>难过？</a:t>
            </a:r>
            <a:br>
              <a:rPr kumimoji="1" lang="en-US" altLang="zh-CN" sz="2400" dirty="0"/>
            </a:br>
            <a:r>
              <a:rPr kumimoji="1" lang="en-US" altLang="zh-CN" sz="2400" dirty="0"/>
              <a:t>Please</a:t>
            </a:r>
            <a:r>
              <a:rPr kumimoji="1" lang="zh-CN" altLang="en-US" sz="2400" dirty="0"/>
              <a:t> </a:t>
            </a:r>
            <a:r>
              <a:rPr kumimoji="1" lang="en-US" altLang="zh-CN" sz="2400" dirty="0"/>
              <a:t>write down the choice on your page and click the choice to jump to the corresponding page</a:t>
            </a:r>
            <a:endParaRPr kumimoji="1" lang="zh-CN" altLang="en-US" sz="2400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30F45E4-88F1-6F47-B1DD-2543870B46A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676400"/>
            <a:ext cx="8229600" cy="3962399"/>
          </a:xfrm>
        </p:spPr>
        <p:txBody>
          <a:bodyPr/>
          <a:lstStyle/>
          <a:p>
            <a:pPr>
              <a:defRPr/>
            </a:pPr>
            <a:r>
              <a:rPr lang="en-US" altLang="zh-CN" sz="2000" dirty="0"/>
              <a:t>I have never seen this word.</a:t>
            </a:r>
          </a:p>
          <a:p>
            <a:pPr marL="0" indent="0">
              <a:buNone/>
              <a:defRPr/>
            </a:pPr>
            <a:r>
              <a:rPr lang="en-US" altLang="zh-CN" sz="2000" dirty="0"/>
              <a:t> </a:t>
            </a:r>
            <a:endParaRPr lang="zh-CN" altLang="zh-CN" sz="2000" dirty="0"/>
          </a:p>
          <a:p>
            <a:pPr>
              <a:defRPr/>
            </a:pPr>
            <a:r>
              <a:rPr lang="en-US" altLang="zh-CN" sz="2000" dirty="0"/>
              <a:t>I don’t know what it means. </a:t>
            </a:r>
          </a:p>
          <a:p>
            <a:pPr>
              <a:defRPr/>
            </a:pPr>
            <a:endParaRPr lang="zh-CN" altLang="zh-CN" sz="2000" dirty="0"/>
          </a:p>
          <a:p>
            <a:pPr>
              <a:defRPr/>
            </a:pPr>
            <a:r>
              <a:rPr lang="en-US" altLang="zh-CN" sz="2000" dirty="0"/>
              <a:t>I know its meaning, but I don’t know its collocations.</a:t>
            </a:r>
          </a:p>
          <a:p>
            <a:pPr>
              <a:defRPr/>
            </a:pPr>
            <a:endParaRPr lang="zh-CN" altLang="zh-CN" sz="2000" dirty="0"/>
          </a:p>
          <a:p>
            <a:pPr>
              <a:defRPr/>
            </a:pPr>
            <a:r>
              <a:rPr lang="en-US" altLang="zh-CN" sz="2000" dirty="0"/>
              <a:t>I know its collocation, but I don’t know how to use it in a sentence.</a:t>
            </a:r>
          </a:p>
          <a:p>
            <a:pPr>
              <a:defRPr/>
            </a:pPr>
            <a:endParaRPr lang="en-US" altLang="zh-CN" sz="2000" dirty="0"/>
          </a:p>
          <a:p>
            <a:pPr>
              <a:defRPr/>
            </a:pPr>
            <a:r>
              <a:rPr lang="en-US" altLang="zh-CN" sz="2000" dirty="0"/>
              <a:t>I can use it in a sentence. </a:t>
            </a:r>
            <a:endParaRPr lang="zh-CN" altLang="zh-CN" sz="1800" dirty="0"/>
          </a:p>
        </p:txBody>
      </p:sp>
      <p:sp>
        <p:nvSpPr>
          <p:cNvPr id="4" name="圆角矩形 3">
            <a:extLst>
              <a:ext uri="{FF2B5EF4-FFF2-40B4-BE49-F238E27FC236}">
                <a16:creationId xmlns:a16="http://schemas.microsoft.com/office/drawing/2014/main" id="{3C106C97-9EF1-AE4E-80B1-861673DC5DA6}"/>
              </a:ext>
            </a:extLst>
          </p:cNvPr>
          <p:cNvSpPr/>
          <p:nvPr/>
        </p:nvSpPr>
        <p:spPr>
          <a:xfrm>
            <a:off x="4191000" y="1752600"/>
            <a:ext cx="762000" cy="3810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kumimoji="1" lang="en-US" altLang="zh-CN" dirty="0">
                <a:hlinkClick r:id="rId2" action="ppaction://hlinksldjump"/>
              </a:rPr>
              <a:t>A</a:t>
            </a:r>
            <a:endParaRPr kumimoji="1" lang="zh-CN" altLang="en-US" dirty="0"/>
          </a:p>
        </p:txBody>
      </p:sp>
      <p:sp>
        <p:nvSpPr>
          <p:cNvPr id="6" name="圆角矩形 5">
            <a:extLst>
              <a:ext uri="{FF2B5EF4-FFF2-40B4-BE49-F238E27FC236}">
                <a16:creationId xmlns:a16="http://schemas.microsoft.com/office/drawing/2014/main" id="{DCF760C6-CAEF-4949-AB75-58AD9F2FC2D8}"/>
              </a:ext>
            </a:extLst>
          </p:cNvPr>
          <p:cNvSpPr/>
          <p:nvPr/>
        </p:nvSpPr>
        <p:spPr>
          <a:xfrm>
            <a:off x="6781800" y="3124200"/>
            <a:ext cx="762000" cy="3810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kumimoji="1" lang="en-US" altLang="zh-CN" dirty="0">
                <a:hlinkClick r:id="rId3" action="ppaction://hlinksldjump"/>
              </a:rPr>
              <a:t>C</a:t>
            </a:r>
            <a:endParaRPr kumimoji="1" lang="zh-CN" altLang="en-US" dirty="0"/>
          </a:p>
        </p:txBody>
      </p:sp>
      <p:sp>
        <p:nvSpPr>
          <p:cNvPr id="7" name="圆角矩形 6">
            <a:extLst>
              <a:ext uri="{FF2B5EF4-FFF2-40B4-BE49-F238E27FC236}">
                <a16:creationId xmlns:a16="http://schemas.microsoft.com/office/drawing/2014/main" id="{D6C5558C-2A94-D340-B88D-3771B105CE99}"/>
              </a:ext>
            </a:extLst>
          </p:cNvPr>
          <p:cNvSpPr/>
          <p:nvPr/>
        </p:nvSpPr>
        <p:spPr>
          <a:xfrm>
            <a:off x="7531395" y="4343400"/>
            <a:ext cx="762000" cy="3810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kumimoji="1" lang="en-US" altLang="zh-CN" dirty="0">
                <a:hlinkClick r:id="rId4" action="ppaction://hlinksldjump"/>
              </a:rPr>
              <a:t>D</a:t>
            </a:r>
            <a:endParaRPr kumimoji="1" lang="zh-CN" altLang="en-US" dirty="0"/>
          </a:p>
        </p:txBody>
      </p:sp>
      <p:sp>
        <p:nvSpPr>
          <p:cNvPr id="8" name="圆角矩形 7">
            <a:extLst>
              <a:ext uri="{FF2B5EF4-FFF2-40B4-BE49-F238E27FC236}">
                <a16:creationId xmlns:a16="http://schemas.microsoft.com/office/drawing/2014/main" id="{E418098F-A830-0E4B-AE1B-BF99FBB77185}"/>
              </a:ext>
            </a:extLst>
          </p:cNvPr>
          <p:cNvSpPr/>
          <p:nvPr/>
        </p:nvSpPr>
        <p:spPr>
          <a:xfrm>
            <a:off x="3962400" y="4648200"/>
            <a:ext cx="762000" cy="3810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kumimoji="1" lang="en-US" altLang="zh-CN" dirty="0">
                <a:hlinkClick r:id="rId5" action="ppaction://hlinksldjump"/>
              </a:rPr>
              <a:t>E</a:t>
            </a:r>
            <a:endParaRPr kumimoji="1" lang="zh-CN" altLang="en-US" dirty="0"/>
          </a:p>
        </p:txBody>
      </p:sp>
      <p:sp>
        <p:nvSpPr>
          <p:cNvPr id="9" name="圆角矩形 8">
            <a:extLst>
              <a:ext uri="{FF2B5EF4-FFF2-40B4-BE49-F238E27FC236}">
                <a16:creationId xmlns:a16="http://schemas.microsoft.com/office/drawing/2014/main" id="{5E955882-84DF-F541-BD1E-BB1F7EDDA2DC}"/>
              </a:ext>
            </a:extLst>
          </p:cNvPr>
          <p:cNvSpPr/>
          <p:nvPr/>
        </p:nvSpPr>
        <p:spPr>
          <a:xfrm>
            <a:off x="4191000" y="2514600"/>
            <a:ext cx="762000" cy="3810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kumimoji="1" lang="en-US" altLang="zh-CN" dirty="0">
                <a:solidFill>
                  <a:schemeClr val="accent1">
                    <a:lumMod val="50000"/>
                  </a:schemeClr>
                </a:solidFill>
                <a:hlinkClick r:id="rId6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B</a:t>
            </a:r>
            <a:endParaRPr kumimoji="1" lang="zh-CN" altLang="en-US" dirty="0">
              <a:solidFill>
                <a:schemeClr val="accent1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675723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9" name="标题 1">
            <a:extLst>
              <a:ext uri="{FF2B5EF4-FFF2-40B4-BE49-F238E27FC236}">
                <a16:creationId xmlns:a16="http://schemas.microsoft.com/office/drawing/2014/main" id="{4DEF0CE2-FADC-7C42-9D94-BF4E299AC5F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kumimoji="1" lang="zh-CN" altLang="en-US"/>
              <a:t>难过 </a:t>
            </a:r>
            <a:r>
              <a:rPr kumimoji="1" lang="zh-CN" altLang="zh-CN"/>
              <a:t>nán</a:t>
            </a:r>
            <a:r>
              <a:rPr kumimoji="1" lang="zh-CN" altLang="en-US"/>
              <a:t> </a:t>
            </a:r>
            <a:r>
              <a:rPr kumimoji="1" lang="zh-CN" altLang="zh-CN"/>
              <a:t>guò </a:t>
            </a:r>
            <a:endParaRPr kumimoji="1" lang="zh-CN" alt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6605A88-C3ED-AE41-B583-3CFC43A22E2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zh-CN" altLang="en-US" sz="2000" dirty="0">
                <a:solidFill>
                  <a:srgbClr val="000000"/>
                </a:solidFill>
              </a:rPr>
              <a:t>难 </a:t>
            </a:r>
            <a:r>
              <a:rPr kumimoji="1" lang="en" altLang="zh-CN" sz="2000" dirty="0" err="1"/>
              <a:t>nán</a:t>
            </a:r>
            <a:r>
              <a:rPr kumimoji="1" lang="zh-CN" altLang="en-US" sz="2000" dirty="0"/>
              <a:t> </a:t>
            </a:r>
            <a:r>
              <a:rPr kumimoji="1" lang="en-US" altLang="zh-CN" sz="2000" dirty="0"/>
              <a:t>ADJECTIVE</a:t>
            </a:r>
            <a:r>
              <a:rPr kumimoji="1" lang="zh-CN" altLang="en-US" sz="2000" dirty="0"/>
              <a:t> </a:t>
            </a:r>
            <a:r>
              <a:rPr kumimoji="1" lang="en-US" altLang="zh-CN" sz="2000" dirty="0"/>
              <a:t>difficult; hard; troublesome</a:t>
            </a:r>
            <a:endParaRPr lang="en-US" altLang="zh-CN" sz="2000" dirty="0">
              <a:solidFill>
                <a:srgbClr val="000000"/>
              </a:solidFill>
            </a:endParaRPr>
          </a:p>
          <a:p>
            <a:pPr eaLnBrk="1" hangingPunct="1">
              <a:defRPr/>
            </a:pPr>
            <a:r>
              <a:rPr lang="zh-CN" altLang="en-US" sz="2000" dirty="0">
                <a:solidFill>
                  <a:srgbClr val="000000"/>
                </a:solidFill>
              </a:rPr>
              <a:t>过 </a:t>
            </a:r>
            <a:r>
              <a:rPr kumimoji="1" lang="en" altLang="zh-CN" sz="2000" dirty="0" err="1"/>
              <a:t>guò</a:t>
            </a:r>
            <a:r>
              <a:rPr kumimoji="1" lang="en" altLang="zh-CN" sz="2000" dirty="0"/>
              <a:t> VERB spend(time); pass(time)</a:t>
            </a:r>
            <a:endParaRPr lang="en-US" altLang="zh-CN" sz="2000" dirty="0">
              <a:solidFill>
                <a:srgbClr val="000000"/>
              </a:solidFill>
            </a:endParaRPr>
          </a:p>
          <a:p>
            <a:pPr eaLnBrk="1" hangingPunct="1">
              <a:defRPr/>
            </a:pPr>
            <a:r>
              <a:rPr lang="en-US" altLang="zh-CN" sz="2000" dirty="0">
                <a:solidFill>
                  <a:srgbClr val="000000"/>
                </a:solidFill>
              </a:rPr>
              <a:t>ADJECTIVE  sorry; bad; sad</a:t>
            </a:r>
          </a:p>
          <a:p>
            <a:pPr eaLnBrk="1" hangingPunct="1">
              <a:defRPr/>
            </a:pPr>
            <a:r>
              <a:rPr lang="en-US" altLang="zh-CN" sz="2000" dirty="0">
                <a:solidFill>
                  <a:srgbClr val="000000"/>
                </a:solidFill>
              </a:rPr>
              <a:t>Collocation:</a:t>
            </a:r>
          </a:p>
          <a:p>
            <a:pPr marL="0" indent="0" eaLnBrk="1" hangingPunct="1">
              <a:buFontTx/>
              <a:buNone/>
              <a:defRPr/>
            </a:pPr>
            <a:r>
              <a:rPr lang="zh-CN" altLang="en-US" sz="2000" dirty="0">
                <a:solidFill>
                  <a:srgbClr val="000000"/>
                </a:solidFill>
              </a:rPr>
              <a:t>别（二级）难过</a:t>
            </a:r>
            <a:r>
              <a:rPr lang="en-US" altLang="zh-CN" sz="2000" dirty="0">
                <a:solidFill>
                  <a:srgbClr val="000000"/>
                </a:solidFill>
              </a:rPr>
              <a:t>  Do not be sad</a:t>
            </a:r>
          </a:p>
          <a:p>
            <a:pPr marL="0" indent="0" eaLnBrk="1" hangingPunct="1">
              <a:buFontTx/>
              <a:buNone/>
              <a:defRPr/>
            </a:pPr>
            <a:r>
              <a:rPr lang="en-US" altLang="zh-CN" sz="2000" dirty="0">
                <a:solidFill>
                  <a:srgbClr val="000000"/>
                </a:solidFill>
              </a:rPr>
              <a:t>Sentence:</a:t>
            </a:r>
          </a:p>
          <a:p>
            <a:pPr marL="0" indent="0" eaLnBrk="1" hangingPunct="1">
              <a:buFontTx/>
              <a:buNone/>
              <a:defRPr/>
            </a:pPr>
            <a:r>
              <a:rPr kumimoji="1" lang="zh-CN" altLang="en-US" sz="2000" dirty="0">
                <a:solidFill>
                  <a:srgbClr val="000000"/>
                </a:solidFill>
              </a:rPr>
              <a:t>她也有些难过。</a:t>
            </a:r>
            <a:endParaRPr kumimoji="1" lang="en-US" altLang="zh-CN" sz="2000" dirty="0">
              <a:solidFill>
                <a:srgbClr val="000000"/>
              </a:solidFill>
            </a:endParaRPr>
          </a:p>
          <a:p>
            <a:pPr marL="0" indent="0" eaLnBrk="1" hangingPunct="1">
              <a:buFontTx/>
              <a:buNone/>
              <a:defRPr/>
            </a:pPr>
            <a:r>
              <a:rPr kumimoji="1" lang="zh-CN" altLang="en-US" sz="2000" dirty="0">
                <a:solidFill>
                  <a:srgbClr val="000000"/>
                </a:solidFill>
              </a:rPr>
              <a:t>她</a:t>
            </a:r>
            <a:r>
              <a:rPr kumimoji="1" lang="en-US" altLang="zh-CN" sz="2000" dirty="0">
                <a:solidFill>
                  <a:srgbClr val="000000"/>
                </a:solidFill>
              </a:rPr>
              <a:t>/</a:t>
            </a:r>
            <a:r>
              <a:rPr kumimoji="1" lang="en-US" altLang="zh-CN" sz="2000" dirty="0" err="1">
                <a:solidFill>
                  <a:srgbClr val="000000"/>
                </a:solidFill>
              </a:rPr>
              <a:t>tā</a:t>
            </a:r>
            <a:r>
              <a:rPr kumimoji="1" lang="en-US" altLang="zh-CN" sz="2000" dirty="0">
                <a:solidFill>
                  <a:srgbClr val="000000"/>
                </a:solidFill>
              </a:rPr>
              <a:t>  </a:t>
            </a:r>
            <a:r>
              <a:rPr kumimoji="1" lang="zh-CN" altLang="en-US" sz="2000" dirty="0">
                <a:solidFill>
                  <a:srgbClr val="000000"/>
                </a:solidFill>
              </a:rPr>
              <a:t>也</a:t>
            </a:r>
            <a:r>
              <a:rPr kumimoji="1" lang="en-US" altLang="zh-CN" sz="2000" dirty="0">
                <a:solidFill>
                  <a:srgbClr val="000000"/>
                </a:solidFill>
              </a:rPr>
              <a:t>/</a:t>
            </a:r>
            <a:r>
              <a:rPr kumimoji="1" lang="en-US" altLang="zh-CN" sz="2000" dirty="0" err="1">
                <a:solidFill>
                  <a:srgbClr val="000000"/>
                </a:solidFill>
              </a:rPr>
              <a:t>yě</a:t>
            </a:r>
            <a:r>
              <a:rPr kumimoji="1" lang="en-US" altLang="zh-CN" sz="2000" dirty="0">
                <a:solidFill>
                  <a:srgbClr val="000000"/>
                </a:solidFill>
              </a:rPr>
              <a:t>  </a:t>
            </a:r>
            <a:r>
              <a:rPr kumimoji="1" lang="zh-CN" altLang="en-US" sz="2000" dirty="0">
                <a:solidFill>
                  <a:srgbClr val="000000"/>
                </a:solidFill>
              </a:rPr>
              <a:t>有些</a:t>
            </a:r>
            <a:r>
              <a:rPr kumimoji="1" lang="en-US" altLang="zh-CN" sz="2000" dirty="0">
                <a:solidFill>
                  <a:srgbClr val="000000"/>
                </a:solidFill>
              </a:rPr>
              <a:t>/</a:t>
            </a:r>
            <a:r>
              <a:rPr kumimoji="1" lang="en-US" altLang="zh-CN" sz="2000" dirty="0" err="1">
                <a:solidFill>
                  <a:srgbClr val="000000"/>
                </a:solidFill>
              </a:rPr>
              <a:t>yǒuxiē</a:t>
            </a:r>
            <a:r>
              <a:rPr kumimoji="1" lang="en-US" altLang="zh-CN" sz="2000" dirty="0">
                <a:solidFill>
                  <a:srgbClr val="000000"/>
                </a:solidFill>
              </a:rPr>
              <a:t>  </a:t>
            </a:r>
            <a:r>
              <a:rPr kumimoji="1" lang="zh-CN" altLang="en-US" sz="2000" dirty="0">
                <a:solidFill>
                  <a:srgbClr val="000000"/>
                </a:solidFill>
              </a:rPr>
              <a:t>难过</a:t>
            </a:r>
            <a:r>
              <a:rPr kumimoji="1" lang="en-US" altLang="zh-CN" sz="2000" dirty="0">
                <a:solidFill>
                  <a:srgbClr val="000000"/>
                </a:solidFill>
              </a:rPr>
              <a:t>/</a:t>
            </a:r>
            <a:r>
              <a:rPr kumimoji="1" lang="en-US" altLang="zh-CN" sz="2000" dirty="0" err="1">
                <a:solidFill>
                  <a:srgbClr val="000000"/>
                </a:solidFill>
              </a:rPr>
              <a:t>nánguò</a:t>
            </a:r>
            <a:r>
              <a:rPr kumimoji="1" lang="en-US" altLang="zh-CN" sz="2000" dirty="0">
                <a:solidFill>
                  <a:srgbClr val="000000"/>
                </a:solidFill>
              </a:rPr>
              <a:t>  </a:t>
            </a:r>
            <a:r>
              <a:rPr kumimoji="1" lang="zh-CN" altLang="en-US" sz="2000" dirty="0">
                <a:solidFill>
                  <a:srgbClr val="000000"/>
                </a:solidFill>
              </a:rPr>
              <a:t>。 </a:t>
            </a:r>
            <a:endParaRPr kumimoji="1" lang="en-US" altLang="zh-CN" sz="2000" dirty="0">
              <a:solidFill>
                <a:srgbClr val="000000"/>
              </a:solidFill>
            </a:endParaRPr>
          </a:p>
          <a:p>
            <a:pPr marL="0" indent="0" eaLnBrk="1" hangingPunct="1">
              <a:buFontTx/>
              <a:buNone/>
              <a:defRPr/>
            </a:pPr>
            <a:r>
              <a:rPr kumimoji="1" lang="en" altLang="zh-CN" sz="2000" dirty="0"/>
              <a:t>She was also a little sad.</a:t>
            </a:r>
            <a:endParaRPr kumimoji="1" lang="zh-CN" altLang="en-US" sz="2000" dirty="0"/>
          </a:p>
        </p:txBody>
      </p:sp>
      <p:pic>
        <p:nvPicPr>
          <p:cNvPr id="2" name="难过.wav" descr="难过.wav">
            <a:hlinkClick r:id="" action="ppaction://media"/>
            <a:extLst>
              <a:ext uri="{FF2B5EF4-FFF2-40B4-BE49-F238E27FC236}">
                <a16:creationId xmlns:a16="http://schemas.microsoft.com/office/drawing/2014/main" id="{634D3EF1-1A53-164A-B599-58C11CC748AA}"/>
              </a:ext>
            </a:extLst>
          </p:cNvPr>
          <p:cNvPicPr>
            <a:picLocks noChangeAspect="1" noChangeArrowheads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00800" y="457200"/>
            <a:ext cx="533400" cy="533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" name="难.wav" descr="难.wav">
            <a:hlinkClick r:id="" action="ppaction://media"/>
            <a:extLst>
              <a:ext uri="{FF2B5EF4-FFF2-40B4-BE49-F238E27FC236}">
                <a16:creationId xmlns:a16="http://schemas.microsoft.com/office/drawing/2014/main" id="{465E4B87-B1C9-314F-9C36-0B7EB82131AB}"/>
              </a:ext>
            </a:extLst>
          </p:cNvPr>
          <p:cNvPicPr>
            <a:picLocks noChangeAspect="1" noChangeArrowheads="1"/>
          </p:cNvPicPr>
          <p:nvPr>
            <a:audi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24600" y="1143000"/>
            <a:ext cx="533400" cy="533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过.wav" descr="过.wav">
            <a:hlinkClick r:id="" action="ppaction://media"/>
            <a:extLst>
              <a:ext uri="{FF2B5EF4-FFF2-40B4-BE49-F238E27FC236}">
                <a16:creationId xmlns:a16="http://schemas.microsoft.com/office/drawing/2014/main" id="{2EDEBB53-90D9-C44C-B137-6CA9E5B3D588}"/>
              </a:ext>
            </a:extLst>
          </p:cNvPr>
          <p:cNvPicPr>
            <a:picLocks noChangeAspect="1" noChangeArrowheads="1"/>
          </p:cNvPicPr>
          <p:nvPr>
            <a:audioFile r:link="rId6"/>
            <p:extLst>
              <p:ext uri="{DAA4B4D4-6D71-4841-9C94-3DE7FCFB9230}">
                <p14:media xmlns:p14="http://schemas.microsoft.com/office/powerpoint/2010/main" r:embed="rId5"/>
              </p:ext>
            </p:extLst>
          </p:nvPr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57800" y="1524000"/>
            <a:ext cx="533400" cy="533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" name="别难过.wav" descr="别难过.wav">
            <a:hlinkClick r:id="" action="ppaction://media"/>
            <a:extLst>
              <a:ext uri="{FF2B5EF4-FFF2-40B4-BE49-F238E27FC236}">
                <a16:creationId xmlns:a16="http://schemas.microsoft.com/office/drawing/2014/main" id="{E39F1320-5721-A146-9299-6CFB01540922}"/>
              </a:ext>
            </a:extLst>
          </p:cNvPr>
          <p:cNvPicPr>
            <a:picLocks noChangeAspect="1" noChangeArrowheads="1"/>
          </p:cNvPicPr>
          <p:nvPr>
            <a:audioFile r:link="rId8"/>
            <p:extLst>
              <p:ext uri="{DAA4B4D4-6D71-4841-9C94-3DE7FCFB9230}">
                <p14:media xmlns:p14="http://schemas.microsoft.com/office/powerpoint/2010/main" r:embed="rId7"/>
              </p:ext>
            </p:extLst>
          </p:nvPr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67200" y="2667000"/>
            <a:ext cx="533400" cy="533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" name="她也有些难过。.wav" descr="她也有些难过。.wav">
            <a:hlinkClick r:id="" action="ppaction://media"/>
            <a:extLst>
              <a:ext uri="{FF2B5EF4-FFF2-40B4-BE49-F238E27FC236}">
                <a16:creationId xmlns:a16="http://schemas.microsoft.com/office/drawing/2014/main" id="{86F5B1EC-2FA7-CD4B-A284-43CC2AF6D420}"/>
              </a:ext>
            </a:extLst>
          </p:cNvPr>
          <p:cNvPicPr>
            <a:picLocks noChangeAspect="1" noChangeArrowheads="1"/>
          </p:cNvPicPr>
          <p:nvPr>
            <a:audioFile r:link="rId10"/>
            <p:extLst>
              <p:ext uri="{DAA4B4D4-6D71-4841-9C94-3DE7FCFB9230}">
                <p14:media xmlns:p14="http://schemas.microsoft.com/office/powerpoint/2010/main" r:embed="rId9"/>
              </p:ext>
            </p:extLst>
          </p:nvPr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62200" y="3276600"/>
            <a:ext cx="533400" cy="533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圆角矩形 8">
            <a:extLst>
              <a:ext uri="{FF2B5EF4-FFF2-40B4-BE49-F238E27FC236}">
                <a16:creationId xmlns:a16="http://schemas.microsoft.com/office/drawing/2014/main" id="{458A5C9F-2EB7-0949-A955-52CF8C1801C3}"/>
              </a:ext>
            </a:extLst>
          </p:cNvPr>
          <p:cNvSpPr/>
          <p:nvPr/>
        </p:nvSpPr>
        <p:spPr>
          <a:xfrm>
            <a:off x="6346825" y="5097463"/>
            <a:ext cx="2514600" cy="598487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kumimoji="1" lang="en-US" altLang="zh-CN" dirty="0">
                <a:hlinkClick r:id="rId13" action="ppaction://hlinksldjump"/>
              </a:rPr>
              <a:t>Click to the next page</a:t>
            </a:r>
            <a:endParaRPr kumimoji="1"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900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0" dur="756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4" dur="720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8" dur="1044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22" dur="1656" fill="hold"/>
                                        <p:tgtEl>
                                          <p:spTgt spid="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23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"/>
                </p:tgtEl>
              </p:cMediaNode>
            </p:audio>
            <p:audio>
              <p:cMediaNode vol="80000">
                <p:cTn id="24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  <p:audio>
              <p:cMediaNode vol="80000">
                <p:cTn id="25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5"/>
                </p:tgtEl>
              </p:cMediaNode>
            </p:audio>
            <p:audio>
              <p:cMediaNode vol="80000">
                <p:cTn id="26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  <p:audio>
              <p:cMediaNode vol="80000">
                <p:cTn id="2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7"/>
                </p:tgtEl>
              </p:cMediaNode>
            </p:audio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9" name="标题 1">
            <a:extLst>
              <a:ext uri="{FF2B5EF4-FFF2-40B4-BE49-F238E27FC236}">
                <a16:creationId xmlns:a16="http://schemas.microsoft.com/office/drawing/2014/main" id="{4DEF0CE2-FADC-7C42-9D94-BF4E299AC5F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kumimoji="1" lang="zh-CN" altLang="en-US"/>
              <a:t>难过 </a:t>
            </a:r>
            <a:r>
              <a:rPr kumimoji="1" lang="zh-CN" altLang="zh-CN"/>
              <a:t>nán</a:t>
            </a:r>
            <a:r>
              <a:rPr kumimoji="1" lang="zh-CN" altLang="en-US"/>
              <a:t> </a:t>
            </a:r>
            <a:r>
              <a:rPr kumimoji="1" lang="zh-CN" altLang="zh-CN"/>
              <a:t>guò </a:t>
            </a:r>
            <a:endParaRPr kumimoji="1" lang="zh-CN" alt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6605A88-C3ED-AE41-B583-3CFC43A22E2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zh-CN" sz="2000" dirty="0">
                <a:solidFill>
                  <a:srgbClr val="000000"/>
                </a:solidFill>
              </a:rPr>
              <a:t>ADJECTIVE  sorry; bad; sad</a:t>
            </a:r>
          </a:p>
          <a:p>
            <a:pPr eaLnBrk="1" hangingPunct="1">
              <a:defRPr/>
            </a:pPr>
            <a:r>
              <a:rPr lang="en-US" altLang="zh-CN" sz="2000" dirty="0">
                <a:solidFill>
                  <a:srgbClr val="000000"/>
                </a:solidFill>
              </a:rPr>
              <a:t>Collocation:</a:t>
            </a:r>
          </a:p>
          <a:p>
            <a:pPr marL="0" indent="0" eaLnBrk="1" hangingPunct="1">
              <a:buFontTx/>
              <a:buNone/>
              <a:defRPr/>
            </a:pPr>
            <a:r>
              <a:rPr lang="zh-CN" altLang="en-US" sz="2000" dirty="0">
                <a:solidFill>
                  <a:srgbClr val="000000"/>
                </a:solidFill>
              </a:rPr>
              <a:t>别（二级）难过</a:t>
            </a:r>
            <a:r>
              <a:rPr lang="en-US" altLang="zh-CN" sz="2000" dirty="0">
                <a:solidFill>
                  <a:srgbClr val="000000"/>
                </a:solidFill>
              </a:rPr>
              <a:t>  Do not be sad</a:t>
            </a:r>
          </a:p>
          <a:p>
            <a:pPr marL="0" indent="0" eaLnBrk="1" hangingPunct="1">
              <a:buFontTx/>
              <a:buNone/>
              <a:defRPr/>
            </a:pPr>
            <a:r>
              <a:rPr lang="en-US" altLang="zh-CN" sz="2000" dirty="0">
                <a:solidFill>
                  <a:srgbClr val="000000"/>
                </a:solidFill>
              </a:rPr>
              <a:t>Sentence:</a:t>
            </a:r>
          </a:p>
          <a:p>
            <a:pPr marL="0" indent="0" eaLnBrk="1" hangingPunct="1">
              <a:buFontTx/>
              <a:buNone/>
              <a:defRPr/>
            </a:pPr>
            <a:r>
              <a:rPr kumimoji="1" lang="zh-CN" altLang="en-US" sz="2000" dirty="0">
                <a:solidFill>
                  <a:srgbClr val="000000"/>
                </a:solidFill>
              </a:rPr>
              <a:t>她也有些难过。</a:t>
            </a:r>
            <a:endParaRPr kumimoji="1" lang="en-US" altLang="zh-CN" sz="2000" dirty="0">
              <a:solidFill>
                <a:srgbClr val="000000"/>
              </a:solidFill>
            </a:endParaRPr>
          </a:p>
          <a:p>
            <a:pPr marL="0" indent="0" eaLnBrk="1" hangingPunct="1">
              <a:buFontTx/>
              <a:buNone/>
              <a:defRPr/>
            </a:pPr>
            <a:r>
              <a:rPr kumimoji="1" lang="zh-CN" altLang="en-US" sz="2000" dirty="0">
                <a:solidFill>
                  <a:srgbClr val="000000"/>
                </a:solidFill>
              </a:rPr>
              <a:t>她</a:t>
            </a:r>
            <a:r>
              <a:rPr kumimoji="1" lang="en-US" altLang="zh-CN" sz="2000" dirty="0">
                <a:solidFill>
                  <a:srgbClr val="000000"/>
                </a:solidFill>
              </a:rPr>
              <a:t>/</a:t>
            </a:r>
            <a:r>
              <a:rPr kumimoji="1" lang="en-US" altLang="zh-CN" sz="2000" dirty="0" err="1">
                <a:solidFill>
                  <a:srgbClr val="000000"/>
                </a:solidFill>
              </a:rPr>
              <a:t>tā</a:t>
            </a:r>
            <a:r>
              <a:rPr kumimoji="1" lang="en-US" altLang="zh-CN" sz="2000" dirty="0">
                <a:solidFill>
                  <a:srgbClr val="000000"/>
                </a:solidFill>
              </a:rPr>
              <a:t>  </a:t>
            </a:r>
            <a:r>
              <a:rPr kumimoji="1" lang="zh-CN" altLang="en-US" sz="2000" dirty="0">
                <a:solidFill>
                  <a:srgbClr val="000000"/>
                </a:solidFill>
              </a:rPr>
              <a:t>也</a:t>
            </a:r>
            <a:r>
              <a:rPr kumimoji="1" lang="en-US" altLang="zh-CN" sz="2000" dirty="0">
                <a:solidFill>
                  <a:srgbClr val="000000"/>
                </a:solidFill>
              </a:rPr>
              <a:t>/</a:t>
            </a:r>
            <a:r>
              <a:rPr kumimoji="1" lang="en-US" altLang="zh-CN" sz="2000" dirty="0" err="1">
                <a:solidFill>
                  <a:srgbClr val="000000"/>
                </a:solidFill>
              </a:rPr>
              <a:t>yě</a:t>
            </a:r>
            <a:r>
              <a:rPr kumimoji="1" lang="en-US" altLang="zh-CN" sz="2000" dirty="0">
                <a:solidFill>
                  <a:srgbClr val="000000"/>
                </a:solidFill>
              </a:rPr>
              <a:t>  </a:t>
            </a:r>
            <a:r>
              <a:rPr kumimoji="1" lang="zh-CN" altLang="en-US" sz="2000" dirty="0">
                <a:solidFill>
                  <a:srgbClr val="000000"/>
                </a:solidFill>
              </a:rPr>
              <a:t>有些</a:t>
            </a:r>
            <a:r>
              <a:rPr kumimoji="1" lang="en-US" altLang="zh-CN" sz="2000" dirty="0">
                <a:solidFill>
                  <a:srgbClr val="000000"/>
                </a:solidFill>
              </a:rPr>
              <a:t>/</a:t>
            </a:r>
            <a:r>
              <a:rPr kumimoji="1" lang="en-US" altLang="zh-CN" sz="2000" dirty="0" err="1">
                <a:solidFill>
                  <a:srgbClr val="000000"/>
                </a:solidFill>
              </a:rPr>
              <a:t>yǒuxiē</a:t>
            </a:r>
            <a:r>
              <a:rPr kumimoji="1" lang="en-US" altLang="zh-CN" sz="2000" dirty="0">
                <a:solidFill>
                  <a:srgbClr val="000000"/>
                </a:solidFill>
              </a:rPr>
              <a:t>  </a:t>
            </a:r>
            <a:r>
              <a:rPr kumimoji="1" lang="zh-CN" altLang="en-US" sz="2000" dirty="0">
                <a:solidFill>
                  <a:srgbClr val="000000"/>
                </a:solidFill>
              </a:rPr>
              <a:t>难过</a:t>
            </a:r>
            <a:r>
              <a:rPr kumimoji="1" lang="en-US" altLang="zh-CN" sz="2000" dirty="0">
                <a:solidFill>
                  <a:srgbClr val="000000"/>
                </a:solidFill>
              </a:rPr>
              <a:t>/</a:t>
            </a:r>
            <a:r>
              <a:rPr kumimoji="1" lang="en-US" altLang="zh-CN" sz="2000" dirty="0" err="1">
                <a:solidFill>
                  <a:srgbClr val="000000"/>
                </a:solidFill>
              </a:rPr>
              <a:t>nánguò</a:t>
            </a:r>
            <a:r>
              <a:rPr kumimoji="1" lang="en-US" altLang="zh-CN" sz="2000" dirty="0">
                <a:solidFill>
                  <a:srgbClr val="000000"/>
                </a:solidFill>
              </a:rPr>
              <a:t>  </a:t>
            </a:r>
            <a:r>
              <a:rPr kumimoji="1" lang="zh-CN" altLang="en-US" sz="2000" dirty="0">
                <a:solidFill>
                  <a:srgbClr val="000000"/>
                </a:solidFill>
              </a:rPr>
              <a:t>。 </a:t>
            </a:r>
            <a:endParaRPr kumimoji="1" lang="en-US" altLang="zh-CN" sz="2000" dirty="0">
              <a:solidFill>
                <a:srgbClr val="000000"/>
              </a:solidFill>
            </a:endParaRPr>
          </a:p>
          <a:p>
            <a:pPr marL="0" indent="0" eaLnBrk="1" hangingPunct="1">
              <a:buFontTx/>
              <a:buNone/>
              <a:defRPr/>
            </a:pPr>
            <a:r>
              <a:rPr kumimoji="1" lang="en" altLang="zh-CN" sz="2000" dirty="0"/>
              <a:t>She was also a little sad.</a:t>
            </a:r>
            <a:endParaRPr kumimoji="1" lang="zh-CN" altLang="en-US" sz="2000" dirty="0"/>
          </a:p>
        </p:txBody>
      </p:sp>
      <p:pic>
        <p:nvPicPr>
          <p:cNvPr id="2" name="难过.wav" descr="难过.wav">
            <a:hlinkClick r:id="" action="ppaction://media"/>
            <a:extLst>
              <a:ext uri="{FF2B5EF4-FFF2-40B4-BE49-F238E27FC236}">
                <a16:creationId xmlns:a16="http://schemas.microsoft.com/office/drawing/2014/main" id="{634D3EF1-1A53-164A-B599-58C11CC748AA}"/>
              </a:ext>
            </a:extLst>
          </p:cNvPr>
          <p:cNvPicPr>
            <a:picLocks noChangeAspect="1" noChangeArrowheads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00800" y="457200"/>
            <a:ext cx="533400" cy="533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" name="别难过.wav" descr="别难过.wav">
            <a:hlinkClick r:id="" action="ppaction://media"/>
            <a:extLst>
              <a:ext uri="{FF2B5EF4-FFF2-40B4-BE49-F238E27FC236}">
                <a16:creationId xmlns:a16="http://schemas.microsoft.com/office/drawing/2014/main" id="{E39F1320-5721-A146-9299-6CFB01540922}"/>
              </a:ext>
            </a:extLst>
          </p:cNvPr>
          <p:cNvPicPr>
            <a:picLocks noChangeAspect="1" noChangeArrowheads="1"/>
          </p:cNvPicPr>
          <p:nvPr>
            <a:audi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67200" y="1905000"/>
            <a:ext cx="533400" cy="533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" name="她也有些难过。.wav" descr="她也有些难过。.wav">
            <a:hlinkClick r:id="" action="ppaction://media"/>
            <a:extLst>
              <a:ext uri="{FF2B5EF4-FFF2-40B4-BE49-F238E27FC236}">
                <a16:creationId xmlns:a16="http://schemas.microsoft.com/office/drawing/2014/main" id="{86F5B1EC-2FA7-CD4B-A284-43CC2AF6D420}"/>
              </a:ext>
            </a:extLst>
          </p:cNvPr>
          <p:cNvPicPr>
            <a:picLocks noChangeAspect="1" noChangeArrowheads="1"/>
          </p:cNvPicPr>
          <p:nvPr>
            <a:audioFile r:link="rId6"/>
            <p:extLst>
              <p:ext uri="{DAA4B4D4-6D71-4841-9C94-3DE7FCFB9230}">
                <p14:media xmlns:p14="http://schemas.microsoft.com/office/powerpoint/2010/main" r:embed="rId5"/>
              </p:ext>
            </p:extLst>
          </p:nvPr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62200" y="2514600"/>
            <a:ext cx="533400" cy="533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圆角矩形 8">
            <a:extLst>
              <a:ext uri="{FF2B5EF4-FFF2-40B4-BE49-F238E27FC236}">
                <a16:creationId xmlns:a16="http://schemas.microsoft.com/office/drawing/2014/main" id="{84560A7C-EB48-A24A-91C9-6F0A4525ABEF}"/>
              </a:ext>
            </a:extLst>
          </p:cNvPr>
          <p:cNvSpPr/>
          <p:nvPr/>
        </p:nvSpPr>
        <p:spPr>
          <a:xfrm>
            <a:off x="6346825" y="5097463"/>
            <a:ext cx="2514600" cy="598487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kumimoji="1" lang="en-US" altLang="zh-CN" dirty="0">
                <a:hlinkClick r:id="rId9" action="ppaction://hlinksldjump"/>
              </a:rPr>
              <a:t>Click to the next page</a:t>
            </a:r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3215919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900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0" dur="1044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4" dur="1656" fill="hold"/>
                                        <p:tgtEl>
                                          <p:spTgt spid="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15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"/>
                </p:tgtEl>
              </p:cMediaNode>
            </p:audio>
            <p:audio>
              <p:cMediaNode vol="80000">
                <p:cTn id="16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  <p:audio>
              <p:cMediaNode vol="80000">
                <p:cTn id="1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7"/>
                </p:tgtEl>
              </p:cMediaNode>
            </p:audio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9" name="标题 1">
            <a:extLst>
              <a:ext uri="{FF2B5EF4-FFF2-40B4-BE49-F238E27FC236}">
                <a16:creationId xmlns:a16="http://schemas.microsoft.com/office/drawing/2014/main" id="{4DEF0CE2-FADC-7C42-9D94-BF4E299AC5F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kumimoji="1" lang="zh-CN" altLang="en-US"/>
              <a:t>难过 </a:t>
            </a:r>
            <a:r>
              <a:rPr kumimoji="1" lang="zh-CN" altLang="zh-CN"/>
              <a:t>nán</a:t>
            </a:r>
            <a:r>
              <a:rPr kumimoji="1" lang="zh-CN" altLang="en-US"/>
              <a:t> </a:t>
            </a:r>
            <a:r>
              <a:rPr kumimoji="1" lang="zh-CN" altLang="zh-CN"/>
              <a:t>guò </a:t>
            </a:r>
            <a:endParaRPr kumimoji="1" lang="zh-CN" alt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6605A88-C3ED-AE41-B583-3CFC43A22E2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zh-CN" sz="2000" dirty="0">
                <a:solidFill>
                  <a:srgbClr val="000000"/>
                </a:solidFill>
              </a:rPr>
              <a:t>Collocation:</a:t>
            </a:r>
          </a:p>
          <a:p>
            <a:pPr marL="0" indent="0" eaLnBrk="1" hangingPunct="1">
              <a:buFontTx/>
              <a:buNone/>
              <a:defRPr/>
            </a:pPr>
            <a:r>
              <a:rPr lang="zh-CN" altLang="en-US" sz="2000" dirty="0">
                <a:solidFill>
                  <a:srgbClr val="000000"/>
                </a:solidFill>
              </a:rPr>
              <a:t>别（二级）难过</a:t>
            </a:r>
            <a:r>
              <a:rPr lang="en-US" altLang="zh-CN" sz="2000" dirty="0">
                <a:solidFill>
                  <a:srgbClr val="000000"/>
                </a:solidFill>
              </a:rPr>
              <a:t>  Do not be sad</a:t>
            </a:r>
          </a:p>
          <a:p>
            <a:pPr marL="0" indent="0" eaLnBrk="1" hangingPunct="1">
              <a:buFontTx/>
              <a:buNone/>
              <a:defRPr/>
            </a:pPr>
            <a:r>
              <a:rPr lang="en-US" altLang="zh-CN" sz="2000" dirty="0">
                <a:solidFill>
                  <a:srgbClr val="000000"/>
                </a:solidFill>
              </a:rPr>
              <a:t>Sentence:</a:t>
            </a:r>
          </a:p>
          <a:p>
            <a:pPr marL="0" indent="0" eaLnBrk="1" hangingPunct="1">
              <a:buFontTx/>
              <a:buNone/>
              <a:defRPr/>
            </a:pPr>
            <a:r>
              <a:rPr kumimoji="1" lang="zh-CN" altLang="en-US" sz="2000" dirty="0">
                <a:solidFill>
                  <a:srgbClr val="000000"/>
                </a:solidFill>
              </a:rPr>
              <a:t>她也有些难过。</a:t>
            </a:r>
            <a:endParaRPr kumimoji="1" lang="en-US" altLang="zh-CN" sz="2000" dirty="0">
              <a:solidFill>
                <a:srgbClr val="000000"/>
              </a:solidFill>
            </a:endParaRPr>
          </a:p>
          <a:p>
            <a:pPr marL="0" indent="0" eaLnBrk="1" hangingPunct="1">
              <a:buFontTx/>
              <a:buNone/>
              <a:defRPr/>
            </a:pPr>
            <a:r>
              <a:rPr kumimoji="1" lang="zh-CN" altLang="en-US" sz="2000" dirty="0">
                <a:solidFill>
                  <a:srgbClr val="000000"/>
                </a:solidFill>
              </a:rPr>
              <a:t>她</a:t>
            </a:r>
            <a:r>
              <a:rPr kumimoji="1" lang="en-US" altLang="zh-CN" sz="2000" dirty="0">
                <a:solidFill>
                  <a:srgbClr val="000000"/>
                </a:solidFill>
              </a:rPr>
              <a:t>/</a:t>
            </a:r>
            <a:r>
              <a:rPr kumimoji="1" lang="en-US" altLang="zh-CN" sz="2000" dirty="0" err="1">
                <a:solidFill>
                  <a:srgbClr val="000000"/>
                </a:solidFill>
              </a:rPr>
              <a:t>tā</a:t>
            </a:r>
            <a:r>
              <a:rPr kumimoji="1" lang="en-US" altLang="zh-CN" sz="2000" dirty="0">
                <a:solidFill>
                  <a:srgbClr val="000000"/>
                </a:solidFill>
              </a:rPr>
              <a:t>  </a:t>
            </a:r>
            <a:r>
              <a:rPr kumimoji="1" lang="zh-CN" altLang="en-US" sz="2000" dirty="0">
                <a:solidFill>
                  <a:srgbClr val="000000"/>
                </a:solidFill>
              </a:rPr>
              <a:t>也</a:t>
            </a:r>
            <a:r>
              <a:rPr kumimoji="1" lang="en-US" altLang="zh-CN" sz="2000" dirty="0">
                <a:solidFill>
                  <a:srgbClr val="000000"/>
                </a:solidFill>
              </a:rPr>
              <a:t>/</a:t>
            </a:r>
            <a:r>
              <a:rPr kumimoji="1" lang="en-US" altLang="zh-CN" sz="2000" dirty="0" err="1">
                <a:solidFill>
                  <a:srgbClr val="000000"/>
                </a:solidFill>
              </a:rPr>
              <a:t>yě</a:t>
            </a:r>
            <a:r>
              <a:rPr kumimoji="1" lang="en-US" altLang="zh-CN" sz="2000" dirty="0">
                <a:solidFill>
                  <a:srgbClr val="000000"/>
                </a:solidFill>
              </a:rPr>
              <a:t>  </a:t>
            </a:r>
            <a:r>
              <a:rPr kumimoji="1" lang="zh-CN" altLang="en-US" sz="2000" dirty="0">
                <a:solidFill>
                  <a:srgbClr val="000000"/>
                </a:solidFill>
              </a:rPr>
              <a:t>有些</a:t>
            </a:r>
            <a:r>
              <a:rPr kumimoji="1" lang="en-US" altLang="zh-CN" sz="2000" dirty="0">
                <a:solidFill>
                  <a:srgbClr val="000000"/>
                </a:solidFill>
              </a:rPr>
              <a:t>/</a:t>
            </a:r>
            <a:r>
              <a:rPr kumimoji="1" lang="en-US" altLang="zh-CN" sz="2000" dirty="0" err="1">
                <a:solidFill>
                  <a:srgbClr val="000000"/>
                </a:solidFill>
              </a:rPr>
              <a:t>yǒuxiē</a:t>
            </a:r>
            <a:r>
              <a:rPr kumimoji="1" lang="en-US" altLang="zh-CN" sz="2000" dirty="0">
                <a:solidFill>
                  <a:srgbClr val="000000"/>
                </a:solidFill>
              </a:rPr>
              <a:t>  </a:t>
            </a:r>
            <a:r>
              <a:rPr kumimoji="1" lang="zh-CN" altLang="en-US" sz="2000" dirty="0">
                <a:solidFill>
                  <a:srgbClr val="000000"/>
                </a:solidFill>
              </a:rPr>
              <a:t>难过</a:t>
            </a:r>
            <a:r>
              <a:rPr kumimoji="1" lang="en-US" altLang="zh-CN" sz="2000" dirty="0">
                <a:solidFill>
                  <a:srgbClr val="000000"/>
                </a:solidFill>
              </a:rPr>
              <a:t>/</a:t>
            </a:r>
            <a:r>
              <a:rPr kumimoji="1" lang="en-US" altLang="zh-CN" sz="2000" dirty="0" err="1">
                <a:solidFill>
                  <a:srgbClr val="000000"/>
                </a:solidFill>
              </a:rPr>
              <a:t>nánguò</a:t>
            </a:r>
            <a:r>
              <a:rPr kumimoji="1" lang="en-US" altLang="zh-CN" sz="2000" dirty="0">
                <a:solidFill>
                  <a:srgbClr val="000000"/>
                </a:solidFill>
              </a:rPr>
              <a:t>  </a:t>
            </a:r>
            <a:r>
              <a:rPr kumimoji="1" lang="zh-CN" altLang="en-US" sz="2000" dirty="0">
                <a:solidFill>
                  <a:srgbClr val="000000"/>
                </a:solidFill>
              </a:rPr>
              <a:t>。 </a:t>
            </a:r>
            <a:endParaRPr kumimoji="1" lang="en-US" altLang="zh-CN" sz="2000" dirty="0">
              <a:solidFill>
                <a:srgbClr val="000000"/>
              </a:solidFill>
            </a:endParaRPr>
          </a:p>
          <a:p>
            <a:pPr marL="0" indent="0" eaLnBrk="1" hangingPunct="1">
              <a:buFontTx/>
              <a:buNone/>
              <a:defRPr/>
            </a:pPr>
            <a:r>
              <a:rPr kumimoji="1" lang="en" altLang="zh-CN" sz="2000" dirty="0"/>
              <a:t>She was also a little sad.</a:t>
            </a:r>
            <a:endParaRPr kumimoji="1" lang="zh-CN" altLang="en-US" sz="2000" dirty="0"/>
          </a:p>
        </p:txBody>
      </p:sp>
      <p:pic>
        <p:nvPicPr>
          <p:cNvPr id="2" name="难过.wav" descr="难过.wav">
            <a:hlinkClick r:id="" action="ppaction://media"/>
            <a:extLst>
              <a:ext uri="{FF2B5EF4-FFF2-40B4-BE49-F238E27FC236}">
                <a16:creationId xmlns:a16="http://schemas.microsoft.com/office/drawing/2014/main" id="{634D3EF1-1A53-164A-B599-58C11CC748AA}"/>
              </a:ext>
            </a:extLst>
          </p:cNvPr>
          <p:cNvPicPr>
            <a:picLocks noChangeAspect="1" noChangeArrowheads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00800" y="457200"/>
            <a:ext cx="533400" cy="533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" name="别难过.wav" descr="别难过.wav">
            <a:hlinkClick r:id="" action="ppaction://media"/>
            <a:extLst>
              <a:ext uri="{FF2B5EF4-FFF2-40B4-BE49-F238E27FC236}">
                <a16:creationId xmlns:a16="http://schemas.microsoft.com/office/drawing/2014/main" id="{E39F1320-5721-A146-9299-6CFB01540922}"/>
              </a:ext>
            </a:extLst>
          </p:cNvPr>
          <p:cNvPicPr>
            <a:picLocks noChangeAspect="1" noChangeArrowheads="1"/>
          </p:cNvPicPr>
          <p:nvPr>
            <a:audi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67200" y="1676400"/>
            <a:ext cx="533400" cy="533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" name="她也有些难过。.wav" descr="她也有些难过。.wav">
            <a:hlinkClick r:id="" action="ppaction://media"/>
            <a:extLst>
              <a:ext uri="{FF2B5EF4-FFF2-40B4-BE49-F238E27FC236}">
                <a16:creationId xmlns:a16="http://schemas.microsoft.com/office/drawing/2014/main" id="{86F5B1EC-2FA7-CD4B-A284-43CC2AF6D420}"/>
              </a:ext>
            </a:extLst>
          </p:cNvPr>
          <p:cNvPicPr>
            <a:picLocks noChangeAspect="1" noChangeArrowheads="1"/>
          </p:cNvPicPr>
          <p:nvPr>
            <a:audioFile r:link="rId6"/>
            <p:extLst>
              <p:ext uri="{DAA4B4D4-6D71-4841-9C94-3DE7FCFB9230}">
                <p14:media xmlns:p14="http://schemas.microsoft.com/office/powerpoint/2010/main" r:embed="rId5"/>
              </p:ext>
            </p:extLst>
          </p:nvPr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62200" y="2286000"/>
            <a:ext cx="533400" cy="533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圆角矩形 8">
            <a:extLst>
              <a:ext uri="{FF2B5EF4-FFF2-40B4-BE49-F238E27FC236}">
                <a16:creationId xmlns:a16="http://schemas.microsoft.com/office/drawing/2014/main" id="{10F76014-2DD3-8447-80F8-9DFAF63B5F3F}"/>
              </a:ext>
            </a:extLst>
          </p:cNvPr>
          <p:cNvSpPr/>
          <p:nvPr/>
        </p:nvSpPr>
        <p:spPr>
          <a:xfrm>
            <a:off x="6346825" y="5097463"/>
            <a:ext cx="2514600" cy="598487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kumimoji="1" lang="en-US" altLang="zh-CN" dirty="0">
                <a:hlinkClick r:id="rId9" action="ppaction://hlinksldjump"/>
              </a:rPr>
              <a:t>Click to the next page</a:t>
            </a:r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2176333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900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0" dur="1044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4" dur="1656" fill="hold"/>
                                        <p:tgtEl>
                                          <p:spTgt spid="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15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"/>
                </p:tgtEl>
              </p:cMediaNode>
            </p:audio>
            <p:audio>
              <p:cMediaNode vol="80000">
                <p:cTn id="16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  <p:audio>
              <p:cMediaNode vol="80000">
                <p:cTn id="1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7"/>
                </p:tgtEl>
              </p:cMediaNode>
            </p:audio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9" name="标题 1">
            <a:extLst>
              <a:ext uri="{FF2B5EF4-FFF2-40B4-BE49-F238E27FC236}">
                <a16:creationId xmlns:a16="http://schemas.microsoft.com/office/drawing/2014/main" id="{4DEF0CE2-FADC-7C42-9D94-BF4E299AC5F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kumimoji="1" lang="zh-CN" altLang="en-US"/>
              <a:t>难过 </a:t>
            </a:r>
            <a:r>
              <a:rPr kumimoji="1" lang="zh-CN" altLang="zh-CN"/>
              <a:t>nán</a:t>
            </a:r>
            <a:r>
              <a:rPr kumimoji="1" lang="zh-CN" altLang="en-US"/>
              <a:t> </a:t>
            </a:r>
            <a:r>
              <a:rPr kumimoji="1" lang="zh-CN" altLang="zh-CN"/>
              <a:t>guò </a:t>
            </a:r>
            <a:endParaRPr kumimoji="1" lang="zh-CN" alt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6605A88-C3ED-AE41-B583-3CFC43A22E2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eaLnBrk="1" hangingPunct="1">
              <a:buFontTx/>
              <a:buNone/>
              <a:defRPr/>
            </a:pPr>
            <a:r>
              <a:rPr lang="en-US" altLang="zh-CN" sz="2000" dirty="0">
                <a:solidFill>
                  <a:srgbClr val="000000"/>
                </a:solidFill>
              </a:rPr>
              <a:t>Sentence:</a:t>
            </a:r>
          </a:p>
          <a:p>
            <a:pPr marL="0" indent="0" eaLnBrk="1" hangingPunct="1">
              <a:buFontTx/>
              <a:buNone/>
              <a:defRPr/>
            </a:pPr>
            <a:r>
              <a:rPr kumimoji="1" lang="zh-CN" altLang="en-US" sz="2000" dirty="0">
                <a:solidFill>
                  <a:srgbClr val="000000"/>
                </a:solidFill>
              </a:rPr>
              <a:t>她也有些难过。</a:t>
            </a:r>
            <a:endParaRPr kumimoji="1" lang="en-US" altLang="zh-CN" sz="2000" dirty="0">
              <a:solidFill>
                <a:srgbClr val="000000"/>
              </a:solidFill>
            </a:endParaRPr>
          </a:p>
          <a:p>
            <a:pPr marL="0" indent="0" eaLnBrk="1" hangingPunct="1">
              <a:buFontTx/>
              <a:buNone/>
              <a:defRPr/>
            </a:pPr>
            <a:r>
              <a:rPr kumimoji="1" lang="zh-CN" altLang="en-US" sz="2000" dirty="0">
                <a:solidFill>
                  <a:srgbClr val="000000"/>
                </a:solidFill>
              </a:rPr>
              <a:t>她</a:t>
            </a:r>
            <a:r>
              <a:rPr kumimoji="1" lang="en-US" altLang="zh-CN" sz="2000" dirty="0">
                <a:solidFill>
                  <a:srgbClr val="000000"/>
                </a:solidFill>
              </a:rPr>
              <a:t>/</a:t>
            </a:r>
            <a:r>
              <a:rPr kumimoji="1" lang="en-US" altLang="zh-CN" sz="2000" dirty="0" err="1">
                <a:solidFill>
                  <a:srgbClr val="000000"/>
                </a:solidFill>
              </a:rPr>
              <a:t>tā</a:t>
            </a:r>
            <a:r>
              <a:rPr kumimoji="1" lang="en-US" altLang="zh-CN" sz="2000" dirty="0">
                <a:solidFill>
                  <a:srgbClr val="000000"/>
                </a:solidFill>
              </a:rPr>
              <a:t>  </a:t>
            </a:r>
            <a:r>
              <a:rPr kumimoji="1" lang="zh-CN" altLang="en-US" sz="2000" dirty="0">
                <a:solidFill>
                  <a:srgbClr val="000000"/>
                </a:solidFill>
              </a:rPr>
              <a:t>也</a:t>
            </a:r>
            <a:r>
              <a:rPr kumimoji="1" lang="en-US" altLang="zh-CN" sz="2000" dirty="0">
                <a:solidFill>
                  <a:srgbClr val="000000"/>
                </a:solidFill>
              </a:rPr>
              <a:t>/</a:t>
            </a:r>
            <a:r>
              <a:rPr kumimoji="1" lang="en-US" altLang="zh-CN" sz="2000" dirty="0" err="1">
                <a:solidFill>
                  <a:srgbClr val="000000"/>
                </a:solidFill>
              </a:rPr>
              <a:t>yě</a:t>
            </a:r>
            <a:r>
              <a:rPr kumimoji="1" lang="en-US" altLang="zh-CN" sz="2000" dirty="0">
                <a:solidFill>
                  <a:srgbClr val="000000"/>
                </a:solidFill>
              </a:rPr>
              <a:t>  </a:t>
            </a:r>
            <a:r>
              <a:rPr kumimoji="1" lang="zh-CN" altLang="en-US" sz="2000" dirty="0">
                <a:solidFill>
                  <a:srgbClr val="000000"/>
                </a:solidFill>
              </a:rPr>
              <a:t>有些</a:t>
            </a:r>
            <a:r>
              <a:rPr kumimoji="1" lang="en-US" altLang="zh-CN" sz="2000" dirty="0">
                <a:solidFill>
                  <a:srgbClr val="000000"/>
                </a:solidFill>
              </a:rPr>
              <a:t>/</a:t>
            </a:r>
            <a:r>
              <a:rPr kumimoji="1" lang="en-US" altLang="zh-CN" sz="2000" dirty="0" err="1">
                <a:solidFill>
                  <a:srgbClr val="000000"/>
                </a:solidFill>
              </a:rPr>
              <a:t>yǒuxiē</a:t>
            </a:r>
            <a:r>
              <a:rPr kumimoji="1" lang="en-US" altLang="zh-CN" sz="2000" dirty="0">
                <a:solidFill>
                  <a:srgbClr val="000000"/>
                </a:solidFill>
              </a:rPr>
              <a:t>  </a:t>
            </a:r>
            <a:r>
              <a:rPr kumimoji="1" lang="zh-CN" altLang="en-US" sz="2000" dirty="0">
                <a:solidFill>
                  <a:srgbClr val="000000"/>
                </a:solidFill>
              </a:rPr>
              <a:t>难过</a:t>
            </a:r>
            <a:r>
              <a:rPr kumimoji="1" lang="en-US" altLang="zh-CN" sz="2000" dirty="0">
                <a:solidFill>
                  <a:srgbClr val="000000"/>
                </a:solidFill>
              </a:rPr>
              <a:t>/</a:t>
            </a:r>
            <a:r>
              <a:rPr kumimoji="1" lang="en-US" altLang="zh-CN" sz="2000" dirty="0" err="1">
                <a:solidFill>
                  <a:srgbClr val="000000"/>
                </a:solidFill>
              </a:rPr>
              <a:t>nánguò</a:t>
            </a:r>
            <a:r>
              <a:rPr kumimoji="1" lang="en-US" altLang="zh-CN" sz="2000" dirty="0">
                <a:solidFill>
                  <a:srgbClr val="000000"/>
                </a:solidFill>
              </a:rPr>
              <a:t>  </a:t>
            </a:r>
            <a:r>
              <a:rPr kumimoji="1" lang="zh-CN" altLang="en-US" sz="2000" dirty="0">
                <a:solidFill>
                  <a:srgbClr val="000000"/>
                </a:solidFill>
              </a:rPr>
              <a:t>。 </a:t>
            </a:r>
            <a:endParaRPr kumimoji="1" lang="en-US" altLang="zh-CN" sz="2000" dirty="0">
              <a:solidFill>
                <a:srgbClr val="000000"/>
              </a:solidFill>
            </a:endParaRPr>
          </a:p>
          <a:p>
            <a:pPr marL="0" indent="0" eaLnBrk="1" hangingPunct="1">
              <a:buFontTx/>
              <a:buNone/>
              <a:defRPr/>
            </a:pPr>
            <a:r>
              <a:rPr kumimoji="1" lang="en" altLang="zh-CN" sz="2000" dirty="0"/>
              <a:t>She was also a little sad.</a:t>
            </a:r>
            <a:endParaRPr kumimoji="1" lang="zh-CN" altLang="en-US" sz="2000" dirty="0"/>
          </a:p>
        </p:txBody>
      </p:sp>
      <p:pic>
        <p:nvPicPr>
          <p:cNvPr id="2" name="难过.wav" descr="难过.wav">
            <a:hlinkClick r:id="" action="ppaction://media"/>
            <a:extLst>
              <a:ext uri="{FF2B5EF4-FFF2-40B4-BE49-F238E27FC236}">
                <a16:creationId xmlns:a16="http://schemas.microsoft.com/office/drawing/2014/main" id="{634D3EF1-1A53-164A-B599-58C11CC748AA}"/>
              </a:ext>
            </a:extLst>
          </p:cNvPr>
          <p:cNvPicPr>
            <a:picLocks noChangeAspect="1" noChangeArrowheads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00800" y="457200"/>
            <a:ext cx="533400" cy="533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" name="她也有些难过。.wav" descr="她也有些难过。.wav">
            <a:hlinkClick r:id="" action="ppaction://media"/>
            <a:extLst>
              <a:ext uri="{FF2B5EF4-FFF2-40B4-BE49-F238E27FC236}">
                <a16:creationId xmlns:a16="http://schemas.microsoft.com/office/drawing/2014/main" id="{86F5B1EC-2FA7-CD4B-A284-43CC2AF6D420}"/>
              </a:ext>
            </a:extLst>
          </p:cNvPr>
          <p:cNvPicPr>
            <a:picLocks noChangeAspect="1" noChangeArrowheads="1"/>
          </p:cNvPicPr>
          <p:nvPr>
            <a:audi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62200" y="1524000"/>
            <a:ext cx="533400" cy="533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圆角矩形 8">
            <a:extLst>
              <a:ext uri="{FF2B5EF4-FFF2-40B4-BE49-F238E27FC236}">
                <a16:creationId xmlns:a16="http://schemas.microsoft.com/office/drawing/2014/main" id="{AC79E8AC-76FC-FF4E-82ED-D653B7000526}"/>
              </a:ext>
            </a:extLst>
          </p:cNvPr>
          <p:cNvSpPr/>
          <p:nvPr/>
        </p:nvSpPr>
        <p:spPr>
          <a:xfrm>
            <a:off x="6346825" y="5097463"/>
            <a:ext cx="2514600" cy="598487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kumimoji="1" lang="en-US" altLang="zh-CN" dirty="0">
                <a:hlinkClick r:id="rId7" action="ppaction://hlinksldjump"/>
              </a:rPr>
              <a:t>Click to the next page</a:t>
            </a:r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2563143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900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0" dur="1656" fill="hold"/>
                                        <p:tgtEl>
                                          <p:spTgt spid="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11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"/>
                </p:tgtEl>
              </p:cMediaNode>
            </p:audio>
            <p:audio>
              <p:cMediaNode vol="80000">
                <p:cTn id="12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7"/>
                </p:tgtEl>
              </p:cMediaNode>
            </p:audio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3" name="标题 1">
            <a:extLst>
              <a:ext uri="{FF2B5EF4-FFF2-40B4-BE49-F238E27FC236}">
                <a16:creationId xmlns:a16="http://schemas.microsoft.com/office/drawing/2014/main" id="{D9032D3B-9595-0C40-8614-BDDB0E7DF16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kumimoji="1" lang="en-US" altLang="zh-CN"/>
              <a:t>practice</a:t>
            </a:r>
            <a:endParaRPr kumimoji="1" lang="zh-CN" alt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E0749C8-2ECD-F14F-B704-CE3CF3B382E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indent="-457200" eaLnBrk="1" hangingPunct="1">
              <a:buFontTx/>
              <a:buAutoNum type="arabicPeriod"/>
              <a:defRPr/>
            </a:pPr>
            <a:r>
              <a:rPr lang="en" altLang="zh-CN" sz="2000" dirty="0"/>
              <a:t>Find</a:t>
            </a:r>
            <a:r>
              <a:rPr lang="zh-CN" altLang="en-US" sz="2000" dirty="0"/>
              <a:t> </a:t>
            </a:r>
            <a:r>
              <a:rPr lang="en-US" altLang="zh-CN" sz="2000" dirty="0"/>
              <a:t>responding</a:t>
            </a:r>
            <a:r>
              <a:rPr lang="zh-CN" altLang="en-US" sz="2000" dirty="0"/>
              <a:t> </a:t>
            </a:r>
            <a:r>
              <a:rPr lang="en" altLang="zh-CN" sz="2000" dirty="0"/>
              <a:t>word. </a:t>
            </a:r>
          </a:p>
          <a:p>
            <a:pPr marL="0" indent="0" eaLnBrk="1" hangingPunct="1">
              <a:buFontTx/>
              <a:buNone/>
              <a:defRPr/>
            </a:pPr>
            <a:r>
              <a:rPr lang="zh-CN" altLang="en-US" sz="2000" dirty="0"/>
              <a:t>（）</a:t>
            </a:r>
            <a:r>
              <a:rPr lang="en-US" altLang="zh-CN" sz="2000" dirty="0">
                <a:solidFill>
                  <a:srgbClr val="000000"/>
                </a:solidFill>
              </a:rPr>
              <a:t> sorry; bad; sad</a:t>
            </a:r>
          </a:p>
          <a:p>
            <a:pPr marL="0" indent="0" eaLnBrk="1" hangingPunct="1">
              <a:buFontTx/>
              <a:buNone/>
              <a:defRPr/>
            </a:pPr>
            <a:r>
              <a:rPr lang="en" altLang="zh-CN" sz="2000" dirty="0"/>
              <a:t>A.</a:t>
            </a:r>
            <a:r>
              <a:rPr lang="zh-CN" altLang="en-US" sz="2000" dirty="0"/>
              <a:t>选择  </a:t>
            </a:r>
            <a:r>
              <a:rPr lang="en" altLang="zh-CN" sz="2000" dirty="0"/>
              <a:t>B.</a:t>
            </a:r>
            <a:r>
              <a:rPr lang="zh-CN" altLang="en-US" sz="2000" dirty="0"/>
              <a:t>难过  </a:t>
            </a:r>
            <a:r>
              <a:rPr lang="en" altLang="zh-CN" sz="2000" dirty="0"/>
              <a:t>C.</a:t>
            </a:r>
            <a:r>
              <a:rPr lang="zh-CN" altLang="en-US" sz="2000" dirty="0"/>
              <a:t>九  </a:t>
            </a:r>
            <a:r>
              <a:rPr lang="en" altLang="zh-CN" sz="2000" dirty="0"/>
              <a:t>D.</a:t>
            </a:r>
            <a:r>
              <a:rPr lang="zh-CN" altLang="en-US" sz="2000" dirty="0"/>
              <a:t>吗</a:t>
            </a:r>
            <a:endParaRPr lang="en-US" altLang="zh-CN" sz="2000" dirty="0"/>
          </a:p>
          <a:p>
            <a:pPr marL="0" indent="0" eaLnBrk="1" hangingPunct="1">
              <a:buFontTx/>
              <a:buNone/>
              <a:defRPr/>
            </a:pPr>
            <a:endParaRPr lang="en-US" altLang="zh-CN" sz="2000" dirty="0"/>
          </a:p>
          <a:p>
            <a:pPr marL="0" indent="0" eaLnBrk="1" hangingPunct="1">
              <a:buFontTx/>
              <a:buNone/>
              <a:defRPr/>
            </a:pPr>
            <a:r>
              <a:rPr lang="en-US" altLang="zh-CN" sz="2000" dirty="0"/>
              <a:t>2.</a:t>
            </a:r>
            <a:r>
              <a:rPr lang="zh-CN" altLang="en-US" sz="2000" dirty="0"/>
              <a:t> </a:t>
            </a:r>
            <a:r>
              <a:rPr lang="en-US" altLang="zh-CN" sz="2000" dirty="0"/>
              <a:t>Find</a:t>
            </a:r>
            <a:r>
              <a:rPr lang="zh-CN" altLang="en-US" sz="2000" dirty="0"/>
              <a:t> </a:t>
            </a:r>
            <a:r>
              <a:rPr lang="en-US" altLang="zh-CN" sz="2000" dirty="0"/>
              <a:t>right</a:t>
            </a:r>
            <a:r>
              <a:rPr lang="zh-CN" altLang="en-US" sz="2000" dirty="0"/>
              <a:t> </a:t>
            </a:r>
            <a:r>
              <a:rPr lang="en-US" altLang="zh-CN" sz="2000" dirty="0"/>
              <a:t>collocation.</a:t>
            </a:r>
          </a:p>
          <a:p>
            <a:pPr marL="0" indent="0" eaLnBrk="1" hangingPunct="1">
              <a:buFontTx/>
              <a:buNone/>
              <a:defRPr/>
            </a:pPr>
            <a:r>
              <a:rPr lang="zh-CN" altLang="en-US" sz="2000" dirty="0">
                <a:solidFill>
                  <a:srgbClr val="000000"/>
                </a:solidFill>
              </a:rPr>
              <a:t>别（） </a:t>
            </a:r>
            <a:r>
              <a:rPr lang="en" altLang="zh-CN" sz="2000" dirty="0"/>
              <a:t>A.</a:t>
            </a:r>
            <a:r>
              <a:rPr lang="zh-CN" altLang="en-US" sz="2000" dirty="0"/>
              <a:t>筷子 </a:t>
            </a:r>
            <a:r>
              <a:rPr lang="en" altLang="zh-CN" sz="2000" dirty="0"/>
              <a:t>B.</a:t>
            </a:r>
            <a:r>
              <a:rPr lang="zh-CN" altLang="en-US" sz="2000" dirty="0"/>
              <a:t>喂（叹词） </a:t>
            </a:r>
            <a:r>
              <a:rPr lang="en" altLang="zh-CN" sz="2000" dirty="0"/>
              <a:t>C.</a:t>
            </a:r>
            <a:r>
              <a:rPr lang="zh-CN" altLang="en-US" sz="2000" dirty="0"/>
              <a:t>准备 </a:t>
            </a:r>
            <a:r>
              <a:rPr lang="en" altLang="zh-CN" sz="2000" dirty="0"/>
              <a:t>D.</a:t>
            </a:r>
            <a:r>
              <a:rPr lang="zh-CN" altLang="en-US" sz="2000" dirty="0"/>
              <a:t>难过</a:t>
            </a:r>
            <a:endParaRPr lang="en-US" altLang="zh-CN" sz="2000" dirty="0"/>
          </a:p>
          <a:p>
            <a:pPr marL="0" indent="0" eaLnBrk="1" hangingPunct="1">
              <a:buFontTx/>
              <a:buNone/>
              <a:defRPr/>
            </a:pPr>
            <a:endParaRPr lang="en-US" altLang="zh-CN" sz="2000" dirty="0"/>
          </a:p>
          <a:p>
            <a:pPr marL="0" indent="0" eaLnBrk="1" hangingPunct="1">
              <a:buFontTx/>
              <a:buNone/>
              <a:defRPr/>
            </a:pPr>
            <a:r>
              <a:rPr lang="en-US" altLang="zh-CN" sz="2000" dirty="0"/>
              <a:t>3.</a:t>
            </a:r>
            <a:r>
              <a:rPr lang="zh-CN" altLang="en-US" sz="2000" dirty="0"/>
              <a:t> </a:t>
            </a:r>
            <a:r>
              <a:rPr lang="en-US" altLang="zh-CN" sz="2000" dirty="0"/>
              <a:t>Fill</a:t>
            </a:r>
            <a:r>
              <a:rPr lang="zh-CN" altLang="en-US" sz="2000" dirty="0"/>
              <a:t> </a:t>
            </a:r>
            <a:r>
              <a:rPr lang="en-US" altLang="zh-CN" sz="2000" dirty="0"/>
              <a:t>in right word.</a:t>
            </a:r>
          </a:p>
          <a:p>
            <a:pPr marL="0" indent="0" eaLnBrk="1" hangingPunct="1">
              <a:buFontTx/>
              <a:buNone/>
              <a:defRPr/>
            </a:pPr>
            <a:r>
              <a:rPr kumimoji="1" lang="zh-CN" altLang="en-US" sz="2000" dirty="0">
                <a:solidFill>
                  <a:srgbClr val="000000"/>
                </a:solidFill>
              </a:rPr>
              <a:t>她也有些难（）。</a:t>
            </a:r>
            <a:endParaRPr kumimoji="1" lang="zh-CN" altLang="en-US" sz="2000" dirty="0"/>
          </a:p>
        </p:txBody>
      </p:sp>
      <p:sp>
        <p:nvSpPr>
          <p:cNvPr id="4" name="圆角矩形 3">
            <a:extLst>
              <a:ext uri="{FF2B5EF4-FFF2-40B4-BE49-F238E27FC236}">
                <a16:creationId xmlns:a16="http://schemas.microsoft.com/office/drawing/2014/main" id="{92BA0FE6-6965-B644-AEC9-BB8F8F18C094}"/>
              </a:ext>
            </a:extLst>
          </p:cNvPr>
          <p:cNvSpPr/>
          <p:nvPr/>
        </p:nvSpPr>
        <p:spPr>
          <a:xfrm>
            <a:off x="6346825" y="5097463"/>
            <a:ext cx="2514600" cy="598487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kumimoji="1" lang="en-US" altLang="zh-CN" dirty="0">
                <a:hlinkClick r:id="rId2" action="ppaction://hlinksldjump"/>
              </a:rPr>
              <a:t>Click to the next page</a:t>
            </a:r>
            <a:endParaRPr kumimoji="1" lang="zh-CN" altLang="en-US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CED0817-D27F-B64C-9D40-FB9BCEACDD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sz="2800" dirty="0"/>
              <a:t>End</a:t>
            </a:r>
            <a:r>
              <a:rPr kumimoji="1" lang="zh-CN" altLang="en-US" sz="2800" dirty="0"/>
              <a:t> </a:t>
            </a:r>
            <a:r>
              <a:rPr kumimoji="1" lang="en-US" altLang="zh-CN" sz="2800" dirty="0"/>
              <a:t>time</a:t>
            </a:r>
            <a:r>
              <a:rPr kumimoji="1" lang="zh-CN" altLang="en-US" sz="2800" dirty="0"/>
              <a:t> </a:t>
            </a:r>
            <a:r>
              <a:rPr kumimoji="1" lang="en-US" altLang="zh-CN" sz="2800" dirty="0"/>
              <a:t>of learning a word </a:t>
            </a:r>
            <a:endParaRPr kumimoji="1" lang="zh-CN" altLang="en-US" sz="2800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077E894-BBC6-7C41-9939-B130BFD1BA5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zh-CN" sz="2000" dirty="0"/>
              <a:t>Please write down the present time (accurate to the minute) on your paper. __________</a:t>
            </a:r>
          </a:p>
          <a:p>
            <a:endParaRPr kumimoji="1" lang="zh-CN" altLang="en-US" dirty="0"/>
          </a:p>
        </p:txBody>
      </p:sp>
      <p:sp>
        <p:nvSpPr>
          <p:cNvPr id="4" name="圆角矩形 3">
            <a:extLst>
              <a:ext uri="{FF2B5EF4-FFF2-40B4-BE49-F238E27FC236}">
                <a16:creationId xmlns:a16="http://schemas.microsoft.com/office/drawing/2014/main" id="{01ADF194-DBE7-8A4C-B5E8-98F40B075572}"/>
              </a:ext>
            </a:extLst>
          </p:cNvPr>
          <p:cNvSpPr/>
          <p:nvPr/>
        </p:nvSpPr>
        <p:spPr>
          <a:xfrm>
            <a:off x="6346825" y="5097463"/>
            <a:ext cx="2514600" cy="598487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kumimoji="1" lang="en-US" altLang="zh-CN" dirty="0">
                <a:hlinkClick r:id="rId2" action="ppaction://hlinksldjump"/>
              </a:rPr>
              <a:t>Next word</a:t>
            </a:r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50868623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CED0817-D27F-B64C-9D40-FB9BCEACDD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sz="2800" dirty="0"/>
              <a:t>Start</a:t>
            </a:r>
            <a:r>
              <a:rPr kumimoji="1" lang="zh-CN" altLang="en-US" sz="2800" dirty="0"/>
              <a:t> </a:t>
            </a:r>
            <a:r>
              <a:rPr kumimoji="1" lang="en-US" altLang="zh-CN" sz="2800" dirty="0"/>
              <a:t>time</a:t>
            </a:r>
            <a:r>
              <a:rPr kumimoji="1" lang="zh-CN" altLang="en-US" sz="2800" dirty="0"/>
              <a:t> </a:t>
            </a:r>
            <a:r>
              <a:rPr kumimoji="1" lang="en-US" altLang="zh-CN" sz="2800" dirty="0"/>
              <a:t>of learning a word </a:t>
            </a:r>
            <a:endParaRPr kumimoji="1" lang="zh-CN" altLang="en-US" sz="2800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077E894-BBC6-7C41-9939-B130BFD1BA5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zh-CN" sz="2000" dirty="0"/>
              <a:t>Please write down the present time (accurate to the minute) on your paper. __________</a:t>
            </a:r>
          </a:p>
          <a:p>
            <a:endParaRPr kumimoji="1" lang="zh-CN" altLang="en-US" dirty="0"/>
          </a:p>
        </p:txBody>
      </p:sp>
      <p:sp>
        <p:nvSpPr>
          <p:cNvPr id="4" name="圆角矩形 3">
            <a:extLst>
              <a:ext uri="{FF2B5EF4-FFF2-40B4-BE49-F238E27FC236}">
                <a16:creationId xmlns:a16="http://schemas.microsoft.com/office/drawing/2014/main" id="{01ADF194-DBE7-8A4C-B5E8-98F40B075572}"/>
              </a:ext>
            </a:extLst>
          </p:cNvPr>
          <p:cNvSpPr/>
          <p:nvPr/>
        </p:nvSpPr>
        <p:spPr>
          <a:xfrm>
            <a:off x="6346825" y="5097463"/>
            <a:ext cx="2514600" cy="598487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kumimoji="1" lang="en-US" altLang="zh-CN" dirty="0">
                <a:hlinkClick r:id="rId2" action="ppaction://hlinksldjump"/>
              </a:rPr>
              <a:t>Click to the next page</a:t>
            </a:r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99315487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1" name="标题 1">
            <a:extLst>
              <a:ext uri="{FF2B5EF4-FFF2-40B4-BE49-F238E27FC236}">
                <a16:creationId xmlns:a16="http://schemas.microsoft.com/office/drawing/2014/main" id="{06570B87-D7AD-9647-9CE5-37739358B28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74637"/>
            <a:ext cx="8229600" cy="1249363"/>
          </a:xfrm>
        </p:spPr>
        <p:txBody>
          <a:bodyPr/>
          <a:lstStyle/>
          <a:p>
            <a:pPr algn="l"/>
            <a:r>
              <a:rPr kumimoji="1" lang="en-US" altLang="zh-CN" sz="2400" dirty="0"/>
              <a:t>How about you know </a:t>
            </a:r>
            <a:r>
              <a:rPr kumimoji="1" lang="zh-CN" altLang="en-US" sz="2400" dirty="0"/>
              <a:t>幸福（</a:t>
            </a:r>
            <a:r>
              <a:rPr kumimoji="1" lang="en-US" altLang="zh-CN" sz="2400" dirty="0"/>
              <a:t>NOUN</a:t>
            </a:r>
            <a:r>
              <a:rPr kumimoji="1" lang="zh-CN" altLang="en-US" sz="2400" dirty="0"/>
              <a:t>）？</a:t>
            </a:r>
            <a:br>
              <a:rPr kumimoji="1" lang="en-US" altLang="zh-CN" sz="2400" dirty="0"/>
            </a:br>
            <a:r>
              <a:rPr kumimoji="1" lang="en-US" altLang="zh-CN" sz="2400" dirty="0"/>
              <a:t>Please</a:t>
            </a:r>
            <a:r>
              <a:rPr kumimoji="1" lang="zh-CN" altLang="en-US" sz="2400" dirty="0"/>
              <a:t> </a:t>
            </a:r>
            <a:r>
              <a:rPr kumimoji="1" lang="en-US" altLang="zh-CN" sz="2400" dirty="0"/>
              <a:t>write down the choice on your page and click the choice to jump to the corresponding page</a:t>
            </a:r>
            <a:endParaRPr kumimoji="1" lang="zh-CN" altLang="en-US" sz="2400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30F45E4-88F1-6F47-B1DD-2543870B46A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676400"/>
            <a:ext cx="8229600" cy="3962399"/>
          </a:xfrm>
        </p:spPr>
        <p:txBody>
          <a:bodyPr/>
          <a:lstStyle/>
          <a:p>
            <a:pPr>
              <a:defRPr/>
            </a:pPr>
            <a:r>
              <a:rPr lang="en-US" altLang="zh-CN" sz="2000" dirty="0"/>
              <a:t>I have never seen this word.</a:t>
            </a:r>
          </a:p>
          <a:p>
            <a:pPr marL="0" indent="0">
              <a:buNone/>
              <a:defRPr/>
            </a:pPr>
            <a:r>
              <a:rPr lang="en-US" altLang="zh-CN" sz="2000" dirty="0"/>
              <a:t> </a:t>
            </a:r>
            <a:endParaRPr lang="zh-CN" altLang="zh-CN" sz="2000" dirty="0"/>
          </a:p>
          <a:p>
            <a:pPr>
              <a:defRPr/>
            </a:pPr>
            <a:r>
              <a:rPr lang="en-US" altLang="zh-CN" sz="2000" dirty="0"/>
              <a:t>I don’t know what it means. </a:t>
            </a:r>
            <a:endParaRPr lang="zh-CN" altLang="zh-CN" sz="2000" dirty="0"/>
          </a:p>
          <a:p>
            <a:pPr>
              <a:defRPr/>
            </a:pPr>
            <a:endParaRPr lang="zh-CN" altLang="zh-CN" sz="2000" dirty="0"/>
          </a:p>
          <a:p>
            <a:pPr>
              <a:defRPr/>
            </a:pPr>
            <a:r>
              <a:rPr lang="en-US" altLang="zh-CN" sz="2000" dirty="0"/>
              <a:t>I know its collocation, but I don’t know how to use it in a sentence.</a:t>
            </a:r>
          </a:p>
          <a:p>
            <a:pPr>
              <a:defRPr/>
            </a:pPr>
            <a:endParaRPr lang="en-US" altLang="zh-CN" sz="2000" dirty="0"/>
          </a:p>
          <a:p>
            <a:pPr>
              <a:defRPr/>
            </a:pPr>
            <a:r>
              <a:rPr lang="en-US" altLang="zh-CN" sz="2000" dirty="0"/>
              <a:t>I can use it in a sentence. </a:t>
            </a:r>
            <a:endParaRPr lang="zh-CN" altLang="zh-CN" sz="1800" dirty="0"/>
          </a:p>
        </p:txBody>
      </p:sp>
      <p:sp>
        <p:nvSpPr>
          <p:cNvPr id="4" name="圆角矩形 3">
            <a:extLst>
              <a:ext uri="{FF2B5EF4-FFF2-40B4-BE49-F238E27FC236}">
                <a16:creationId xmlns:a16="http://schemas.microsoft.com/office/drawing/2014/main" id="{3C106C97-9EF1-AE4E-80B1-861673DC5DA6}"/>
              </a:ext>
            </a:extLst>
          </p:cNvPr>
          <p:cNvSpPr/>
          <p:nvPr/>
        </p:nvSpPr>
        <p:spPr>
          <a:xfrm>
            <a:off x="4191000" y="1752600"/>
            <a:ext cx="762000" cy="3810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kumimoji="1" lang="en-US" altLang="zh-CN" dirty="0">
                <a:hlinkClick r:id="rId2" action="ppaction://hlinksldjump"/>
              </a:rPr>
              <a:t>A</a:t>
            </a:r>
            <a:endParaRPr kumimoji="1" lang="zh-CN" altLang="en-US" dirty="0"/>
          </a:p>
        </p:txBody>
      </p:sp>
      <p:sp>
        <p:nvSpPr>
          <p:cNvPr id="7" name="圆角矩形 6">
            <a:extLst>
              <a:ext uri="{FF2B5EF4-FFF2-40B4-BE49-F238E27FC236}">
                <a16:creationId xmlns:a16="http://schemas.microsoft.com/office/drawing/2014/main" id="{D6C5558C-2A94-D340-B88D-3771B105CE99}"/>
              </a:ext>
            </a:extLst>
          </p:cNvPr>
          <p:cNvSpPr/>
          <p:nvPr/>
        </p:nvSpPr>
        <p:spPr>
          <a:xfrm>
            <a:off x="7531395" y="3581400"/>
            <a:ext cx="762000" cy="3810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kumimoji="1" lang="en-US" altLang="zh-CN" dirty="0">
                <a:hlinkClick r:id="rId3" action="ppaction://hlinksldjump"/>
              </a:rPr>
              <a:t>D</a:t>
            </a:r>
            <a:endParaRPr kumimoji="1" lang="zh-CN" altLang="en-US" dirty="0"/>
          </a:p>
        </p:txBody>
      </p:sp>
      <p:sp>
        <p:nvSpPr>
          <p:cNvPr id="8" name="圆角矩形 7">
            <a:extLst>
              <a:ext uri="{FF2B5EF4-FFF2-40B4-BE49-F238E27FC236}">
                <a16:creationId xmlns:a16="http://schemas.microsoft.com/office/drawing/2014/main" id="{E418098F-A830-0E4B-AE1B-BF99FBB77185}"/>
              </a:ext>
            </a:extLst>
          </p:cNvPr>
          <p:cNvSpPr/>
          <p:nvPr/>
        </p:nvSpPr>
        <p:spPr>
          <a:xfrm>
            <a:off x="3962400" y="3962400"/>
            <a:ext cx="762000" cy="3810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kumimoji="1" lang="en-US" altLang="zh-CN" dirty="0">
                <a:hlinkClick r:id="rId4" action="ppaction://hlinksldjump"/>
              </a:rPr>
              <a:t>E</a:t>
            </a:r>
            <a:endParaRPr kumimoji="1" lang="zh-CN" altLang="en-US" dirty="0"/>
          </a:p>
        </p:txBody>
      </p:sp>
      <p:sp>
        <p:nvSpPr>
          <p:cNvPr id="9" name="圆角矩形 8">
            <a:extLst>
              <a:ext uri="{FF2B5EF4-FFF2-40B4-BE49-F238E27FC236}">
                <a16:creationId xmlns:a16="http://schemas.microsoft.com/office/drawing/2014/main" id="{5E955882-84DF-F541-BD1E-BB1F7EDDA2DC}"/>
              </a:ext>
            </a:extLst>
          </p:cNvPr>
          <p:cNvSpPr/>
          <p:nvPr/>
        </p:nvSpPr>
        <p:spPr>
          <a:xfrm>
            <a:off x="4191000" y="2514600"/>
            <a:ext cx="762000" cy="3810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kumimoji="1" lang="en-US" altLang="zh-CN" dirty="0">
                <a:solidFill>
                  <a:schemeClr val="accent1">
                    <a:lumMod val="50000"/>
                  </a:schemeClr>
                </a:solidFill>
                <a:hlinkClick r:id="rId5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B</a:t>
            </a:r>
            <a:endParaRPr kumimoji="1" lang="zh-CN" altLang="en-US" dirty="0">
              <a:solidFill>
                <a:schemeClr val="accent1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6216312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7" name="标题 1">
            <a:extLst>
              <a:ext uri="{FF2B5EF4-FFF2-40B4-BE49-F238E27FC236}">
                <a16:creationId xmlns:a16="http://schemas.microsoft.com/office/drawing/2014/main" id="{508CE1D0-200E-6E4C-BDFA-6C535318787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kumimoji="1" lang="zh-CN" altLang="en-US" sz="2800"/>
              <a:t>幸福 </a:t>
            </a:r>
            <a:r>
              <a:rPr kumimoji="1" lang="zh-CN" altLang="zh-CN" sz="2800"/>
              <a:t>xìngfú </a:t>
            </a:r>
            <a:endParaRPr kumimoji="1" lang="zh-CN" altLang="en-US" sz="2800"/>
          </a:p>
        </p:txBody>
      </p:sp>
      <p:sp>
        <p:nvSpPr>
          <p:cNvPr id="9218" name="内容占位符 2">
            <a:extLst>
              <a:ext uri="{FF2B5EF4-FFF2-40B4-BE49-F238E27FC236}">
                <a16:creationId xmlns:a16="http://schemas.microsoft.com/office/drawing/2014/main" id="{5C5F52BD-55D1-8B41-8244-DBF826D474EA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zh-CN" altLang="zh-CN" sz="2000"/>
              <a:t>幸</a:t>
            </a:r>
            <a:r>
              <a:rPr lang="zh-CN" altLang="en-US" sz="2000"/>
              <a:t> </a:t>
            </a:r>
            <a:r>
              <a:rPr kumimoji="1" lang="zh-CN" altLang="zh-CN" sz="2000"/>
              <a:t>xìng </a:t>
            </a:r>
            <a:r>
              <a:rPr lang="en-US" altLang="zh-CN" sz="2000"/>
              <a:t>NOUN</a:t>
            </a:r>
            <a:r>
              <a:rPr lang="zh-CN" altLang="en-US" sz="2000"/>
              <a:t>  </a:t>
            </a:r>
            <a:r>
              <a:rPr lang="en-US" altLang="zh-CN" sz="2000"/>
              <a:t>fortune; good luck; happiness</a:t>
            </a:r>
          </a:p>
          <a:p>
            <a:pPr eaLnBrk="1" hangingPunct="1"/>
            <a:r>
              <a:rPr lang="zh-CN" altLang="zh-CN" sz="2000"/>
              <a:t>福 </a:t>
            </a:r>
            <a:r>
              <a:rPr kumimoji="1" lang="zh-CN" altLang="zh-CN" sz="2000"/>
              <a:t>fú </a:t>
            </a:r>
            <a:r>
              <a:rPr lang="zh-CN" altLang="zh-CN" sz="2000"/>
              <a:t>NOUN  good fortune; blessing; happiness</a:t>
            </a:r>
          </a:p>
          <a:p>
            <a:pPr eaLnBrk="1" hangingPunct="1"/>
            <a:r>
              <a:rPr lang="zh-CN" altLang="zh-CN" sz="2000"/>
              <a:t>NOUN</a:t>
            </a:r>
            <a:r>
              <a:rPr lang="zh-CN" altLang="en-US" sz="2000"/>
              <a:t>   </a:t>
            </a:r>
            <a:r>
              <a:rPr lang="zh-CN" altLang="zh-CN" sz="2000"/>
              <a:t>happiness;</a:t>
            </a:r>
            <a:r>
              <a:rPr lang="zh-CN" altLang="en-US" sz="2000"/>
              <a:t> </a:t>
            </a:r>
            <a:r>
              <a:rPr lang="zh-CN" altLang="zh-CN" sz="2000"/>
              <a:t>well-being</a:t>
            </a:r>
            <a:endParaRPr lang="en-US" altLang="zh-CN" sz="2000"/>
          </a:p>
          <a:p>
            <a:pPr eaLnBrk="1" hangingPunct="1"/>
            <a:r>
              <a:rPr lang="en-US" altLang="zh-CN" sz="2000"/>
              <a:t>Sentence:</a:t>
            </a:r>
          </a:p>
          <a:p>
            <a:pPr eaLnBrk="1" hangingPunct="1"/>
            <a:r>
              <a:rPr kumimoji="1" lang="zh-CN" altLang="en-US" sz="2000"/>
              <a:t>什么是幸福？</a:t>
            </a:r>
            <a:endParaRPr kumimoji="1" lang="en-US" altLang="zh-CN" sz="2000"/>
          </a:p>
          <a:p>
            <a:pPr eaLnBrk="1" hangingPunct="1"/>
            <a:r>
              <a:rPr kumimoji="1" lang="zh-CN" altLang="en-US" sz="2000"/>
              <a:t>什么</a:t>
            </a:r>
            <a:r>
              <a:rPr kumimoji="1" lang="en-US" altLang="zh-CN" sz="2000"/>
              <a:t>/</a:t>
            </a:r>
            <a:r>
              <a:rPr kumimoji="1" lang="zh-CN" altLang="zh-CN" sz="2000"/>
              <a:t>shénme  </a:t>
            </a:r>
            <a:r>
              <a:rPr kumimoji="1" lang="zh-CN" altLang="en-US" sz="2000"/>
              <a:t>是</a:t>
            </a:r>
            <a:r>
              <a:rPr kumimoji="1" lang="en-US" altLang="zh-CN" sz="2000"/>
              <a:t>/</a:t>
            </a:r>
            <a:r>
              <a:rPr kumimoji="1" lang="zh-CN" altLang="zh-CN" sz="2000"/>
              <a:t>shì  </a:t>
            </a:r>
            <a:r>
              <a:rPr kumimoji="1" lang="zh-CN" altLang="en-US" sz="2000"/>
              <a:t>幸福</a:t>
            </a:r>
            <a:r>
              <a:rPr kumimoji="1" lang="en-US" altLang="zh-CN" sz="2000"/>
              <a:t>/</a:t>
            </a:r>
            <a:r>
              <a:rPr kumimoji="1" lang="zh-CN" altLang="zh-CN" sz="2000"/>
              <a:t>xìngfú  ？ </a:t>
            </a:r>
            <a:endParaRPr kumimoji="1" lang="en-US" altLang="zh-CN" sz="2000"/>
          </a:p>
          <a:p>
            <a:pPr eaLnBrk="1" hangingPunct="1"/>
            <a:r>
              <a:rPr kumimoji="1" lang="zh-CN" altLang="zh-CN" sz="2000"/>
              <a:t>What is happiness?</a:t>
            </a:r>
            <a:endParaRPr kumimoji="1" lang="zh-CN" altLang="en-US" sz="2000"/>
          </a:p>
        </p:txBody>
      </p:sp>
      <p:pic>
        <p:nvPicPr>
          <p:cNvPr id="2" name="幸福.wav" descr="幸福.wav">
            <a:hlinkClick r:id="" action="ppaction://media"/>
            <a:extLst>
              <a:ext uri="{FF2B5EF4-FFF2-40B4-BE49-F238E27FC236}">
                <a16:creationId xmlns:a16="http://schemas.microsoft.com/office/drawing/2014/main" id="{DB3A1E15-2BE6-604F-8A08-4308277C553E}"/>
              </a:ext>
            </a:extLst>
          </p:cNvPr>
          <p:cNvPicPr>
            <a:picLocks noChangeAspect="1" noChangeArrowheads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38800" y="427038"/>
            <a:ext cx="436563" cy="4365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" name="幸.wav" descr="幸.wav">
            <a:hlinkClick r:id="" action="ppaction://media"/>
            <a:extLst>
              <a:ext uri="{FF2B5EF4-FFF2-40B4-BE49-F238E27FC236}">
                <a16:creationId xmlns:a16="http://schemas.microsoft.com/office/drawing/2014/main" id="{BDDFA6F2-4D44-5041-8491-D860F39D5866}"/>
              </a:ext>
            </a:extLst>
          </p:cNvPr>
          <p:cNvPicPr>
            <a:picLocks noChangeAspect="1" noChangeArrowheads="1"/>
          </p:cNvPicPr>
          <p:nvPr>
            <a:audi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19838" y="1239838"/>
            <a:ext cx="436562" cy="4365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" name="福.wav" descr="福.wav">
            <a:hlinkClick r:id="" action="ppaction://media"/>
            <a:extLst>
              <a:ext uri="{FF2B5EF4-FFF2-40B4-BE49-F238E27FC236}">
                <a16:creationId xmlns:a16="http://schemas.microsoft.com/office/drawing/2014/main" id="{6D7380C5-63C6-8A4C-B187-9B73E3C5C7CE}"/>
              </a:ext>
            </a:extLst>
          </p:cNvPr>
          <p:cNvPicPr>
            <a:picLocks noChangeAspect="1" noChangeArrowheads="1"/>
          </p:cNvPicPr>
          <p:nvPr>
            <a:audioFile r:link="rId6"/>
            <p:extLst>
              <p:ext uri="{DAA4B4D4-6D71-4841-9C94-3DE7FCFB9230}">
                <p14:media xmlns:p14="http://schemas.microsoft.com/office/powerpoint/2010/main" r:embed="rId5"/>
              </p:ext>
            </p:extLst>
          </p:nvPr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19838" y="1620838"/>
            <a:ext cx="436562" cy="4365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什么是幸福？.wav" descr="什么是幸福？.wav">
            <a:hlinkClick r:id="" action="ppaction://media"/>
            <a:extLst>
              <a:ext uri="{FF2B5EF4-FFF2-40B4-BE49-F238E27FC236}">
                <a16:creationId xmlns:a16="http://schemas.microsoft.com/office/drawing/2014/main" id="{2FB9F35B-115E-2442-87B5-69DA74500C2D}"/>
              </a:ext>
            </a:extLst>
          </p:cNvPr>
          <p:cNvPicPr>
            <a:picLocks noChangeAspect="1" noChangeArrowheads="1"/>
          </p:cNvPicPr>
          <p:nvPr>
            <a:audioFile r:link="rId8"/>
            <p:extLst>
              <p:ext uri="{DAA4B4D4-6D71-4841-9C94-3DE7FCFB9230}">
                <p14:media xmlns:p14="http://schemas.microsoft.com/office/powerpoint/2010/main" r:embed="rId7"/>
              </p:ext>
            </p:extLst>
          </p:nvPr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14600" y="2611438"/>
            <a:ext cx="436563" cy="4365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圆角矩形 7">
            <a:extLst>
              <a:ext uri="{FF2B5EF4-FFF2-40B4-BE49-F238E27FC236}">
                <a16:creationId xmlns:a16="http://schemas.microsoft.com/office/drawing/2014/main" id="{DCF41D03-3E4E-D648-9AE8-15731007EDC6}"/>
              </a:ext>
            </a:extLst>
          </p:cNvPr>
          <p:cNvSpPr/>
          <p:nvPr/>
        </p:nvSpPr>
        <p:spPr>
          <a:xfrm>
            <a:off x="6346825" y="5097463"/>
            <a:ext cx="2514600" cy="598487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kumimoji="1" lang="en-US" altLang="zh-CN" dirty="0">
                <a:hlinkClick r:id="rId11" action="ppaction://hlinksldjump"/>
              </a:rPr>
              <a:t>Click to the next page</a:t>
            </a:r>
            <a:endParaRPr kumimoji="1"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008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0" dur="684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4" dur="756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8" dur="1548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19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"/>
                </p:tgtEl>
              </p:cMediaNode>
            </p:audio>
            <p:audio>
              <p:cMediaNode vol="80000">
                <p:cTn id="20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3"/>
                </p:tgtEl>
              </p:cMediaNode>
            </p:audio>
            <p:audio>
              <p:cMediaNode vol="80000">
                <p:cTn id="21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  <p:audio>
              <p:cMediaNode vol="80000">
                <p:cTn id="22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5"/>
                </p:tgtEl>
              </p:cMediaNode>
            </p:audio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7" name="标题 1">
            <a:extLst>
              <a:ext uri="{FF2B5EF4-FFF2-40B4-BE49-F238E27FC236}">
                <a16:creationId xmlns:a16="http://schemas.microsoft.com/office/drawing/2014/main" id="{508CE1D0-200E-6E4C-BDFA-6C535318787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kumimoji="1" lang="zh-CN" altLang="en-US" sz="2800"/>
              <a:t>幸福 </a:t>
            </a:r>
            <a:r>
              <a:rPr kumimoji="1" lang="zh-CN" altLang="zh-CN" sz="2800"/>
              <a:t>xìngfú </a:t>
            </a:r>
            <a:endParaRPr kumimoji="1" lang="zh-CN" altLang="en-US" sz="2800"/>
          </a:p>
        </p:txBody>
      </p:sp>
      <p:sp>
        <p:nvSpPr>
          <p:cNvPr id="9218" name="内容占位符 2">
            <a:extLst>
              <a:ext uri="{FF2B5EF4-FFF2-40B4-BE49-F238E27FC236}">
                <a16:creationId xmlns:a16="http://schemas.microsoft.com/office/drawing/2014/main" id="{5C5F52BD-55D1-8B41-8244-DBF826D474EA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zh-CN" altLang="zh-CN" sz="2000" dirty="0"/>
              <a:t>NOUN</a:t>
            </a:r>
            <a:r>
              <a:rPr lang="zh-CN" altLang="en-US" sz="2000" dirty="0"/>
              <a:t>   </a:t>
            </a:r>
            <a:r>
              <a:rPr lang="zh-CN" altLang="zh-CN" sz="2000" dirty="0"/>
              <a:t>happiness;</a:t>
            </a:r>
            <a:r>
              <a:rPr lang="zh-CN" altLang="en-US" sz="2000" dirty="0"/>
              <a:t> </a:t>
            </a:r>
            <a:r>
              <a:rPr lang="zh-CN" altLang="zh-CN" sz="2000" dirty="0"/>
              <a:t>well-being</a:t>
            </a:r>
            <a:endParaRPr lang="en-US" altLang="zh-CN" sz="2000" dirty="0"/>
          </a:p>
          <a:p>
            <a:pPr eaLnBrk="1" hangingPunct="1"/>
            <a:r>
              <a:rPr lang="en-US" altLang="zh-CN" sz="2000" dirty="0"/>
              <a:t>Sentence:</a:t>
            </a:r>
          </a:p>
          <a:p>
            <a:pPr eaLnBrk="1" hangingPunct="1"/>
            <a:r>
              <a:rPr kumimoji="1" lang="zh-CN" altLang="en-US" sz="2000" dirty="0"/>
              <a:t>什么是幸福？</a:t>
            </a:r>
            <a:endParaRPr kumimoji="1" lang="en-US" altLang="zh-CN" sz="2000" dirty="0"/>
          </a:p>
          <a:p>
            <a:pPr eaLnBrk="1" hangingPunct="1"/>
            <a:r>
              <a:rPr kumimoji="1" lang="zh-CN" altLang="en-US" sz="2000" dirty="0"/>
              <a:t>什么</a:t>
            </a:r>
            <a:r>
              <a:rPr kumimoji="1" lang="en-US" altLang="zh-CN" sz="2000" dirty="0"/>
              <a:t>/</a:t>
            </a:r>
            <a:r>
              <a:rPr kumimoji="1" lang="zh-CN" altLang="zh-CN" sz="2000" dirty="0"/>
              <a:t>shénme  </a:t>
            </a:r>
            <a:r>
              <a:rPr kumimoji="1" lang="zh-CN" altLang="en-US" sz="2000" dirty="0"/>
              <a:t>是</a:t>
            </a:r>
            <a:r>
              <a:rPr kumimoji="1" lang="en-US" altLang="zh-CN" sz="2000" dirty="0"/>
              <a:t>/</a:t>
            </a:r>
            <a:r>
              <a:rPr kumimoji="1" lang="zh-CN" altLang="zh-CN" sz="2000" dirty="0"/>
              <a:t>shì  </a:t>
            </a:r>
            <a:r>
              <a:rPr kumimoji="1" lang="zh-CN" altLang="en-US" sz="2000" dirty="0"/>
              <a:t>幸福</a:t>
            </a:r>
            <a:r>
              <a:rPr kumimoji="1" lang="en-US" altLang="zh-CN" sz="2000" dirty="0"/>
              <a:t>/</a:t>
            </a:r>
            <a:r>
              <a:rPr kumimoji="1" lang="zh-CN" altLang="zh-CN" sz="2000" dirty="0"/>
              <a:t>xìngfú  ？ </a:t>
            </a:r>
            <a:endParaRPr kumimoji="1" lang="en-US" altLang="zh-CN" sz="2000" dirty="0"/>
          </a:p>
          <a:p>
            <a:pPr eaLnBrk="1" hangingPunct="1"/>
            <a:r>
              <a:rPr kumimoji="1" lang="zh-CN" altLang="zh-CN" sz="2000" dirty="0"/>
              <a:t>What is happiness?</a:t>
            </a:r>
            <a:endParaRPr kumimoji="1" lang="zh-CN" altLang="en-US" sz="2000" dirty="0"/>
          </a:p>
        </p:txBody>
      </p:sp>
      <p:pic>
        <p:nvPicPr>
          <p:cNvPr id="2" name="幸福.wav" descr="幸福.wav">
            <a:hlinkClick r:id="" action="ppaction://media"/>
            <a:extLst>
              <a:ext uri="{FF2B5EF4-FFF2-40B4-BE49-F238E27FC236}">
                <a16:creationId xmlns:a16="http://schemas.microsoft.com/office/drawing/2014/main" id="{DB3A1E15-2BE6-604F-8A08-4308277C553E}"/>
              </a:ext>
            </a:extLst>
          </p:cNvPr>
          <p:cNvPicPr>
            <a:picLocks noChangeAspect="1" noChangeArrowheads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38800" y="427038"/>
            <a:ext cx="436563" cy="4365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什么是幸福？.wav" descr="什么是幸福？.wav">
            <a:hlinkClick r:id="" action="ppaction://media"/>
            <a:extLst>
              <a:ext uri="{FF2B5EF4-FFF2-40B4-BE49-F238E27FC236}">
                <a16:creationId xmlns:a16="http://schemas.microsoft.com/office/drawing/2014/main" id="{2FB9F35B-115E-2442-87B5-69DA74500C2D}"/>
              </a:ext>
            </a:extLst>
          </p:cNvPr>
          <p:cNvPicPr>
            <a:picLocks noChangeAspect="1" noChangeArrowheads="1"/>
          </p:cNvPicPr>
          <p:nvPr>
            <a:audi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14600" y="1828800"/>
            <a:ext cx="436563" cy="4365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圆角矩形 8">
            <a:extLst>
              <a:ext uri="{FF2B5EF4-FFF2-40B4-BE49-F238E27FC236}">
                <a16:creationId xmlns:a16="http://schemas.microsoft.com/office/drawing/2014/main" id="{6C23C1B1-E846-C544-ADAE-EE55E10EC3DC}"/>
              </a:ext>
            </a:extLst>
          </p:cNvPr>
          <p:cNvSpPr/>
          <p:nvPr/>
        </p:nvSpPr>
        <p:spPr>
          <a:xfrm>
            <a:off x="6346825" y="5097463"/>
            <a:ext cx="2514600" cy="598487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kumimoji="1" lang="en-US" altLang="zh-CN" dirty="0">
                <a:hlinkClick r:id="rId7" action="ppaction://hlinksldjump"/>
              </a:rPr>
              <a:t>Click to the next page</a:t>
            </a:r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2759886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008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0" dur="1548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11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"/>
                </p:tgtEl>
              </p:cMediaNode>
            </p:audio>
            <p:audio>
              <p:cMediaNode vol="80000">
                <p:cTn id="12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5"/>
                </p:tgtEl>
              </p:cMediaNode>
            </p:audio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7" name="标题 1">
            <a:extLst>
              <a:ext uri="{FF2B5EF4-FFF2-40B4-BE49-F238E27FC236}">
                <a16:creationId xmlns:a16="http://schemas.microsoft.com/office/drawing/2014/main" id="{508CE1D0-200E-6E4C-BDFA-6C535318787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kumimoji="1" lang="zh-CN" altLang="en-US" sz="2800"/>
              <a:t>幸福 </a:t>
            </a:r>
            <a:r>
              <a:rPr kumimoji="1" lang="zh-CN" altLang="zh-CN" sz="2800"/>
              <a:t>xìngfú </a:t>
            </a:r>
            <a:endParaRPr kumimoji="1" lang="zh-CN" altLang="en-US" sz="2800"/>
          </a:p>
        </p:txBody>
      </p:sp>
      <p:sp>
        <p:nvSpPr>
          <p:cNvPr id="9218" name="内容占位符 2">
            <a:extLst>
              <a:ext uri="{FF2B5EF4-FFF2-40B4-BE49-F238E27FC236}">
                <a16:creationId xmlns:a16="http://schemas.microsoft.com/office/drawing/2014/main" id="{5C5F52BD-55D1-8B41-8244-DBF826D474EA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zh-CN" sz="2000" dirty="0"/>
              <a:t>Sentence:</a:t>
            </a:r>
          </a:p>
          <a:p>
            <a:pPr eaLnBrk="1" hangingPunct="1"/>
            <a:r>
              <a:rPr kumimoji="1" lang="zh-CN" altLang="en-US" sz="2000" dirty="0"/>
              <a:t>什么是幸福？</a:t>
            </a:r>
            <a:endParaRPr kumimoji="1" lang="en-US" altLang="zh-CN" sz="2000" dirty="0"/>
          </a:p>
          <a:p>
            <a:pPr eaLnBrk="1" hangingPunct="1"/>
            <a:r>
              <a:rPr kumimoji="1" lang="zh-CN" altLang="en-US" sz="2000" dirty="0"/>
              <a:t>什么</a:t>
            </a:r>
            <a:r>
              <a:rPr kumimoji="1" lang="en-US" altLang="zh-CN" sz="2000" dirty="0"/>
              <a:t>/</a:t>
            </a:r>
            <a:r>
              <a:rPr kumimoji="1" lang="zh-CN" altLang="zh-CN" sz="2000" dirty="0"/>
              <a:t>shénme  </a:t>
            </a:r>
            <a:r>
              <a:rPr kumimoji="1" lang="zh-CN" altLang="en-US" sz="2000" dirty="0"/>
              <a:t>是</a:t>
            </a:r>
            <a:r>
              <a:rPr kumimoji="1" lang="en-US" altLang="zh-CN" sz="2000" dirty="0"/>
              <a:t>/</a:t>
            </a:r>
            <a:r>
              <a:rPr kumimoji="1" lang="zh-CN" altLang="zh-CN" sz="2000" dirty="0"/>
              <a:t>shì  </a:t>
            </a:r>
            <a:r>
              <a:rPr kumimoji="1" lang="zh-CN" altLang="en-US" sz="2000" dirty="0"/>
              <a:t>幸福</a:t>
            </a:r>
            <a:r>
              <a:rPr kumimoji="1" lang="en-US" altLang="zh-CN" sz="2000" dirty="0"/>
              <a:t>/</a:t>
            </a:r>
            <a:r>
              <a:rPr kumimoji="1" lang="zh-CN" altLang="zh-CN" sz="2000" dirty="0"/>
              <a:t>xìngfú  ？ </a:t>
            </a:r>
            <a:endParaRPr kumimoji="1" lang="en-US" altLang="zh-CN" sz="2000" dirty="0"/>
          </a:p>
          <a:p>
            <a:pPr eaLnBrk="1" hangingPunct="1"/>
            <a:r>
              <a:rPr kumimoji="1" lang="zh-CN" altLang="zh-CN" sz="2000" dirty="0"/>
              <a:t>What is happiness?</a:t>
            </a:r>
            <a:endParaRPr kumimoji="1" lang="zh-CN" altLang="en-US" sz="2000" dirty="0"/>
          </a:p>
        </p:txBody>
      </p:sp>
      <p:pic>
        <p:nvPicPr>
          <p:cNvPr id="2" name="幸福.wav" descr="幸福.wav">
            <a:hlinkClick r:id="" action="ppaction://media"/>
            <a:extLst>
              <a:ext uri="{FF2B5EF4-FFF2-40B4-BE49-F238E27FC236}">
                <a16:creationId xmlns:a16="http://schemas.microsoft.com/office/drawing/2014/main" id="{DB3A1E15-2BE6-604F-8A08-4308277C553E}"/>
              </a:ext>
            </a:extLst>
          </p:cNvPr>
          <p:cNvPicPr>
            <a:picLocks noChangeAspect="1" noChangeArrowheads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38800" y="427038"/>
            <a:ext cx="436563" cy="4365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什么是幸福？.wav" descr="什么是幸福？.wav">
            <a:hlinkClick r:id="" action="ppaction://media"/>
            <a:extLst>
              <a:ext uri="{FF2B5EF4-FFF2-40B4-BE49-F238E27FC236}">
                <a16:creationId xmlns:a16="http://schemas.microsoft.com/office/drawing/2014/main" id="{2FB9F35B-115E-2442-87B5-69DA74500C2D}"/>
              </a:ext>
            </a:extLst>
          </p:cNvPr>
          <p:cNvPicPr>
            <a:picLocks noChangeAspect="1" noChangeArrowheads="1"/>
          </p:cNvPicPr>
          <p:nvPr>
            <a:audi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14600" y="1524000"/>
            <a:ext cx="436563" cy="4365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圆角矩形 7">
            <a:extLst>
              <a:ext uri="{FF2B5EF4-FFF2-40B4-BE49-F238E27FC236}">
                <a16:creationId xmlns:a16="http://schemas.microsoft.com/office/drawing/2014/main" id="{A9351D9F-3CF9-9F41-A3CE-0010E40EA98C}"/>
              </a:ext>
            </a:extLst>
          </p:cNvPr>
          <p:cNvSpPr/>
          <p:nvPr/>
        </p:nvSpPr>
        <p:spPr>
          <a:xfrm>
            <a:off x="6346825" y="5097463"/>
            <a:ext cx="2514600" cy="598487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kumimoji="1" lang="en-US" altLang="zh-CN" dirty="0">
                <a:hlinkClick r:id="rId7" action="ppaction://hlinksldjump"/>
              </a:rPr>
              <a:t>Click to the next page</a:t>
            </a:r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3467384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008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0" dur="1548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11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"/>
                </p:tgtEl>
              </p:cMediaNode>
            </p:audio>
            <p:audio>
              <p:cMediaNode vol="80000">
                <p:cTn id="12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5"/>
                </p:tgtEl>
              </p:cMediaNode>
            </p:audio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1" name="标题 1">
            <a:extLst>
              <a:ext uri="{FF2B5EF4-FFF2-40B4-BE49-F238E27FC236}">
                <a16:creationId xmlns:a16="http://schemas.microsoft.com/office/drawing/2014/main" id="{DBE1F91C-2A83-9C4A-A8AF-F331FDBFED3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kumimoji="1" lang="en-US" altLang="zh-CN"/>
              <a:t>practice</a:t>
            </a:r>
            <a:endParaRPr kumimoji="1" lang="zh-CN" alt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8CD4DD0-5ABF-2441-982F-ADE89BD4922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indent="-457200" eaLnBrk="1" hangingPunct="1">
              <a:buFontTx/>
              <a:buAutoNum type="arabicPeriod"/>
              <a:defRPr/>
            </a:pPr>
            <a:r>
              <a:rPr lang="en" altLang="zh-CN" sz="2000" dirty="0"/>
              <a:t>Find</a:t>
            </a:r>
            <a:r>
              <a:rPr lang="zh-CN" altLang="en-US" sz="2000" dirty="0"/>
              <a:t> </a:t>
            </a:r>
            <a:r>
              <a:rPr lang="en-US" altLang="zh-CN" sz="2000" dirty="0"/>
              <a:t>responding</a:t>
            </a:r>
            <a:r>
              <a:rPr lang="zh-CN" altLang="en-US" sz="2000" dirty="0"/>
              <a:t> </a:t>
            </a:r>
            <a:r>
              <a:rPr lang="en" altLang="zh-CN" sz="2000" dirty="0"/>
              <a:t>word. </a:t>
            </a:r>
          </a:p>
          <a:p>
            <a:pPr marL="0" indent="0" eaLnBrk="1" hangingPunct="1">
              <a:buFontTx/>
              <a:buNone/>
              <a:defRPr/>
            </a:pPr>
            <a:r>
              <a:rPr lang="zh-CN" altLang="en-US" sz="2000" dirty="0"/>
              <a:t>（）</a:t>
            </a:r>
            <a:r>
              <a:rPr lang="en" altLang="zh-CN" sz="2000" dirty="0"/>
              <a:t> happiness;</a:t>
            </a:r>
            <a:r>
              <a:rPr lang="zh-CN" altLang="en-US" sz="2000" dirty="0"/>
              <a:t> </a:t>
            </a:r>
            <a:r>
              <a:rPr lang="en" altLang="zh-CN" sz="2000" dirty="0"/>
              <a:t>well-being</a:t>
            </a:r>
            <a:r>
              <a:rPr lang="zh-CN" altLang="en-US" sz="2000" dirty="0"/>
              <a:t>    </a:t>
            </a:r>
            <a:r>
              <a:rPr lang="en-US" altLang="zh-CN" sz="2000" dirty="0"/>
              <a:t>A.</a:t>
            </a:r>
            <a:r>
              <a:rPr lang="zh-CN" altLang="en-US" sz="2000" dirty="0"/>
              <a:t>幸福  </a:t>
            </a:r>
            <a:r>
              <a:rPr lang="en-US" altLang="zh-CN" sz="2000" dirty="0"/>
              <a:t>B.</a:t>
            </a:r>
            <a:r>
              <a:rPr lang="zh-CN" altLang="en-US" sz="2000" dirty="0"/>
              <a:t>东西  </a:t>
            </a:r>
            <a:r>
              <a:rPr lang="en-US" altLang="zh-CN" sz="2000" dirty="0"/>
              <a:t>C.</a:t>
            </a:r>
            <a:r>
              <a:rPr lang="zh-CN" altLang="en-US" sz="2000" dirty="0"/>
              <a:t>游戏  </a:t>
            </a:r>
            <a:r>
              <a:rPr lang="en-US" altLang="zh-CN" sz="2000" dirty="0"/>
              <a:t>D.</a:t>
            </a:r>
            <a:r>
              <a:rPr lang="zh-CN" altLang="en-US" sz="2000" dirty="0"/>
              <a:t>然后</a:t>
            </a:r>
            <a:endParaRPr lang="en-US" altLang="zh-CN" sz="2000" dirty="0"/>
          </a:p>
          <a:p>
            <a:pPr marL="0" indent="0" eaLnBrk="1" hangingPunct="1">
              <a:buFontTx/>
              <a:buNone/>
              <a:defRPr/>
            </a:pPr>
            <a:endParaRPr lang="en-US" altLang="zh-CN" sz="2000" dirty="0"/>
          </a:p>
          <a:p>
            <a:pPr marL="0" indent="0" eaLnBrk="1" hangingPunct="1">
              <a:buFontTx/>
              <a:buNone/>
              <a:defRPr/>
            </a:pPr>
            <a:r>
              <a:rPr lang="en-US" altLang="zh-CN" sz="2000" dirty="0"/>
              <a:t>3.</a:t>
            </a:r>
            <a:r>
              <a:rPr lang="zh-CN" altLang="en-US" sz="2000" dirty="0"/>
              <a:t> </a:t>
            </a:r>
            <a:r>
              <a:rPr lang="en-US" altLang="zh-CN" sz="2000" dirty="0"/>
              <a:t>Fill</a:t>
            </a:r>
            <a:r>
              <a:rPr lang="zh-CN" altLang="en-US" sz="2000" dirty="0"/>
              <a:t> </a:t>
            </a:r>
            <a:r>
              <a:rPr lang="en-US" altLang="zh-CN" sz="2000" dirty="0"/>
              <a:t>in right word.</a:t>
            </a:r>
          </a:p>
          <a:p>
            <a:pPr eaLnBrk="1" hangingPunct="1">
              <a:defRPr/>
            </a:pPr>
            <a:r>
              <a:rPr kumimoji="1" lang="zh-CN" altLang="en-US" sz="2000" dirty="0"/>
              <a:t>什么是幸（）？</a:t>
            </a:r>
          </a:p>
        </p:txBody>
      </p:sp>
      <p:sp>
        <p:nvSpPr>
          <p:cNvPr id="4" name="圆角矩形 3">
            <a:extLst>
              <a:ext uri="{FF2B5EF4-FFF2-40B4-BE49-F238E27FC236}">
                <a16:creationId xmlns:a16="http://schemas.microsoft.com/office/drawing/2014/main" id="{509D9EE3-DEBF-5F4A-BB18-A112FD1693FA}"/>
              </a:ext>
            </a:extLst>
          </p:cNvPr>
          <p:cNvSpPr/>
          <p:nvPr/>
        </p:nvSpPr>
        <p:spPr>
          <a:xfrm>
            <a:off x="6346825" y="5097463"/>
            <a:ext cx="2514600" cy="598487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kumimoji="1" lang="en-US" altLang="zh-CN" dirty="0">
                <a:hlinkClick r:id="rId2" action="ppaction://hlinksldjump"/>
              </a:rPr>
              <a:t>Click to the next page</a:t>
            </a:r>
            <a:endParaRPr kumimoji="1" lang="zh-CN" altLang="en-US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CED0817-D27F-B64C-9D40-FB9BCEACDD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sz="2800" dirty="0"/>
              <a:t>End</a:t>
            </a:r>
            <a:r>
              <a:rPr kumimoji="1" lang="zh-CN" altLang="en-US" sz="2800" dirty="0"/>
              <a:t> </a:t>
            </a:r>
            <a:r>
              <a:rPr kumimoji="1" lang="en-US" altLang="zh-CN" sz="2800" dirty="0"/>
              <a:t>time</a:t>
            </a:r>
            <a:r>
              <a:rPr kumimoji="1" lang="zh-CN" altLang="en-US" sz="2800" dirty="0"/>
              <a:t> </a:t>
            </a:r>
            <a:r>
              <a:rPr kumimoji="1" lang="en-US" altLang="zh-CN" sz="2800" dirty="0"/>
              <a:t>of learning a word </a:t>
            </a:r>
            <a:endParaRPr kumimoji="1" lang="zh-CN" altLang="en-US" sz="2800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077E894-BBC6-7C41-9939-B130BFD1BA5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zh-CN" sz="2000" dirty="0"/>
              <a:t>Please write down the present time (accurate to the minute) on your paper. __________</a:t>
            </a:r>
          </a:p>
          <a:p>
            <a:endParaRPr kumimoji="1" lang="zh-CN" altLang="en-US" dirty="0"/>
          </a:p>
        </p:txBody>
      </p:sp>
      <p:sp>
        <p:nvSpPr>
          <p:cNvPr id="4" name="圆角矩形 3">
            <a:extLst>
              <a:ext uri="{FF2B5EF4-FFF2-40B4-BE49-F238E27FC236}">
                <a16:creationId xmlns:a16="http://schemas.microsoft.com/office/drawing/2014/main" id="{01ADF194-DBE7-8A4C-B5E8-98F40B075572}"/>
              </a:ext>
            </a:extLst>
          </p:cNvPr>
          <p:cNvSpPr/>
          <p:nvPr/>
        </p:nvSpPr>
        <p:spPr>
          <a:xfrm>
            <a:off x="6346825" y="5097463"/>
            <a:ext cx="2514600" cy="598487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kumimoji="1" lang="en-US" altLang="zh-CN" dirty="0">
                <a:hlinkClick r:id="rId2" action="ppaction://hlinksldjump"/>
              </a:rPr>
              <a:t>Next word</a:t>
            </a:r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07406775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CED0817-D27F-B64C-9D40-FB9BCEACDD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sz="2800" dirty="0"/>
              <a:t>Start</a:t>
            </a:r>
            <a:r>
              <a:rPr kumimoji="1" lang="zh-CN" altLang="en-US" sz="2800" dirty="0"/>
              <a:t> </a:t>
            </a:r>
            <a:r>
              <a:rPr kumimoji="1" lang="en-US" altLang="zh-CN" sz="2800" dirty="0"/>
              <a:t>time</a:t>
            </a:r>
            <a:r>
              <a:rPr kumimoji="1" lang="zh-CN" altLang="en-US" sz="2800" dirty="0"/>
              <a:t> </a:t>
            </a:r>
            <a:r>
              <a:rPr kumimoji="1" lang="en-US" altLang="zh-CN" sz="2800" dirty="0"/>
              <a:t>of learning a word </a:t>
            </a:r>
            <a:endParaRPr kumimoji="1" lang="zh-CN" altLang="en-US" sz="2800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077E894-BBC6-7C41-9939-B130BFD1BA5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zh-CN" sz="2000" dirty="0"/>
              <a:t>Please write down the present time (accurate to the minute) on your paper. __________</a:t>
            </a:r>
          </a:p>
          <a:p>
            <a:endParaRPr kumimoji="1" lang="zh-CN" altLang="en-US" dirty="0"/>
          </a:p>
        </p:txBody>
      </p:sp>
      <p:sp>
        <p:nvSpPr>
          <p:cNvPr id="4" name="圆角矩形 3">
            <a:extLst>
              <a:ext uri="{FF2B5EF4-FFF2-40B4-BE49-F238E27FC236}">
                <a16:creationId xmlns:a16="http://schemas.microsoft.com/office/drawing/2014/main" id="{01ADF194-DBE7-8A4C-B5E8-98F40B075572}"/>
              </a:ext>
            </a:extLst>
          </p:cNvPr>
          <p:cNvSpPr/>
          <p:nvPr/>
        </p:nvSpPr>
        <p:spPr>
          <a:xfrm>
            <a:off x="6346825" y="5097463"/>
            <a:ext cx="2514600" cy="598487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kumimoji="1" lang="en-US" altLang="zh-CN" dirty="0">
                <a:hlinkClick r:id="rId2" action="ppaction://hlinksldjump"/>
              </a:rPr>
              <a:t>Click to the next page</a:t>
            </a:r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83617039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1" name="标题 1">
            <a:extLst>
              <a:ext uri="{FF2B5EF4-FFF2-40B4-BE49-F238E27FC236}">
                <a16:creationId xmlns:a16="http://schemas.microsoft.com/office/drawing/2014/main" id="{06570B87-D7AD-9647-9CE5-37739358B28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74637"/>
            <a:ext cx="8229600" cy="1249363"/>
          </a:xfrm>
        </p:spPr>
        <p:txBody>
          <a:bodyPr/>
          <a:lstStyle/>
          <a:p>
            <a:pPr algn="l"/>
            <a:r>
              <a:rPr kumimoji="1" lang="en-US" altLang="zh-CN" sz="2400" dirty="0"/>
              <a:t>How about you know </a:t>
            </a:r>
            <a:r>
              <a:rPr kumimoji="1" lang="zh-CN" altLang="en-US" sz="2400" dirty="0"/>
              <a:t>幸福（</a:t>
            </a:r>
            <a:r>
              <a:rPr kumimoji="1" lang="en-US" altLang="zh-CN" sz="2400" dirty="0"/>
              <a:t>ADJECTIVE</a:t>
            </a:r>
            <a:r>
              <a:rPr kumimoji="1" lang="zh-CN" altLang="en-US" sz="2400" dirty="0"/>
              <a:t>）？</a:t>
            </a:r>
            <a:br>
              <a:rPr kumimoji="1" lang="en-US" altLang="zh-CN" sz="2400" dirty="0"/>
            </a:br>
            <a:r>
              <a:rPr kumimoji="1" lang="en-US" altLang="zh-CN" sz="2400" dirty="0"/>
              <a:t>Please</a:t>
            </a:r>
            <a:r>
              <a:rPr kumimoji="1" lang="zh-CN" altLang="en-US" sz="2400" dirty="0"/>
              <a:t> </a:t>
            </a:r>
            <a:r>
              <a:rPr kumimoji="1" lang="en-US" altLang="zh-CN" sz="2400" dirty="0"/>
              <a:t>write down the choice on your page and click the choice to jump to the corresponding page</a:t>
            </a:r>
            <a:endParaRPr kumimoji="1" lang="zh-CN" altLang="en-US" sz="2400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30F45E4-88F1-6F47-B1DD-2543870B46A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676400"/>
            <a:ext cx="8229600" cy="3962399"/>
          </a:xfrm>
        </p:spPr>
        <p:txBody>
          <a:bodyPr/>
          <a:lstStyle/>
          <a:p>
            <a:pPr>
              <a:defRPr/>
            </a:pPr>
            <a:r>
              <a:rPr lang="en-US" altLang="zh-CN" sz="2000" dirty="0"/>
              <a:t>I have never seen this word.</a:t>
            </a:r>
          </a:p>
          <a:p>
            <a:pPr marL="0" indent="0">
              <a:buNone/>
              <a:defRPr/>
            </a:pPr>
            <a:r>
              <a:rPr lang="en-US" altLang="zh-CN" sz="2000" dirty="0"/>
              <a:t> </a:t>
            </a:r>
            <a:endParaRPr lang="zh-CN" altLang="zh-CN" sz="2000" dirty="0"/>
          </a:p>
          <a:p>
            <a:pPr>
              <a:defRPr/>
            </a:pPr>
            <a:r>
              <a:rPr lang="en-US" altLang="zh-CN" sz="2000" dirty="0"/>
              <a:t>I don’t know what it means. </a:t>
            </a:r>
          </a:p>
          <a:p>
            <a:pPr>
              <a:defRPr/>
            </a:pPr>
            <a:endParaRPr lang="zh-CN" altLang="zh-CN" sz="2000" dirty="0"/>
          </a:p>
          <a:p>
            <a:pPr>
              <a:defRPr/>
            </a:pPr>
            <a:r>
              <a:rPr lang="en-US" altLang="zh-CN" sz="2000" dirty="0"/>
              <a:t>I know its meaning, but I don’t know its collocations.</a:t>
            </a:r>
          </a:p>
          <a:p>
            <a:pPr>
              <a:defRPr/>
            </a:pPr>
            <a:endParaRPr lang="zh-CN" altLang="zh-CN" sz="2000" dirty="0"/>
          </a:p>
          <a:p>
            <a:pPr>
              <a:defRPr/>
            </a:pPr>
            <a:r>
              <a:rPr lang="en-US" altLang="zh-CN" sz="2000" dirty="0"/>
              <a:t>I know its collocation, but I don’t know how to use it in a sentence.</a:t>
            </a:r>
          </a:p>
          <a:p>
            <a:pPr>
              <a:defRPr/>
            </a:pPr>
            <a:endParaRPr lang="en-US" altLang="zh-CN" sz="2000" dirty="0"/>
          </a:p>
          <a:p>
            <a:pPr>
              <a:defRPr/>
            </a:pPr>
            <a:r>
              <a:rPr lang="en-US" altLang="zh-CN" sz="2000" dirty="0"/>
              <a:t>I can use it in a sentence. </a:t>
            </a:r>
            <a:endParaRPr lang="zh-CN" altLang="zh-CN" sz="1800" dirty="0"/>
          </a:p>
        </p:txBody>
      </p:sp>
      <p:sp>
        <p:nvSpPr>
          <p:cNvPr id="4" name="圆角矩形 3">
            <a:extLst>
              <a:ext uri="{FF2B5EF4-FFF2-40B4-BE49-F238E27FC236}">
                <a16:creationId xmlns:a16="http://schemas.microsoft.com/office/drawing/2014/main" id="{3C106C97-9EF1-AE4E-80B1-861673DC5DA6}"/>
              </a:ext>
            </a:extLst>
          </p:cNvPr>
          <p:cNvSpPr/>
          <p:nvPr/>
        </p:nvSpPr>
        <p:spPr>
          <a:xfrm>
            <a:off x="4191000" y="1752600"/>
            <a:ext cx="762000" cy="3810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kumimoji="1" lang="en-US" altLang="zh-CN" dirty="0">
                <a:hlinkClick r:id="rId2" action="ppaction://hlinksldjump"/>
              </a:rPr>
              <a:t>A</a:t>
            </a:r>
            <a:endParaRPr kumimoji="1" lang="zh-CN" altLang="en-US" dirty="0"/>
          </a:p>
        </p:txBody>
      </p:sp>
      <p:sp>
        <p:nvSpPr>
          <p:cNvPr id="6" name="圆角矩形 5">
            <a:extLst>
              <a:ext uri="{FF2B5EF4-FFF2-40B4-BE49-F238E27FC236}">
                <a16:creationId xmlns:a16="http://schemas.microsoft.com/office/drawing/2014/main" id="{DCF760C6-CAEF-4949-AB75-58AD9F2FC2D8}"/>
              </a:ext>
            </a:extLst>
          </p:cNvPr>
          <p:cNvSpPr/>
          <p:nvPr/>
        </p:nvSpPr>
        <p:spPr>
          <a:xfrm>
            <a:off x="6781800" y="3124200"/>
            <a:ext cx="762000" cy="3810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kumimoji="1" lang="en-US" altLang="zh-CN" dirty="0">
                <a:hlinkClick r:id="rId3" action="ppaction://hlinksldjump"/>
              </a:rPr>
              <a:t>C</a:t>
            </a:r>
            <a:endParaRPr kumimoji="1" lang="zh-CN" altLang="en-US" dirty="0"/>
          </a:p>
        </p:txBody>
      </p:sp>
      <p:sp>
        <p:nvSpPr>
          <p:cNvPr id="7" name="圆角矩形 6">
            <a:extLst>
              <a:ext uri="{FF2B5EF4-FFF2-40B4-BE49-F238E27FC236}">
                <a16:creationId xmlns:a16="http://schemas.microsoft.com/office/drawing/2014/main" id="{D6C5558C-2A94-D340-B88D-3771B105CE99}"/>
              </a:ext>
            </a:extLst>
          </p:cNvPr>
          <p:cNvSpPr/>
          <p:nvPr/>
        </p:nvSpPr>
        <p:spPr>
          <a:xfrm>
            <a:off x="7531395" y="4343400"/>
            <a:ext cx="762000" cy="3810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kumimoji="1" lang="en-US" altLang="zh-CN" dirty="0">
                <a:hlinkClick r:id="rId4" action="ppaction://hlinksldjump"/>
              </a:rPr>
              <a:t>D</a:t>
            </a:r>
            <a:endParaRPr kumimoji="1" lang="zh-CN" altLang="en-US" dirty="0"/>
          </a:p>
        </p:txBody>
      </p:sp>
      <p:sp>
        <p:nvSpPr>
          <p:cNvPr id="8" name="圆角矩形 7">
            <a:extLst>
              <a:ext uri="{FF2B5EF4-FFF2-40B4-BE49-F238E27FC236}">
                <a16:creationId xmlns:a16="http://schemas.microsoft.com/office/drawing/2014/main" id="{E418098F-A830-0E4B-AE1B-BF99FBB77185}"/>
              </a:ext>
            </a:extLst>
          </p:cNvPr>
          <p:cNvSpPr/>
          <p:nvPr/>
        </p:nvSpPr>
        <p:spPr>
          <a:xfrm>
            <a:off x="3962400" y="4648200"/>
            <a:ext cx="762000" cy="3810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kumimoji="1" lang="en-US" altLang="zh-CN" dirty="0">
                <a:hlinkClick r:id="rId5" action="ppaction://hlinksldjump"/>
              </a:rPr>
              <a:t>E</a:t>
            </a:r>
            <a:endParaRPr kumimoji="1" lang="zh-CN" altLang="en-US" dirty="0"/>
          </a:p>
        </p:txBody>
      </p:sp>
      <p:sp>
        <p:nvSpPr>
          <p:cNvPr id="9" name="圆角矩形 8">
            <a:extLst>
              <a:ext uri="{FF2B5EF4-FFF2-40B4-BE49-F238E27FC236}">
                <a16:creationId xmlns:a16="http://schemas.microsoft.com/office/drawing/2014/main" id="{5E955882-84DF-F541-BD1E-BB1F7EDDA2DC}"/>
              </a:ext>
            </a:extLst>
          </p:cNvPr>
          <p:cNvSpPr/>
          <p:nvPr/>
        </p:nvSpPr>
        <p:spPr>
          <a:xfrm>
            <a:off x="4191000" y="2514600"/>
            <a:ext cx="762000" cy="3810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kumimoji="1" lang="en-US" altLang="zh-CN" dirty="0">
                <a:solidFill>
                  <a:schemeClr val="accent1">
                    <a:lumMod val="50000"/>
                  </a:schemeClr>
                </a:solidFill>
                <a:hlinkClick r:id="rId6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B</a:t>
            </a:r>
            <a:endParaRPr kumimoji="1" lang="zh-CN" altLang="en-US" dirty="0">
              <a:solidFill>
                <a:schemeClr val="accent1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8705927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5" name="标题 1">
            <a:extLst>
              <a:ext uri="{FF2B5EF4-FFF2-40B4-BE49-F238E27FC236}">
                <a16:creationId xmlns:a16="http://schemas.microsoft.com/office/drawing/2014/main" id="{50666A50-1B79-5149-B00D-C7204122B7C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kumimoji="1" lang="zh-CN" altLang="en-US" sz="2800"/>
              <a:t>幸福 </a:t>
            </a:r>
            <a:r>
              <a:rPr kumimoji="1" lang="zh-CN" altLang="zh-CN" sz="2800"/>
              <a:t>xìngfú</a:t>
            </a:r>
            <a:endParaRPr kumimoji="1" lang="zh-CN" altLang="en-US" sz="2800"/>
          </a:p>
        </p:txBody>
      </p:sp>
      <p:sp>
        <p:nvSpPr>
          <p:cNvPr id="11266" name="内容占位符 2">
            <a:extLst>
              <a:ext uri="{FF2B5EF4-FFF2-40B4-BE49-F238E27FC236}">
                <a16:creationId xmlns:a16="http://schemas.microsoft.com/office/drawing/2014/main" id="{2D5265DC-374E-5145-A383-0036AA95ADCC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zh-CN" altLang="zh-CN" sz="1800"/>
              <a:t>幸</a:t>
            </a:r>
            <a:r>
              <a:rPr lang="en-US" altLang="zh-CN" sz="1800"/>
              <a:t> </a:t>
            </a:r>
            <a:r>
              <a:rPr kumimoji="1" lang="zh-CN" altLang="zh-CN" sz="1800"/>
              <a:t>xìng</a:t>
            </a:r>
            <a:r>
              <a:rPr lang="zh-CN" altLang="en-US" sz="1800"/>
              <a:t> </a:t>
            </a:r>
            <a:r>
              <a:rPr lang="en-US" altLang="zh-CN" sz="1800"/>
              <a:t>NOUN</a:t>
            </a:r>
            <a:r>
              <a:rPr lang="zh-CN" altLang="en-US" sz="1800"/>
              <a:t>  </a:t>
            </a:r>
            <a:r>
              <a:rPr lang="en-US" altLang="zh-CN" sz="1800"/>
              <a:t>fortune; good luck; happiness</a:t>
            </a:r>
          </a:p>
          <a:p>
            <a:pPr eaLnBrk="1" hangingPunct="1"/>
            <a:r>
              <a:rPr lang="zh-CN" altLang="zh-CN" sz="1800"/>
              <a:t>福 </a:t>
            </a:r>
            <a:r>
              <a:rPr kumimoji="1" lang="zh-CN" altLang="zh-CN" sz="1800"/>
              <a:t>fú </a:t>
            </a:r>
            <a:r>
              <a:rPr lang="zh-CN" altLang="zh-CN" sz="1800"/>
              <a:t>NOUN  good fortune; blessing; happiness</a:t>
            </a:r>
          </a:p>
          <a:p>
            <a:pPr eaLnBrk="1" hangingPunct="1"/>
            <a:r>
              <a:rPr lang="zh-CN" altLang="zh-CN" sz="1800"/>
              <a:t>ADJECTIVE</a:t>
            </a:r>
            <a:r>
              <a:rPr lang="zh-CN" altLang="en-US" sz="1800"/>
              <a:t>   </a:t>
            </a:r>
            <a:r>
              <a:rPr lang="zh-CN" altLang="zh-CN" sz="1800"/>
              <a:t>happy</a:t>
            </a:r>
          </a:p>
          <a:p>
            <a:pPr eaLnBrk="1" hangingPunct="1"/>
            <a:r>
              <a:rPr lang="en-US" altLang="zh-CN" sz="1800"/>
              <a:t>Collocation: </a:t>
            </a:r>
          </a:p>
          <a:p>
            <a:pPr eaLnBrk="1" hangingPunct="1"/>
            <a:r>
              <a:rPr lang="zh-CN" altLang="en-US" sz="1800"/>
              <a:t>多么（三级） 幸福</a:t>
            </a:r>
            <a:r>
              <a:rPr lang="en-US" altLang="zh-CN" sz="1800"/>
              <a:t> so happy </a:t>
            </a:r>
            <a:endParaRPr lang="zh-CN" altLang="en-US" sz="1800"/>
          </a:p>
          <a:p>
            <a:pPr eaLnBrk="1" hangingPunct="1"/>
            <a:r>
              <a:rPr lang="zh-CN" altLang="en-US" sz="1800"/>
              <a:t>幸福 的（一级） 家庭</a:t>
            </a:r>
            <a:r>
              <a:rPr lang="en-US" altLang="zh-CN" sz="1800"/>
              <a:t> happy family</a:t>
            </a:r>
          </a:p>
          <a:p>
            <a:pPr eaLnBrk="1" hangingPunct="1"/>
            <a:r>
              <a:rPr lang="en-US" altLang="zh-CN" sz="1800"/>
              <a:t>Sentence:</a:t>
            </a:r>
          </a:p>
          <a:p>
            <a:pPr eaLnBrk="1" hangingPunct="1"/>
            <a:r>
              <a:rPr kumimoji="1" lang="zh-CN" altLang="en-US" sz="1800"/>
              <a:t>但是，从另外一个方面看，如果没钱，也很难过得幸福。</a:t>
            </a:r>
            <a:r>
              <a:rPr kumimoji="1" lang="en-US" altLang="zh-CN" sz="1800"/>
              <a:t>['</a:t>
            </a:r>
            <a:r>
              <a:rPr kumimoji="1" lang="zh-CN" altLang="en-US" sz="1800"/>
              <a:t>另外</a:t>
            </a:r>
            <a:r>
              <a:rPr kumimoji="1" lang="en-US" altLang="zh-CN" sz="1800"/>
              <a:t>', '</a:t>
            </a:r>
            <a:r>
              <a:rPr kumimoji="1" lang="zh-CN" altLang="en-US" sz="1800"/>
              <a:t>方面</a:t>
            </a:r>
            <a:r>
              <a:rPr kumimoji="1" lang="en-US" altLang="zh-CN" sz="1800"/>
              <a:t>’]</a:t>
            </a:r>
          </a:p>
          <a:p>
            <a:pPr eaLnBrk="1" hangingPunct="1"/>
            <a:r>
              <a:rPr kumimoji="1" lang="zh-CN" altLang="en-US" sz="1800"/>
              <a:t>但是</a:t>
            </a:r>
            <a:r>
              <a:rPr kumimoji="1" lang="en-US" altLang="zh-CN" sz="1800"/>
              <a:t>/dànshì  </a:t>
            </a:r>
            <a:r>
              <a:rPr kumimoji="1" lang="zh-CN" altLang="en-US" sz="1800"/>
              <a:t>，  从</a:t>
            </a:r>
            <a:r>
              <a:rPr kumimoji="1" lang="en-US" altLang="zh-CN" sz="1800"/>
              <a:t>/cóng  </a:t>
            </a:r>
            <a:r>
              <a:rPr kumimoji="1" lang="zh-CN" altLang="en-US" sz="1800"/>
              <a:t>另外</a:t>
            </a:r>
            <a:r>
              <a:rPr kumimoji="1" lang="en-US" altLang="zh-CN" sz="1800"/>
              <a:t>/lìngwài  </a:t>
            </a:r>
            <a:r>
              <a:rPr kumimoji="1" lang="zh-CN" altLang="en-US" sz="1800"/>
              <a:t>一个</a:t>
            </a:r>
            <a:r>
              <a:rPr kumimoji="1" lang="en-US" altLang="zh-CN" sz="1800"/>
              <a:t>/yīgè  </a:t>
            </a:r>
            <a:r>
              <a:rPr kumimoji="1" lang="zh-CN" altLang="en-US" sz="1800"/>
              <a:t>方面</a:t>
            </a:r>
            <a:r>
              <a:rPr kumimoji="1" lang="en-US" altLang="zh-CN" sz="1800"/>
              <a:t>/fāngmiàn  </a:t>
            </a:r>
            <a:r>
              <a:rPr kumimoji="1" lang="zh-CN" altLang="en-US" sz="1800"/>
              <a:t>看</a:t>
            </a:r>
            <a:r>
              <a:rPr kumimoji="1" lang="en-US" altLang="zh-CN" sz="1800"/>
              <a:t>/kàn  </a:t>
            </a:r>
            <a:r>
              <a:rPr kumimoji="1" lang="zh-CN" altLang="en-US" sz="1800"/>
              <a:t>，  如果</a:t>
            </a:r>
            <a:r>
              <a:rPr kumimoji="1" lang="en-US" altLang="zh-CN" sz="1800"/>
              <a:t>/rúguǒ  </a:t>
            </a:r>
            <a:r>
              <a:rPr kumimoji="1" lang="zh-CN" altLang="en-US" sz="1800"/>
              <a:t>没</a:t>
            </a:r>
            <a:r>
              <a:rPr kumimoji="1" lang="en-US" altLang="zh-CN" sz="1800"/>
              <a:t>/méi  </a:t>
            </a:r>
            <a:r>
              <a:rPr kumimoji="1" lang="zh-CN" altLang="en-US" sz="1800"/>
              <a:t>钱</a:t>
            </a:r>
            <a:r>
              <a:rPr kumimoji="1" lang="en-US" altLang="zh-CN" sz="1800"/>
              <a:t>/qián  </a:t>
            </a:r>
            <a:r>
              <a:rPr kumimoji="1" lang="zh-CN" altLang="en-US" sz="1800"/>
              <a:t>，  也</a:t>
            </a:r>
            <a:r>
              <a:rPr kumimoji="1" lang="en-US" altLang="zh-CN" sz="1800"/>
              <a:t>/yě  </a:t>
            </a:r>
            <a:r>
              <a:rPr kumimoji="1" lang="zh-CN" altLang="en-US" sz="1800"/>
              <a:t>很</a:t>
            </a:r>
            <a:r>
              <a:rPr kumimoji="1" lang="en-US" altLang="zh-CN" sz="1800"/>
              <a:t>/hěn  </a:t>
            </a:r>
            <a:r>
              <a:rPr kumimoji="1" lang="zh-CN" altLang="en-US" sz="1800"/>
              <a:t>难过</a:t>
            </a:r>
            <a:r>
              <a:rPr kumimoji="1" lang="en-US" altLang="zh-CN" sz="1800"/>
              <a:t>/nánguò  </a:t>
            </a:r>
            <a:r>
              <a:rPr kumimoji="1" lang="zh-CN" altLang="en-US" sz="1800"/>
              <a:t>得</a:t>
            </a:r>
            <a:r>
              <a:rPr kumimoji="1" lang="en-US" altLang="zh-CN" sz="1800"/>
              <a:t>/de  </a:t>
            </a:r>
            <a:r>
              <a:rPr kumimoji="1" lang="zh-CN" altLang="en-US" sz="1800"/>
              <a:t>幸福</a:t>
            </a:r>
            <a:r>
              <a:rPr kumimoji="1" lang="en-US" altLang="zh-CN" sz="1800"/>
              <a:t>/xìngfú  </a:t>
            </a:r>
            <a:r>
              <a:rPr kumimoji="1" lang="zh-CN" altLang="en-US" sz="1800"/>
              <a:t>。 </a:t>
            </a:r>
            <a:endParaRPr kumimoji="1" lang="en-US" altLang="zh-CN" sz="1800"/>
          </a:p>
          <a:p>
            <a:pPr eaLnBrk="1" hangingPunct="1"/>
            <a:r>
              <a:rPr kumimoji="1" lang="en-US" altLang="zh-CN" sz="1800"/>
              <a:t>However, from another perspective, if you don't have money, it's hard to be happy.</a:t>
            </a:r>
          </a:p>
          <a:p>
            <a:pPr eaLnBrk="1" hangingPunct="1"/>
            <a:endParaRPr kumimoji="1" lang="zh-CN" altLang="en-US" sz="1800"/>
          </a:p>
        </p:txBody>
      </p:sp>
      <p:pic>
        <p:nvPicPr>
          <p:cNvPr id="4" name="幸福.wav" descr="幸福.wav">
            <a:hlinkClick r:id="" action="ppaction://media"/>
            <a:extLst>
              <a:ext uri="{FF2B5EF4-FFF2-40B4-BE49-F238E27FC236}">
                <a16:creationId xmlns:a16="http://schemas.microsoft.com/office/drawing/2014/main" id="{ED3E7679-C985-7045-B56E-AE7DB3A00CD7}"/>
              </a:ext>
            </a:extLst>
          </p:cNvPr>
          <p:cNvPicPr>
            <a:picLocks noChangeAspect="1" noChangeArrowheads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38800" y="427038"/>
            <a:ext cx="436563" cy="4365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幸.wav" descr="幸.wav">
            <a:hlinkClick r:id="" action="ppaction://media"/>
            <a:extLst>
              <a:ext uri="{FF2B5EF4-FFF2-40B4-BE49-F238E27FC236}">
                <a16:creationId xmlns:a16="http://schemas.microsoft.com/office/drawing/2014/main" id="{82DCE302-355A-9946-A32F-F05C25ABEEE0}"/>
              </a:ext>
            </a:extLst>
          </p:cNvPr>
          <p:cNvPicPr>
            <a:picLocks noChangeAspect="1" noChangeArrowheads="1"/>
          </p:cNvPicPr>
          <p:nvPr>
            <a:audi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19838" y="1239838"/>
            <a:ext cx="436562" cy="4365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" name="福.wav" descr="福.wav">
            <a:hlinkClick r:id="" action="ppaction://media"/>
            <a:extLst>
              <a:ext uri="{FF2B5EF4-FFF2-40B4-BE49-F238E27FC236}">
                <a16:creationId xmlns:a16="http://schemas.microsoft.com/office/drawing/2014/main" id="{0189583C-13F8-5E46-93F1-1DF4CDA9511D}"/>
              </a:ext>
            </a:extLst>
          </p:cNvPr>
          <p:cNvPicPr>
            <a:picLocks noChangeAspect="1" noChangeArrowheads="1"/>
          </p:cNvPicPr>
          <p:nvPr>
            <a:audioFile r:link="rId6"/>
            <p:extLst>
              <p:ext uri="{DAA4B4D4-6D71-4841-9C94-3DE7FCFB9230}">
                <p14:media xmlns:p14="http://schemas.microsoft.com/office/powerpoint/2010/main" r:embed="rId5"/>
              </p:ext>
            </p:extLst>
          </p:nvPr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19838" y="1620838"/>
            <a:ext cx="436562" cy="4365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" name="多么幸福.wav" descr="多么幸福.wav">
            <a:hlinkClick r:id="" action="ppaction://media"/>
            <a:extLst>
              <a:ext uri="{FF2B5EF4-FFF2-40B4-BE49-F238E27FC236}">
                <a16:creationId xmlns:a16="http://schemas.microsoft.com/office/drawing/2014/main" id="{510E0508-7F3E-8041-BC89-97CDF2F96DCB}"/>
              </a:ext>
            </a:extLst>
          </p:cNvPr>
          <p:cNvPicPr>
            <a:picLocks noChangeAspect="1" noChangeArrowheads="1"/>
          </p:cNvPicPr>
          <p:nvPr>
            <a:audioFile r:link="rId8"/>
            <p:extLst>
              <p:ext uri="{DAA4B4D4-6D71-4841-9C94-3DE7FCFB9230}">
                <p14:media xmlns:p14="http://schemas.microsoft.com/office/powerpoint/2010/main" r:embed="rId7"/>
              </p:ext>
            </p:extLst>
          </p:nvPr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62400" y="2514600"/>
            <a:ext cx="457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" name="幸福的家庭.wav" descr="幸福的家庭.wav">
            <a:hlinkClick r:id="" action="ppaction://media"/>
            <a:extLst>
              <a:ext uri="{FF2B5EF4-FFF2-40B4-BE49-F238E27FC236}">
                <a16:creationId xmlns:a16="http://schemas.microsoft.com/office/drawing/2014/main" id="{D0BB0DF7-8F90-5E4E-B130-FA1F8BA8646D}"/>
              </a:ext>
            </a:extLst>
          </p:cNvPr>
          <p:cNvPicPr>
            <a:picLocks noChangeAspect="1" noChangeArrowheads="1"/>
          </p:cNvPicPr>
          <p:nvPr>
            <a:audioFile r:link="rId10"/>
            <p:extLst>
              <p:ext uri="{DAA4B4D4-6D71-4841-9C94-3DE7FCFB9230}">
                <p14:media xmlns:p14="http://schemas.microsoft.com/office/powerpoint/2010/main" r:embed="rId9"/>
              </p:ext>
            </p:extLst>
          </p:nvPr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48200" y="2819400"/>
            <a:ext cx="457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" name="但是，从另外一个方面看，如果没钱，也很难过得幸福。.wav" descr="但是，从另外一个方面看，如果没钱，也很难过得幸福。.wav">
            <a:hlinkClick r:id="" action="ppaction://media"/>
            <a:extLst>
              <a:ext uri="{FF2B5EF4-FFF2-40B4-BE49-F238E27FC236}">
                <a16:creationId xmlns:a16="http://schemas.microsoft.com/office/drawing/2014/main" id="{F0DD2EF6-3814-5E46-A49F-27B920203EDD}"/>
              </a:ext>
            </a:extLst>
          </p:cNvPr>
          <p:cNvPicPr>
            <a:picLocks noChangeAspect="1" noChangeArrowheads="1"/>
          </p:cNvPicPr>
          <p:nvPr>
            <a:audioFile r:link="rId12"/>
            <p:extLst>
              <p:ext uri="{DAA4B4D4-6D71-4841-9C94-3DE7FCFB9230}">
                <p14:media xmlns:p14="http://schemas.microsoft.com/office/powerpoint/2010/main" r:embed="rId11"/>
              </p:ext>
            </p:extLst>
          </p:nvPr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77200" y="3429000"/>
            <a:ext cx="457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" name="圆角矩形 9">
            <a:extLst>
              <a:ext uri="{FF2B5EF4-FFF2-40B4-BE49-F238E27FC236}">
                <a16:creationId xmlns:a16="http://schemas.microsoft.com/office/drawing/2014/main" id="{6385EF54-3FF9-8F41-9740-44396F5A11D9}"/>
              </a:ext>
            </a:extLst>
          </p:cNvPr>
          <p:cNvSpPr/>
          <p:nvPr/>
        </p:nvSpPr>
        <p:spPr>
          <a:xfrm>
            <a:off x="6346825" y="5097463"/>
            <a:ext cx="2514600" cy="598487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kumimoji="1" lang="en-US" altLang="zh-CN" dirty="0">
                <a:hlinkClick r:id="rId15" action="ppaction://hlinksldjump"/>
              </a:rPr>
              <a:t>Click to the next page</a:t>
            </a:r>
            <a:endParaRPr kumimoji="1"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008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0" dur="684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4" dur="756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8" dur="1332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22" dur="1584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26" dur="1188" fill="hold"/>
                                        <p:tgtEl>
                                          <p:spTgt spid="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2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  <p:audio>
              <p:cMediaNode vol="80000">
                <p:cTn id="28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5"/>
                </p:tgtEl>
              </p:cMediaNode>
            </p:audio>
            <p:audio>
              <p:cMediaNode vol="80000">
                <p:cTn id="29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  <p:audio>
              <p:cMediaNode vol="80000">
                <p:cTn id="30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"/>
                </p:tgtEl>
              </p:cMediaNode>
            </p:audio>
            <p:audio>
              <p:cMediaNode vol="80000">
                <p:cTn id="31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3"/>
                </p:tgtEl>
              </p:cMediaNode>
            </p:audio>
            <p:audio>
              <p:cMediaNode vol="80000">
                <p:cTn id="32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7"/>
                </p:tgtEl>
              </p:cMediaNode>
            </p:audio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5" name="标题 1">
            <a:extLst>
              <a:ext uri="{FF2B5EF4-FFF2-40B4-BE49-F238E27FC236}">
                <a16:creationId xmlns:a16="http://schemas.microsoft.com/office/drawing/2014/main" id="{50666A50-1B79-5149-B00D-C7204122B7C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kumimoji="1" lang="zh-CN" altLang="en-US" sz="2800"/>
              <a:t>幸福 </a:t>
            </a:r>
            <a:r>
              <a:rPr kumimoji="1" lang="zh-CN" altLang="zh-CN" sz="2800"/>
              <a:t>xìngfú</a:t>
            </a:r>
            <a:endParaRPr kumimoji="1" lang="zh-CN" altLang="en-US" sz="2800"/>
          </a:p>
        </p:txBody>
      </p:sp>
      <p:sp>
        <p:nvSpPr>
          <p:cNvPr id="11266" name="内容占位符 2">
            <a:extLst>
              <a:ext uri="{FF2B5EF4-FFF2-40B4-BE49-F238E27FC236}">
                <a16:creationId xmlns:a16="http://schemas.microsoft.com/office/drawing/2014/main" id="{2D5265DC-374E-5145-A383-0036AA95ADCC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zh-CN" altLang="zh-CN" sz="1800" dirty="0"/>
              <a:t>ADJECTIVE</a:t>
            </a:r>
            <a:r>
              <a:rPr lang="zh-CN" altLang="en-US" sz="1800" dirty="0"/>
              <a:t>   </a:t>
            </a:r>
            <a:r>
              <a:rPr lang="zh-CN" altLang="zh-CN" sz="1800" dirty="0"/>
              <a:t>happy</a:t>
            </a:r>
          </a:p>
          <a:p>
            <a:pPr eaLnBrk="1" hangingPunct="1"/>
            <a:r>
              <a:rPr lang="en-US" altLang="zh-CN" sz="1800" dirty="0"/>
              <a:t>Collocation: </a:t>
            </a:r>
          </a:p>
          <a:p>
            <a:pPr eaLnBrk="1" hangingPunct="1"/>
            <a:r>
              <a:rPr lang="zh-CN" altLang="en-US" sz="1800" dirty="0"/>
              <a:t>多么（三级） 幸福</a:t>
            </a:r>
            <a:r>
              <a:rPr lang="en-US" altLang="zh-CN" sz="1800" dirty="0"/>
              <a:t> so happy </a:t>
            </a:r>
            <a:endParaRPr lang="zh-CN" altLang="en-US" sz="1800" dirty="0"/>
          </a:p>
          <a:p>
            <a:pPr eaLnBrk="1" hangingPunct="1"/>
            <a:r>
              <a:rPr lang="zh-CN" altLang="en-US" sz="1800" dirty="0"/>
              <a:t>幸福 的（一级） 家庭</a:t>
            </a:r>
            <a:r>
              <a:rPr lang="en-US" altLang="zh-CN" sz="1800" dirty="0"/>
              <a:t> happy family</a:t>
            </a:r>
          </a:p>
          <a:p>
            <a:pPr eaLnBrk="1" hangingPunct="1"/>
            <a:r>
              <a:rPr lang="en-US" altLang="zh-CN" sz="1800" dirty="0"/>
              <a:t>Sentence:</a:t>
            </a:r>
          </a:p>
          <a:p>
            <a:pPr eaLnBrk="1" hangingPunct="1"/>
            <a:r>
              <a:rPr kumimoji="1" lang="zh-CN" altLang="en-US" sz="1800" dirty="0"/>
              <a:t>但是，从另外一个方面看，如果没钱，也很难过得幸福。</a:t>
            </a:r>
            <a:r>
              <a:rPr kumimoji="1" lang="en-US" altLang="zh-CN" sz="1800" dirty="0"/>
              <a:t>['</a:t>
            </a:r>
            <a:r>
              <a:rPr kumimoji="1" lang="zh-CN" altLang="en-US" sz="1800" dirty="0"/>
              <a:t>另外</a:t>
            </a:r>
            <a:r>
              <a:rPr kumimoji="1" lang="en-US" altLang="zh-CN" sz="1800" dirty="0"/>
              <a:t>', '</a:t>
            </a:r>
            <a:r>
              <a:rPr kumimoji="1" lang="zh-CN" altLang="en-US" sz="1800" dirty="0"/>
              <a:t>方面</a:t>
            </a:r>
            <a:r>
              <a:rPr kumimoji="1" lang="en-US" altLang="zh-CN" sz="1800" dirty="0"/>
              <a:t>’]</a:t>
            </a:r>
          </a:p>
          <a:p>
            <a:pPr eaLnBrk="1" hangingPunct="1"/>
            <a:r>
              <a:rPr kumimoji="1" lang="zh-CN" altLang="en-US" sz="1800" dirty="0"/>
              <a:t>但是</a:t>
            </a:r>
            <a:r>
              <a:rPr kumimoji="1" lang="en-US" altLang="zh-CN" sz="1800" dirty="0"/>
              <a:t>/</a:t>
            </a:r>
            <a:r>
              <a:rPr kumimoji="1" lang="en-US" altLang="zh-CN" sz="1800" dirty="0" err="1"/>
              <a:t>dànshì</a:t>
            </a:r>
            <a:r>
              <a:rPr kumimoji="1" lang="en-US" altLang="zh-CN" sz="1800" dirty="0"/>
              <a:t>  </a:t>
            </a:r>
            <a:r>
              <a:rPr kumimoji="1" lang="zh-CN" altLang="en-US" sz="1800" dirty="0"/>
              <a:t>，  从</a:t>
            </a:r>
            <a:r>
              <a:rPr kumimoji="1" lang="en-US" altLang="zh-CN" sz="1800" dirty="0"/>
              <a:t>/</a:t>
            </a:r>
            <a:r>
              <a:rPr kumimoji="1" lang="en-US" altLang="zh-CN" sz="1800" dirty="0" err="1"/>
              <a:t>cóng</a:t>
            </a:r>
            <a:r>
              <a:rPr kumimoji="1" lang="en-US" altLang="zh-CN" sz="1800" dirty="0"/>
              <a:t>  </a:t>
            </a:r>
            <a:r>
              <a:rPr kumimoji="1" lang="zh-CN" altLang="en-US" sz="1800" dirty="0"/>
              <a:t>另外</a:t>
            </a:r>
            <a:r>
              <a:rPr kumimoji="1" lang="en-US" altLang="zh-CN" sz="1800" dirty="0"/>
              <a:t>/</a:t>
            </a:r>
            <a:r>
              <a:rPr kumimoji="1" lang="en-US" altLang="zh-CN" sz="1800" dirty="0" err="1"/>
              <a:t>lìngwài</a:t>
            </a:r>
            <a:r>
              <a:rPr kumimoji="1" lang="en-US" altLang="zh-CN" sz="1800" dirty="0"/>
              <a:t>  </a:t>
            </a:r>
            <a:r>
              <a:rPr kumimoji="1" lang="zh-CN" altLang="en-US" sz="1800" dirty="0"/>
              <a:t>一个</a:t>
            </a:r>
            <a:r>
              <a:rPr kumimoji="1" lang="en-US" altLang="zh-CN" sz="1800" dirty="0"/>
              <a:t>/</a:t>
            </a:r>
            <a:r>
              <a:rPr kumimoji="1" lang="en-US" altLang="zh-CN" sz="1800" dirty="0" err="1"/>
              <a:t>yīgè</a:t>
            </a:r>
            <a:r>
              <a:rPr kumimoji="1" lang="en-US" altLang="zh-CN" sz="1800" dirty="0"/>
              <a:t>  </a:t>
            </a:r>
            <a:r>
              <a:rPr kumimoji="1" lang="zh-CN" altLang="en-US" sz="1800" dirty="0"/>
              <a:t>方面</a:t>
            </a:r>
            <a:r>
              <a:rPr kumimoji="1" lang="en-US" altLang="zh-CN" sz="1800" dirty="0"/>
              <a:t>/</a:t>
            </a:r>
            <a:r>
              <a:rPr kumimoji="1" lang="en-US" altLang="zh-CN" sz="1800" dirty="0" err="1"/>
              <a:t>fāngmiàn</a:t>
            </a:r>
            <a:r>
              <a:rPr kumimoji="1" lang="en-US" altLang="zh-CN" sz="1800" dirty="0"/>
              <a:t>  </a:t>
            </a:r>
            <a:r>
              <a:rPr kumimoji="1" lang="zh-CN" altLang="en-US" sz="1800" dirty="0"/>
              <a:t>看</a:t>
            </a:r>
            <a:r>
              <a:rPr kumimoji="1" lang="en-US" altLang="zh-CN" sz="1800" dirty="0"/>
              <a:t>/</a:t>
            </a:r>
            <a:r>
              <a:rPr kumimoji="1" lang="en-US" altLang="zh-CN" sz="1800" dirty="0" err="1"/>
              <a:t>kàn</a:t>
            </a:r>
            <a:r>
              <a:rPr kumimoji="1" lang="en-US" altLang="zh-CN" sz="1800" dirty="0"/>
              <a:t>  </a:t>
            </a:r>
            <a:r>
              <a:rPr kumimoji="1" lang="zh-CN" altLang="en-US" sz="1800" dirty="0"/>
              <a:t>，  如果</a:t>
            </a:r>
            <a:r>
              <a:rPr kumimoji="1" lang="en-US" altLang="zh-CN" sz="1800" dirty="0"/>
              <a:t>/</a:t>
            </a:r>
            <a:r>
              <a:rPr kumimoji="1" lang="en-US" altLang="zh-CN" sz="1800" dirty="0" err="1"/>
              <a:t>rúguǒ</a:t>
            </a:r>
            <a:r>
              <a:rPr kumimoji="1" lang="en-US" altLang="zh-CN" sz="1800" dirty="0"/>
              <a:t>  </a:t>
            </a:r>
            <a:r>
              <a:rPr kumimoji="1" lang="zh-CN" altLang="en-US" sz="1800" dirty="0"/>
              <a:t>没</a:t>
            </a:r>
            <a:r>
              <a:rPr kumimoji="1" lang="en-US" altLang="zh-CN" sz="1800" dirty="0"/>
              <a:t>/</a:t>
            </a:r>
            <a:r>
              <a:rPr kumimoji="1" lang="en-US" altLang="zh-CN" sz="1800" dirty="0" err="1"/>
              <a:t>méi</a:t>
            </a:r>
            <a:r>
              <a:rPr kumimoji="1" lang="en-US" altLang="zh-CN" sz="1800" dirty="0"/>
              <a:t>  </a:t>
            </a:r>
            <a:r>
              <a:rPr kumimoji="1" lang="zh-CN" altLang="en-US" sz="1800" dirty="0"/>
              <a:t>钱</a:t>
            </a:r>
            <a:r>
              <a:rPr kumimoji="1" lang="en-US" altLang="zh-CN" sz="1800" dirty="0"/>
              <a:t>/</a:t>
            </a:r>
            <a:r>
              <a:rPr kumimoji="1" lang="en-US" altLang="zh-CN" sz="1800" dirty="0" err="1"/>
              <a:t>qián</a:t>
            </a:r>
            <a:r>
              <a:rPr kumimoji="1" lang="en-US" altLang="zh-CN" sz="1800" dirty="0"/>
              <a:t>  </a:t>
            </a:r>
            <a:r>
              <a:rPr kumimoji="1" lang="zh-CN" altLang="en-US" sz="1800" dirty="0"/>
              <a:t>，  也</a:t>
            </a:r>
            <a:r>
              <a:rPr kumimoji="1" lang="en-US" altLang="zh-CN" sz="1800" dirty="0"/>
              <a:t>/</a:t>
            </a:r>
            <a:r>
              <a:rPr kumimoji="1" lang="en-US" altLang="zh-CN" sz="1800" dirty="0" err="1"/>
              <a:t>yě</a:t>
            </a:r>
            <a:r>
              <a:rPr kumimoji="1" lang="en-US" altLang="zh-CN" sz="1800" dirty="0"/>
              <a:t>  </a:t>
            </a:r>
            <a:r>
              <a:rPr kumimoji="1" lang="zh-CN" altLang="en-US" sz="1800" dirty="0"/>
              <a:t>很</a:t>
            </a:r>
            <a:r>
              <a:rPr kumimoji="1" lang="en-US" altLang="zh-CN" sz="1800" dirty="0"/>
              <a:t>/</a:t>
            </a:r>
            <a:r>
              <a:rPr kumimoji="1" lang="en-US" altLang="zh-CN" sz="1800" dirty="0" err="1"/>
              <a:t>hěn</a:t>
            </a:r>
            <a:r>
              <a:rPr kumimoji="1" lang="en-US" altLang="zh-CN" sz="1800" dirty="0"/>
              <a:t>  </a:t>
            </a:r>
            <a:r>
              <a:rPr kumimoji="1" lang="zh-CN" altLang="en-US" sz="1800" dirty="0"/>
              <a:t>难过</a:t>
            </a:r>
            <a:r>
              <a:rPr kumimoji="1" lang="en-US" altLang="zh-CN" sz="1800" dirty="0"/>
              <a:t>/</a:t>
            </a:r>
            <a:r>
              <a:rPr kumimoji="1" lang="en-US" altLang="zh-CN" sz="1800" dirty="0" err="1"/>
              <a:t>nánguò</a:t>
            </a:r>
            <a:r>
              <a:rPr kumimoji="1" lang="en-US" altLang="zh-CN" sz="1800" dirty="0"/>
              <a:t>  </a:t>
            </a:r>
            <a:r>
              <a:rPr kumimoji="1" lang="zh-CN" altLang="en-US" sz="1800" dirty="0"/>
              <a:t>得</a:t>
            </a:r>
            <a:r>
              <a:rPr kumimoji="1" lang="en-US" altLang="zh-CN" sz="1800" dirty="0"/>
              <a:t>/de  </a:t>
            </a:r>
            <a:r>
              <a:rPr kumimoji="1" lang="zh-CN" altLang="en-US" sz="1800" dirty="0"/>
              <a:t>幸福</a:t>
            </a:r>
            <a:r>
              <a:rPr kumimoji="1" lang="en-US" altLang="zh-CN" sz="1800" dirty="0"/>
              <a:t>/</a:t>
            </a:r>
            <a:r>
              <a:rPr kumimoji="1" lang="en-US" altLang="zh-CN" sz="1800" dirty="0" err="1"/>
              <a:t>xìngfú</a:t>
            </a:r>
            <a:r>
              <a:rPr kumimoji="1" lang="en-US" altLang="zh-CN" sz="1800" dirty="0"/>
              <a:t>  </a:t>
            </a:r>
            <a:r>
              <a:rPr kumimoji="1" lang="zh-CN" altLang="en-US" sz="1800" dirty="0"/>
              <a:t>。 </a:t>
            </a:r>
            <a:endParaRPr kumimoji="1" lang="en-US" altLang="zh-CN" sz="1800" dirty="0"/>
          </a:p>
          <a:p>
            <a:pPr eaLnBrk="1" hangingPunct="1"/>
            <a:r>
              <a:rPr kumimoji="1" lang="en-US" altLang="zh-CN" sz="1800" dirty="0"/>
              <a:t>However, from another perspective, if you don't have money, it's hard to be happy.</a:t>
            </a:r>
          </a:p>
          <a:p>
            <a:pPr eaLnBrk="1" hangingPunct="1"/>
            <a:endParaRPr kumimoji="1" lang="zh-CN" altLang="en-US" sz="1800" dirty="0"/>
          </a:p>
        </p:txBody>
      </p:sp>
      <p:pic>
        <p:nvPicPr>
          <p:cNvPr id="4" name="幸福.wav" descr="幸福.wav">
            <a:hlinkClick r:id="" action="ppaction://media"/>
            <a:extLst>
              <a:ext uri="{FF2B5EF4-FFF2-40B4-BE49-F238E27FC236}">
                <a16:creationId xmlns:a16="http://schemas.microsoft.com/office/drawing/2014/main" id="{ED3E7679-C985-7045-B56E-AE7DB3A00CD7}"/>
              </a:ext>
            </a:extLst>
          </p:cNvPr>
          <p:cNvPicPr>
            <a:picLocks noChangeAspect="1" noChangeArrowheads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38800" y="427038"/>
            <a:ext cx="436563" cy="4365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" name="多么幸福.wav" descr="多么幸福.wav">
            <a:hlinkClick r:id="" action="ppaction://media"/>
            <a:extLst>
              <a:ext uri="{FF2B5EF4-FFF2-40B4-BE49-F238E27FC236}">
                <a16:creationId xmlns:a16="http://schemas.microsoft.com/office/drawing/2014/main" id="{510E0508-7F3E-8041-BC89-97CDF2F96DCB}"/>
              </a:ext>
            </a:extLst>
          </p:cNvPr>
          <p:cNvPicPr>
            <a:picLocks noChangeAspect="1" noChangeArrowheads="1"/>
          </p:cNvPicPr>
          <p:nvPr>
            <a:audi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62400" y="1752600"/>
            <a:ext cx="457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" name="幸福的家庭.wav" descr="幸福的家庭.wav">
            <a:hlinkClick r:id="" action="ppaction://media"/>
            <a:extLst>
              <a:ext uri="{FF2B5EF4-FFF2-40B4-BE49-F238E27FC236}">
                <a16:creationId xmlns:a16="http://schemas.microsoft.com/office/drawing/2014/main" id="{D0BB0DF7-8F90-5E4E-B130-FA1F8BA8646D}"/>
              </a:ext>
            </a:extLst>
          </p:cNvPr>
          <p:cNvPicPr>
            <a:picLocks noChangeAspect="1" noChangeArrowheads="1"/>
          </p:cNvPicPr>
          <p:nvPr>
            <a:audioFile r:link="rId6"/>
            <p:extLst>
              <p:ext uri="{DAA4B4D4-6D71-4841-9C94-3DE7FCFB9230}">
                <p14:media xmlns:p14="http://schemas.microsoft.com/office/powerpoint/2010/main" r:embed="rId5"/>
              </p:ext>
            </p:extLst>
          </p:nvPr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48200" y="2057400"/>
            <a:ext cx="457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" name="但是，从另外一个方面看，如果没钱，也很难过得幸福。.wav" descr="但是，从另外一个方面看，如果没钱，也很难过得幸福。.wav">
            <a:hlinkClick r:id="" action="ppaction://media"/>
            <a:extLst>
              <a:ext uri="{FF2B5EF4-FFF2-40B4-BE49-F238E27FC236}">
                <a16:creationId xmlns:a16="http://schemas.microsoft.com/office/drawing/2014/main" id="{F0DD2EF6-3814-5E46-A49F-27B920203EDD}"/>
              </a:ext>
            </a:extLst>
          </p:cNvPr>
          <p:cNvPicPr>
            <a:picLocks noChangeAspect="1" noChangeArrowheads="1"/>
          </p:cNvPicPr>
          <p:nvPr>
            <a:audioFile r:link="rId8"/>
            <p:extLst>
              <p:ext uri="{DAA4B4D4-6D71-4841-9C94-3DE7FCFB9230}">
                <p14:media xmlns:p14="http://schemas.microsoft.com/office/powerpoint/2010/main" r:embed="rId7"/>
              </p:ext>
            </p:extLst>
          </p:nvPr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77200" y="2743200"/>
            <a:ext cx="457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" name="圆角矩形 9">
            <a:extLst>
              <a:ext uri="{FF2B5EF4-FFF2-40B4-BE49-F238E27FC236}">
                <a16:creationId xmlns:a16="http://schemas.microsoft.com/office/drawing/2014/main" id="{6E7CB9D8-7DA8-504B-8C11-B04E93FE5A5F}"/>
              </a:ext>
            </a:extLst>
          </p:cNvPr>
          <p:cNvSpPr/>
          <p:nvPr/>
        </p:nvSpPr>
        <p:spPr>
          <a:xfrm>
            <a:off x="6346825" y="5097463"/>
            <a:ext cx="2514600" cy="598487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kumimoji="1" lang="en-US" altLang="zh-CN" dirty="0">
                <a:hlinkClick r:id="rId11" action="ppaction://hlinksldjump"/>
              </a:rPr>
              <a:t>Click to the next page</a:t>
            </a:r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8236770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008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0" dur="1332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4" dur="1584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8" dur="1188" fill="hold"/>
                                        <p:tgtEl>
                                          <p:spTgt spid="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19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  <p:audio>
              <p:cMediaNode vol="80000">
                <p:cTn id="20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"/>
                </p:tgtEl>
              </p:cMediaNode>
            </p:audio>
            <p:audio>
              <p:cMediaNode vol="80000">
                <p:cTn id="21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3"/>
                </p:tgtEl>
              </p:cMediaNode>
            </p:audio>
            <p:audio>
              <p:cMediaNode vol="80000">
                <p:cTn id="22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7"/>
                </p:tgtEl>
              </p:cMediaNode>
            </p:audio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5" name="标题 1">
            <a:extLst>
              <a:ext uri="{FF2B5EF4-FFF2-40B4-BE49-F238E27FC236}">
                <a16:creationId xmlns:a16="http://schemas.microsoft.com/office/drawing/2014/main" id="{50666A50-1B79-5149-B00D-C7204122B7C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kumimoji="1" lang="zh-CN" altLang="en-US" sz="2800"/>
              <a:t>幸福 </a:t>
            </a:r>
            <a:r>
              <a:rPr kumimoji="1" lang="zh-CN" altLang="zh-CN" sz="2800"/>
              <a:t>xìngfú</a:t>
            </a:r>
            <a:endParaRPr kumimoji="1" lang="zh-CN" altLang="en-US" sz="2800"/>
          </a:p>
        </p:txBody>
      </p:sp>
      <p:sp>
        <p:nvSpPr>
          <p:cNvPr id="11266" name="内容占位符 2">
            <a:extLst>
              <a:ext uri="{FF2B5EF4-FFF2-40B4-BE49-F238E27FC236}">
                <a16:creationId xmlns:a16="http://schemas.microsoft.com/office/drawing/2014/main" id="{2D5265DC-374E-5145-A383-0036AA95ADCC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zh-CN" sz="1800" dirty="0"/>
              <a:t>Collocation: </a:t>
            </a:r>
          </a:p>
          <a:p>
            <a:pPr eaLnBrk="1" hangingPunct="1"/>
            <a:r>
              <a:rPr lang="zh-CN" altLang="en-US" sz="1800" dirty="0"/>
              <a:t>多么（三级） 幸福</a:t>
            </a:r>
            <a:r>
              <a:rPr lang="en-US" altLang="zh-CN" sz="1800" dirty="0"/>
              <a:t> so happy </a:t>
            </a:r>
            <a:endParaRPr lang="zh-CN" altLang="en-US" sz="1800" dirty="0"/>
          </a:p>
          <a:p>
            <a:pPr eaLnBrk="1" hangingPunct="1"/>
            <a:r>
              <a:rPr lang="zh-CN" altLang="en-US" sz="1800" dirty="0"/>
              <a:t>幸福 的（一级） 家庭</a:t>
            </a:r>
            <a:r>
              <a:rPr lang="en-US" altLang="zh-CN" sz="1800" dirty="0"/>
              <a:t> happy family</a:t>
            </a:r>
          </a:p>
          <a:p>
            <a:pPr eaLnBrk="1" hangingPunct="1"/>
            <a:r>
              <a:rPr lang="en-US" altLang="zh-CN" sz="1800" dirty="0"/>
              <a:t>Sentence:</a:t>
            </a:r>
          </a:p>
          <a:p>
            <a:pPr eaLnBrk="1" hangingPunct="1"/>
            <a:r>
              <a:rPr kumimoji="1" lang="zh-CN" altLang="en-US" sz="1800" dirty="0"/>
              <a:t>但是，从另外一个方面看，如果没钱，也很难过得幸福。</a:t>
            </a:r>
            <a:r>
              <a:rPr kumimoji="1" lang="en-US" altLang="zh-CN" sz="1800" dirty="0"/>
              <a:t>['</a:t>
            </a:r>
            <a:r>
              <a:rPr kumimoji="1" lang="zh-CN" altLang="en-US" sz="1800" dirty="0"/>
              <a:t>另外</a:t>
            </a:r>
            <a:r>
              <a:rPr kumimoji="1" lang="en-US" altLang="zh-CN" sz="1800" dirty="0"/>
              <a:t>', '</a:t>
            </a:r>
            <a:r>
              <a:rPr kumimoji="1" lang="zh-CN" altLang="en-US" sz="1800" dirty="0"/>
              <a:t>方面</a:t>
            </a:r>
            <a:r>
              <a:rPr kumimoji="1" lang="en-US" altLang="zh-CN" sz="1800" dirty="0"/>
              <a:t>’]</a:t>
            </a:r>
          </a:p>
          <a:p>
            <a:pPr eaLnBrk="1" hangingPunct="1"/>
            <a:r>
              <a:rPr kumimoji="1" lang="zh-CN" altLang="en-US" sz="1800" dirty="0"/>
              <a:t>但是</a:t>
            </a:r>
            <a:r>
              <a:rPr kumimoji="1" lang="en-US" altLang="zh-CN" sz="1800" dirty="0"/>
              <a:t>/</a:t>
            </a:r>
            <a:r>
              <a:rPr kumimoji="1" lang="en-US" altLang="zh-CN" sz="1800" dirty="0" err="1"/>
              <a:t>dànshì</a:t>
            </a:r>
            <a:r>
              <a:rPr kumimoji="1" lang="en-US" altLang="zh-CN" sz="1800" dirty="0"/>
              <a:t>  </a:t>
            </a:r>
            <a:r>
              <a:rPr kumimoji="1" lang="zh-CN" altLang="en-US" sz="1800" dirty="0"/>
              <a:t>，  从</a:t>
            </a:r>
            <a:r>
              <a:rPr kumimoji="1" lang="en-US" altLang="zh-CN" sz="1800" dirty="0"/>
              <a:t>/</a:t>
            </a:r>
            <a:r>
              <a:rPr kumimoji="1" lang="en-US" altLang="zh-CN" sz="1800" dirty="0" err="1"/>
              <a:t>cóng</a:t>
            </a:r>
            <a:r>
              <a:rPr kumimoji="1" lang="en-US" altLang="zh-CN" sz="1800" dirty="0"/>
              <a:t>  </a:t>
            </a:r>
            <a:r>
              <a:rPr kumimoji="1" lang="zh-CN" altLang="en-US" sz="1800" dirty="0"/>
              <a:t>另外</a:t>
            </a:r>
            <a:r>
              <a:rPr kumimoji="1" lang="en-US" altLang="zh-CN" sz="1800" dirty="0"/>
              <a:t>/</a:t>
            </a:r>
            <a:r>
              <a:rPr kumimoji="1" lang="en-US" altLang="zh-CN" sz="1800" dirty="0" err="1"/>
              <a:t>lìngwài</a:t>
            </a:r>
            <a:r>
              <a:rPr kumimoji="1" lang="en-US" altLang="zh-CN" sz="1800" dirty="0"/>
              <a:t>  </a:t>
            </a:r>
            <a:r>
              <a:rPr kumimoji="1" lang="zh-CN" altLang="en-US" sz="1800" dirty="0"/>
              <a:t>一个</a:t>
            </a:r>
            <a:r>
              <a:rPr kumimoji="1" lang="en-US" altLang="zh-CN" sz="1800" dirty="0"/>
              <a:t>/</a:t>
            </a:r>
            <a:r>
              <a:rPr kumimoji="1" lang="en-US" altLang="zh-CN" sz="1800" dirty="0" err="1"/>
              <a:t>yīgè</a:t>
            </a:r>
            <a:r>
              <a:rPr kumimoji="1" lang="en-US" altLang="zh-CN" sz="1800" dirty="0"/>
              <a:t>  </a:t>
            </a:r>
            <a:r>
              <a:rPr kumimoji="1" lang="zh-CN" altLang="en-US" sz="1800" dirty="0"/>
              <a:t>方面</a:t>
            </a:r>
            <a:r>
              <a:rPr kumimoji="1" lang="en-US" altLang="zh-CN" sz="1800" dirty="0"/>
              <a:t>/</a:t>
            </a:r>
            <a:r>
              <a:rPr kumimoji="1" lang="en-US" altLang="zh-CN" sz="1800" dirty="0" err="1"/>
              <a:t>fāngmiàn</a:t>
            </a:r>
            <a:r>
              <a:rPr kumimoji="1" lang="en-US" altLang="zh-CN" sz="1800" dirty="0"/>
              <a:t>  </a:t>
            </a:r>
            <a:r>
              <a:rPr kumimoji="1" lang="zh-CN" altLang="en-US" sz="1800" dirty="0"/>
              <a:t>看</a:t>
            </a:r>
            <a:r>
              <a:rPr kumimoji="1" lang="en-US" altLang="zh-CN" sz="1800" dirty="0"/>
              <a:t>/</a:t>
            </a:r>
            <a:r>
              <a:rPr kumimoji="1" lang="en-US" altLang="zh-CN" sz="1800" dirty="0" err="1"/>
              <a:t>kàn</a:t>
            </a:r>
            <a:r>
              <a:rPr kumimoji="1" lang="en-US" altLang="zh-CN" sz="1800" dirty="0"/>
              <a:t>  </a:t>
            </a:r>
            <a:r>
              <a:rPr kumimoji="1" lang="zh-CN" altLang="en-US" sz="1800" dirty="0"/>
              <a:t>，  如果</a:t>
            </a:r>
            <a:r>
              <a:rPr kumimoji="1" lang="en-US" altLang="zh-CN" sz="1800" dirty="0"/>
              <a:t>/</a:t>
            </a:r>
            <a:r>
              <a:rPr kumimoji="1" lang="en-US" altLang="zh-CN" sz="1800" dirty="0" err="1"/>
              <a:t>rúguǒ</a:t>
            </a:r>
            <a:r>
              <a:rPr kumimoji="1" lang="en-US" altLang="zh-CN" sz="1800" dirty="0"/>
              <a:t>  </a:t>
            </a:r>
            <a:r>
              <a:rPr kumimoji="1" lang="zh-CN" altLang="en-US" sz="1800" dirty="0"/>
              <a:t>没</a:t>
            </a:r>
            <a:r>
              <a:rPr kumimoji="1" lang="en-US" altLang="zh-CN" sz="1800" dirty="0"/>
              <a:t>/</a:t>
            </a:r>
            <a:r>
              <a:rPr kumimoji="1" lang="en-US" altLang="zh-CN" sz="1800" dirty="0" err="1"/>
              <a:t>méi</a:t>
            </a:r>
            <a:r>
              <a:rPr kumimoji="1" lang="en-US" altLang="zh-CN" sz="1800" dirty="0"/>
              <a:t>  </a:t>
            </a:r>
            <a:r>
              <a:rPr kumimoji="1" lang="zh-CN" altLang="en-US" sz="1800" dirty="0"/>
              <a:t>钱</a:t>
            </a:r>
            <a:r>
              <a:rPr kumimoji="1" lang="en-US" altLang="zh-CN" sz="1800" dirty="0"/>
              <a:t>/</a:t>
            </a:r>
            <a:r>
              <a:rPr kumimoji="1" lang="en-US" altLang="zh-CN" sz="1800" dirty="0" err="1"/>
              <a:t>qián</a:t>
            </a:r>
            <a:r>
              <a:rPr kumimoji="1" lang="en-US" altLang="zh-CN" sz="1800" dirty="0"/>
              <a:t>  </a:t>
            </a:r>
            <a:r>
              <a:rPr kumimoji="1" lang="zh-CN" altLang="en-US" sz="1800" dirty="0"/>
              <a:t>，  也</a:t>
            </a:r>
            <a:r>
              <a:rPr kumimoji="1" lang="en-US" altLang="zh-CN" sz="1800" dirty="0"/>
              <a:t>/</a:t>
            </a:r>
            <a:r>
              <a:rPr kumimoji="1" lang="en-US" altLang="zh-CN" sz="1800" dirty="0" err="1"/>
              <a:t>yě</a:t>
            </a:r>
            <a:r>
              <a:rPr kumimoji="1" lang="en-US" altLang="zh-CN" sz="1800" dirty="0"/>
              <a:t>  </a:t>
            </a:r>
            <a:r>
              <a:rPr kumimoji="1" lang="zh-CN" altLang="en-US" sz="1800" dirty="0"/>
              <a:t>很</a:t>
            </a:r>
            <a:r>
              <a:rPr kumimoji="1" lang="en-US" altLang="zh-CN" sz="1800" dirty="0"/>
              <a:t>/</a:t>
            </a:r>
            <a:r>
              <a:rPr kumimoji="1" lang="en-US" altLang="zh-CN" sz="1800" dirty="0" err="1"/>
              <a:t>hěn</a:t>
            </a:r>
            <a:r>
              <a:rPr kumimoji="1" lang="en-US" altLang="zh-CN" sz="1800" dirty="0"/>
              <a:t>  </a:t>
            </a:r>
            <a:r>
              <a:rPr kumimoji="1" lang="zh-CN" altLang="en-US" sz="1800" dirty="0"/>
              <a:t>难过</a:t>
            </a:r>
            <a:r>
              <a:rPr kumimoji="1" lang="en-US" altLang="zh-CN" sz="1800" dirty="0"/>
              <a:t>/</a:t>
            </a:r>
            <a:r>
              <a:rPr kumimoji="1" lang="en-US" altLang="zh-CN" sz="1800" dirty="0" err="1"/>
              <a:t>nánguò</a:t>
            </a:r>
            <a:r>
              <a:rPr kumimoji="1" lang="en-US" altLang="zh-CN" sz="1800" dirty="0"/>
              <a:t>  </a:t>
            </a:r>
            <a:r>
              <a:rPr kumimoji="1" lang="zh-CN" altLang="en-US" sz="1800" dirty="0"/>
              <a:t>得</a:t>
            </a:r>
            <a:r>
              <a:rPr kumimoji="1" lang="en-US" altLang="zh-CN" sz="1800" dirty="0"/>
              <a:t>/de  </a:t>
            </a:r>
            <a:r>
              <a:rPr kumimoji="1" lang="zh-CN" altLang="en-US" sz="1800" dirty="0"/>
              <a:t>幸福</a:t>
            </a:r>
            <a:r>
              <a:rPr kumimoji="1" lang="en-US" altLang="zh-CN" sz="1800" dirty="0"/>
              <a:t>/</a:t>
            </a:r>
            <a:r>
              <a:rPr kumimoji="1" lang="en-US" altLang="zh-CN" sz="1800" dirty="0" err="1"/>
              <a:t>xìngfú</a:t>
            </a:r>
            <a:r>
              <a:rPr kumimoji="1" lang="en-US" altLang="zh-CN" sz="1800" dirty="0"/>
              <a:t>  </a:t>
            </a:r>
            <a:r>
              <a:rPr kumimoji="1" lang="zh-CN" altLang="en-US" sz="1800" dirty="0"/>
              <a:t>。 </a:t>
            </a:r>
            <a:endParaRPr kumimoji="1" lang="en-US" altLang="zh-CN" sz="1800" dirty="0"/>
          </a:p>
          <a:p>
            <a:pPr eaLnBrk="1" hangingPunct="1"/>
            <a:r>
              <a:rPr kumimoji="1" lang="en-US" altLang="zh-CN" sz="1800" dirty="0"/>
              <a:t>However, from another perspective, if you don't have money, it's hard to be happy.</a:t>
            </a:r>
          </a:p>
          <a:p>
            <a:pPr eaLnBrk="1" hangingPunct="1"/>
            <a:endParaRPr kumimoji="1" lang="zh-CN" altLang="en-US" sz="1800" dirty="0"/>
          </a:p>
        </p:txBody>
      </p:sp>
      <p:pic>
        <p:nvPicPr>
          <p:cNvPr id="4" name="幸福.wav" descr="幸福.wav">
            <a:hlinkClick r:id="" action="ppaction://media"/>
            <a:extLst>
              <a:ext uri="{FF2B5EF4-FFF2-40B4-BE49-F238E27FC236}">
                <a16:creationId xmlns:a16="http://schemas.microsoft.com/office/drawing/2014/main" id="{ED3E7679-C985-7045-B56E-AE7DB3A00CD7}"/>
              </a:ext>
            </a:extLst>
          </p:cNvPr>
          <p:cNvPicPr>
            <a:picLocks noChangeAspect="1" noChangeArrowheads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38800" y="427038"/>
            <a:ext cx="436563" cy="4365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" name="多么幸福.wav" descr="多么幸福.wav">
            <a:hlinkClick r:id="" action="ppaction://media"/>
            <a:extLst>
              <a:ext uri="{FF2B5EF4-FFF2-40B4-BE49-F238E27FC236}">
                <a16:creationId xmlns:a16="http://schemas.microsoft.com/office/drawing/2014/main" id="{510E0508-7F3E-8041-BC89-97CDF2F96DCB}"/>
              </a:ext>
            </a:extLst>
          </p:cNvPr>
          <p:cNvPicPr>
            <a:picLocks noChangeAspect="1" noChangeArrowheads="1"/>
          </p:cNvPicPr>
          <p:nvPr>
            <a:audi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62400" y="1524000"/>
            <a:ext cx="457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" name="幸福的家庭.wav" descr="幸福的家庭.wav">
            <a:hlinkClick r:id="" action="ppaction://media"/>
            <a:extLst>
              <a:ext uri="{FF2B5EF4-FFF2-40B4-BE49-F238E27FC236}">
                <a16:creationId xmlns:a16="http://schemas.microsoft.com/office/drawing/2014/main" id="{D0BB0DF7-8F90-5E4E-B130-FA1F8BA8646D}"/>
              </a:ext>
            </a:extLst>
          </p:cNvPr>
          <p:cNvPicPr>
            <a:picLocks noChangeAspect="1" noChangeArrowheads="1"/>
          </p:cNvPicPr>
          <p:nvPr>
            <a:audioFile r:link="rId6"/>
            <p:extLst>
              <p:ext uri="{DAA4B4D4-6D71-4841-9C94-3DE7FCFB9230}">
                <p14:media xmlns:p14="http://schemas.microsoft.com/office/powerpoint/2010/main" r:embed="rId5"/>
              </p:ext>
            </p:extLst>
          </p:nvPr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48200" y="1828800"/>
            <a:ext cx="457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" name="但是，从另外一个方面看，如果没钱，也很难过得幸福。.wav" descr="但是，从另外一个方面看，如果没钱，也很难过得幸福。.wav">
            <a:hlinkClick r:id="" action="ppaction://media"/>
            <a:extLst>
              <a:ext uri="{FF2B5EF4-FFF2-40B4-BE49-F238E27FC236}">
                <a16:creationId xmlns:a16="http://schemas.microsoft.com/office/drawing/2014/main" id="{F0DD2EF6-3814-5E46-A49F-27B920203EDD}"/>
              </a:ext>
            </a:extLst>
          </p:cNvPr>
          <p:cNvPicPr>
            <a:picLocks noChangeAspect="1" noChangeArrowheads="1"/>
          </p:cNvPicPr>
          <p:nvPr>
            <a:audioFile r:link="rId8"/>
            <p:extLst>
              <p:ext uri="{DAA4B4D4-6D71-4841-9C94-3DE7FCFB9230}">
                <p14:media xmlns:p14="http://schemas.microsoft.com/office/powerpoint/2010/main" r:embed="rId7"/>
              </p:ext>
            </p:extLst>
          </p:nvPr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77200" y="2438400"/>
            <a:ext cx="457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" name="圆角矩形 9">
            <a:extLst>
              <a:ext uri="{FF2B5EF4-FFF2-40B4-BE49-F238E27FC236}">
                <a16:creationId xmlns:a16="http://schemas.microsoft.com/office/drawing/2014/main" id="{273B7172-1AA5-7E4F-AD9C-384F91C1A09F}"/>
              </a:ext>
            </a:extLst>
          </p:cNvPr>
          <p:cNvSpPr/>
          <p:nvPr/>
        </p:nvSpPr>
        <p:spPr>
          <a:xfrm>
            <a:off x="6346825" y="5097463"/>
            <a:ext cx="2514600" cy="598487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kumimoji="1" lang="en-US" altLang="zh-CN" dirty="0">
                <a:hlinkClick r:id="rId11" action="ppaction://hlinksldjump"/>
              </a:rPr>
              <a:t>Click to the next page</a:t>
            </a:r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776266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008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0" dur="1332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4" dur="1584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8" dur="1188" fill="hold"/>
                                        <p:tgtEl>
                                          <p:spTgt spid="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19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  <p:audio>
              <p:cMediaNode vol="80000">
                <p:cTn id="20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"/>
                </p:tgtEl>
              </p:cMediaNode>
            </p:audio>
            <p:audio>
              <p:cMediaNode vol="80000">
                <p:cTn id="21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3"/>
                </p:tgtEl>
              </p:cMediaNode>
            </p:audio>
            <p:audio>
              <p:cMediaNode vol="80000">
                <p:cTn id="22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7"/>
                </p:tgtEl>
              </p:cMediaNode>
            </p:audio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5" name="标题 1">
            <a:extLst>
              <a:ext uri="{FF2B5EF4-FFF2-40B4-BE49-F238E27FC236}">
                <a16:creationId xmlns:a16="http://schemas.microsoft.com/office/drawing/2014/main" id="{50666A50-1B79-5149-B00D-C7204122B7C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kumimoji="1" lang="zh-CN" altLang="en-US" sz="2800"/>
              <a:t>幸福 </a:t>
            </a:r>
            <a:r>
              <a:rPr kumimoji="1" lang="zh-CN" altLang="zh-CN" sz="2800"/>
              <a:t>xìngfú</a:t>
            </a:r>
            <a:endParaRPr kumimoji="1" lang="zh-CN" altLang="en-US" sz="2800"/>
          </a:p>
        </p:txBody>
      </p:sp>
      <p:sp>
        <p:nvSpPr>
          <p:cNvPr id="11266" name="内容占位符 2">
            <a:extLst>
              <a:ext uri="{FF2B5EF4-FFF2-40B4-BE49-F238E27FC236}">
                <a16:creationId xmlns:a16="http://schemas.microsoft.com/office/drawing/2014/main" id="{2D5265DC-374E-5145-A383-0036AA95ADCC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zh-CN" sz="1800" dirty="0"/>
              <a:t>Sentence:</a:t>
            </a:r>
          </a:p>
          <a:p>
            <a:pPr eaLnBrk="1" hangingPunct="1"/>
            <a:r>
              <a:rPr kumimoji="1" lang="zh-CN" altLang="en-US" sz="1800" dirty="0"/>
              <a:t>但是，从另外一个方面看，如果没钱，也很难过得幸福。</a:t>
            </a:r>
            <a:r>
              <a:rPr kumimoji="1" lang="en-US" altLang="zh-CN" sz="1800" dirty="0"/>
              <a:t>['</a:t>
            </a:r>
            <a:r>
              <a:rPr kumimoji="1" lang="zh-CN" altLang="en-US" sz="1800" dirty="0"/>
              <a:t>另外</a:t>
            </a:r>
            <a:r>
              <a:rPr kumimoji="1" lang="en-US" altLang="zh-CN" sz="1800" dirty="0"/>
              <a:t>', '</a:t>
            </a:r>
            <a:r>
              <a:rPr kumimoji="1" lang="zh-CN" altLang="en-US" sz="1800" dirty="0"/>
              <a:t>方面</a:t>
            </a:r>
            <a:r>
              <a:rPr kumimoji="1" lang="en-US" altLang="zh-CN" sz="1800" dirty="0"/>
              <a:t>’]</a:t>
            </a:r>
          </a:p>
          <a:p>
            <a:pPr eaLnBrk="1" hangingPunct="1"/>
            <a:r>
              <a:rPr kumimoji="1" lang="zh-CN" altLang="en-US" sz="1800" dirty="0"/>
              <a:t>但是</a:t>
            </a:r>
            <a:r>
              <a:rPr kumimoji="1" lang="en-US" altLang="zh-CN" sz="1800" dirty="0"/>
              <a:t>/</a:t>
            </a:r>
            <a:r>
              <a:rPr kumimoji="1" lang="en-US" altLang="zh-CN" sz="1800" dirty="0" err="1"/>
              <a:t>dànshì</a:t>
            </a:r>
            <a:r>
              <a:rPr kumimoji="1" lang="en-US" altLang="zh-CN" sz="1800" dirty="0"/>
              <a:t>  </a:t>
            </a:r>
            <a:r>
              <a:rPr kumimoji="1" lang="zh-CN" altLang="en-US" sz="1800" dirty="0"/>
              <a:t>，  从</a:t>
            </a:r>
            <a:r>
              <a:rPr kumimoji="1" lang="en-US" altLang="zh-CN" sz="1800" dirty="0"/>
              <a:t>/</a:t>
            </a:r>
            <a:r>
              <a:rPr kumimoji="1" lang="en-US" altLang="zh-CN" sz="1800" dirty="0" err="1"/>
              <a:t>cóng</a:t>
            </a:r>
            <a:r>
              <a:rPr kumimoji="1" lang="en-US" altLang="zh-CN" sz="1800" dirty="0"/>
              <a:t>  </a:t>
            </a:r>
            <a:r>
              <a:rPr kumimoji="1" lang="zh-CN" altLang="en-US" sz="1800" dirty="0"/>
              <a:t>另外</a:t>
            </a:r>
            <a:r>
              <a:rPr kumimoji="1" lang="en-US" altLang="zh-CN" sz="1800" dirty="0"/>
              <a:t>/</a:t>
            </a:r>
            <a:r>
              <a:rPr kumimoji="1" lang="en-US" altLang="zh-CN" sz="1800" dirty="0" err="1"/>
              <a:t>lìngwài</a:t>
            </a:r>
            <a:r>
              <a:rPr kumimoji="1" lang="en-US" altLang="zh-CN" sz="1800" dirty="0"/>
              <a:t>  </a:t>
            </a:r>
            <a:r>
              <a:rPr kumimoji="1" lang="zh-CN" altLang="en-US" sz="1800" dirty="0"/>
              <a:t>一个</a:t>
            </a:r>
            <a:r>
              <a:rPr kumimoji="1" lang="en-US" altLang="zh-CN" sz="1800" dirty="0"/>
              <a:t>/</a:t>
            </a:r>
            <a:r>
              <a:rPr kumimoji="1" lang="en-US" altLang="zh-CN" sz="1800" dirty="0" err="1"/>
              <a:t>yīgè</a:t>
            </a:r>
            <a:r>
              <a:rPr kumimoji="1" lang="en-US" altLang="zh-CN" sz="1800" dirty="0"/>
              <a:t>  </a:t>
            </a:r>
            <a:r>
              <a:rPr kumimoji="1" lang="zh-CN" altLang="en-US" sz="1800" dirty="0"/>
              <a:t>方面</a:t>
            </a:r>
            <a:r>
              <a:rPr kumimoji="1" lang="en-US" altLang="zh-CN" sz="1800" dirty="0"/>
              <a:t>/</a:t>
            </a:r>
            <a:r>
              <a:rPr kumimoji="1" lang="en-US" altLang="zh-CN" sz="1800" dirty="0" err="1"/>
              <a:t>fāngmiàn</a:t>
            </a:r>
            <a:r>
              <a:rPr kumimoji="1" lang="en-US" altLang="zh-CN" sz="1800" dirty="0"/>
              <a:t>  </a:t>
            </a:r>
            <a:r>
              <a:rPr kumimoji="1" lang="zh-CN" altLang="en-US" sz="1800" dirty="0"/>
              <a:t>看</a:t>
            </a:r>
            <a:r>
              <a:rPr kumimoji="1" lang="en-US" altLang="zh-CN" sz="1800" dirty="0"/>
              <a:t>/</a:t>
            </a:r>
            <a:r>
              <a:rPr kumimoji="1" lang="en-US" altLang="zh-CN" sz="1800" dirty="0" err="1"/>
              <a:t>kàn</a:t>
            </a:r>
            <a:r>
              <a:rPr kumimoji="1" lang="en-US" altLang="zh-CN" sz="1800" dirty="0"/>
              <a:t>  </a:t>
            </a:r>
            <a:r>
              <a:rPr kumimoji="1" lang="zh-CN" altLang="en-US" sz="1800" dirty="0"/>
              <a:t>，  如果</a:t>
            </a:r>
            <a:r>
              <a:rPr kumimoji="1" lang="en-US" altLang="zh-CN" sz="1800" dirty="0"/>
              <a:t>/</a:t>
            </a:r>
            <a:r>
              <a:rPr kumimoji="1" lang="en-US" altLang="zh-CN" sz="1800" dirty="0" err="1"/>
              <a:t>rúguǒ</a:t>
            </a:r>
            <a:r>
              <a:rPr kumimoji="1" lang="en-US" altLang="zh-CN" sz="1800" dirty="0"/>
              <a:t>  </a:t>
            </a:r>
            <a:r>
              <a:rPr kumimoji="1" lang="zh-CN" altLang="en-US" sz="1800" dirty="0"/>
              <a:t>没</a:t>
            </a:r>
            <a:r>
              <a:rPr kumimoji="1" lang="en-US" altLang="zh-CN" sz="1800" dirty="0"/>
              <a:t>/</a:t>
            </a:r>
            <a:r>
              <a:rPr kumimoji="1" lang="en-US" altLang="zh-CN" sz="1800" dirty="0" err="1"/>
              <a:t>méi</a:t>
            </a:r>
            <a:r>
              <a:rPr kumimoji="1" lang="en-US" altLang="zh-CN" sz="1800" dirty="0"/>
              <a:t>  </a:t>
            </a:r>
            <a:r>
              <a:rPr kumimoji="1" lang="zh-CN" altLang="en-US" sz="1800" dirty="0"/>
              <a:t>钱</a:t>
            </a:r>
            <a:r>
              <a:rPr kumimoji="1" lang="en-US" altLang="zh-CN" sz="1800" dirty="0"/>
              <a:t>/</a:t>
            </a:r>
            <a:r>
              <a:rPr kumimoji="1" lang="en-US" altLang="zh-CN" sz="1800" dirty="0" err="1"/>
              <a:t>qián</a:t>
            </a:r>
            <a:r>
              <a:rPr kumimoji="1" lang="en-US" altLang="zh-CN" sz="1800" dirty="0"/>
              <a:t>  </a:t>
            </a:r>
            <a:r>
              <a:rPr kumimoji="1" lang="zh-CN" altLang="en-US" sz="1800" dirty="0"/>
              <a:t>，  也</a:t>
            </a:r>
            <a:r>
              <a:rPr kumimoji="1" lang="en-US" altLang="zh-CN" sz="1800" dirty="0"/>
              <a:t>/</a:t>
            </a:r>
            <a:r>
              <a:rPr kumimoji="1" lang="en-US" altLang="zh-CN" sz="1800" dirty="0" err="1"/>
              <a:t>yě</a:t>
            </a:r>
            <a:r>
              <a:rPr kumimoji="1" lang="en-US" altLang="zh-CN" sz="1800" dirty="0"/>
              <a:t>  </a:t>
            </a:r>
            <a:r>
              <a:rPr kumimoji="1" lang="zh-CN" altLang="en-US" sz="1800" dirty="0"/>
              <a:t>很</a:t>
            </a:r>
            <a:r>
              <a:rPr kumimoji="1" lang="en-US" altLang="zh-CN" sz="1800" dirty="0"/>
              <a:t>/</a:t>
            </a:r>
            <a:r>
              <a:rPr kumimoji="1" lang="en-US" altLang="zh-CN" sz="1800" dirty="0" err="1"/>
              <a:t>hěn</a:t>
            </a:r>
            <a:r>
              <a:rPr kumimoji="1" lang="en-US" altLang="zh-CN" sz="1800" dirty="0"/>
              <a:t>  </a:t>
            </a:r>
            <a:r>
              <a:rPr kumimoji="1" lang="zh-CN" altLang="en-US" sz="1800" dirty="0"/>
              <a:t>难过</a:t>
            </a:r>
            <a:r>
              <a:rPr kumimoji="1" lang="en-US" altLang="zh-CN" sz="1800" dirty="0"/>
              <a:t>/</a:t>
            </a:r>
            <a:r>
              <a:rPr kumimoji="1" lang="en-US" altLang="zh-CN" sz="1800" dirty="0" err="1"/>
              <a:t>nánguò</a:t>
            </a:r>
            <a:r>
              <a:rPr kumimoji="1" lang="en-US" altLang="zh-CN" sz="1800" dirty="0"/>
              <a:t>  </a:t>
            </a:r>
            <a:r>
              <a:rPr kumimoji="1" lang="zh-CN" altLang="en-US" sz="1800" dirty="0"/>
              <a:t>得</a:t>
            </a:r>
            <a:r>
              <a:rPr kumimoji="1" lang="en-US" altLang="zh-CN" sz="1800" dirty="0"/>
              <a:t>/de  </a:t>
            </a:r>
            <a:r>
              <a:rPr kumimoji="1" lang="zh-CN" altLang="en-US" sz="1800" dirty="0"/>
              <a:t>幸福</a:t>
            </a:r>
            <a:r>
              <a:rPr kumimoji="1" lang="en-US" altLang="zh-CN" sz="1800" dirty="0"/>
              <a:t>/</a:t>
            </a:r>
            <a:r>
              <a:rPr kumimoji="1" lang="en-US" altLang="zh-CN" sz="1800" dirty="0" err="1"/>
              <a:t>xìngfú</a:t>
            </a:r>
            <a:r>
              <a:rPr kumimoji="1" lang="en-US" altLang="zh-CN" sz="1800" dirty="0"/>
              <a:t>  </a:t>
            </a:r>
            <a:r>
              <a:rPr kumimoji="1" lang="zh-CN" altLang="en-US" sz="1800" dirty="0"/>
              <a:t>。 </a:t>
            </a:r>
            <a:endParaRPr kumimoji="1" lang="en-US" altLang="zh-CN" sz="1800" dirty="0"/>
          </a:p>
          <a:p>
            <a:pPr eaLnBrk="1" hangingPunct="1"/>
            <a:r>
              <a:rPr kumimoji="1" lang="en-US" altLang="zh-CN" sz="1800" dirty="0"/>
              <a:t>However, from another perspective, if you don't have money, it's hard to be happy.</a:t>
            </a:r>
          </a:p>
          <a:p>
            <a:pPr eaLnBrk="1" hangingPunct="1"/>
            <a:endParaRPr kumimoji="1" lang="zh-CN" altLang="en-US" sz="1800" dirty="0"/>
          </a:p>
        </p:txBody>
      </p:sp>
      <p:pic>
        <p:nvPicPr>
          <p:cNvPr id="4" name="幸福.wav" descr="幸福.wav">
            <a:hlinkClick r:id="" action="ppaction://media"/>
            <a:extLst>
              <a:ext uri="{FF2B5EF4-FFF2-40B4-BE49-F238E27FC236}">
                <a16:creationId xmlns:a16="http://schemas.microsoft.com/office/drawing/2014/main" id="{ED3E7679-C985-7045-B56E-AE7DB3A00CD7}"/>
              </a:ext>
            </a:extLst>
          </p:cNvPr>
          <p:cNvPicPr>
            <a:picLocks noChangeAspect="1" noChangeArrowheads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38800" y="427038"/>
            <a:ext cx="436563" cy="4365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" name="但是，从另外一个方面看，如果没钱，也很难过得幸福。.wav" descr="但是，从另外一个方面看，如果没钱，也很难过得幸福。.wav">
            <a:hlinkClick r:id="" action="ppaction://media"/>
            <a:extLst>
              <a:ext uri="{FF2B5EF4-FFF2-40B4-BE49-F238E27FC236}">
                <a16:creationId xmlns:a16="http://schemas.microsoft.com/office/drawing/2014/main" id="{F0DD2EF6-3814-5E46-A49F-27B920203EDD}"/>
              </a:ext>
            </a:extLst>
          </p:cNvPr>
          <p:cNvPicPr>
            <a:picLocks noChangeAspect="1" noChangeArrowheads="1"/>
          </p:cNvPicPr>
          <p:nvPr>
            <a:audi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01000" y="1447800"/>
            <a:ext cx="457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" name="圆角矩形 9">
            <a:extLst>
              <a:ext uri="{FF2B5EF4-FFF2-40B4-BE49-F238E27FC236}">
                <a16:creationId xmlns:a16="http://schemas.microsoft.com/office/drawing/2014/main" id="{58DA352F-C70B-EC44-9E3C-CFABFCD87FBA}"/>
              </a:ext>
            </a:extLst>
          </p:cNvPr>
          <p:cNvSpPr/>
          <p:nvPr/>
        </p:nvSpPr>
        <p:spPr>
          <a:xfrm>
            <a:off x="6346825" y="5097463"/>
            <a:ext cx="2514600" cy="598487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kumimoji="1" lang="en-US" altLang="zh-CN" dirty="0">
                <a:hlinkClick r:id="rId7" action="ppaction://hlinksldjump"/>
              </a:rPr>
              <a:t>Click to the next page</a:t>
            </a:r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4426499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008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0" dur="1188" fill="hold"/>
                                        <p:tgtEl>
                                          <p:spTgt spid="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11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  <p:audio>
              <p:cMediaNode vol="80000">
                <p:cTn id="12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7"/>
                </p:tgtEl>
              </p:cMediaNode>
            </p:audio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89" name="标题 1">
            <a:extLst>
              <a:ext uri="{FF2B5EF4-FFF2-40B4-BE49-F238E27FC236}">
                <a16:creationId xmlns:a16="http://schemas.microsoft.com/office/drawing/2014/main" id="{AEACF2CF-D0FD-4D4D-B1BA-9FC5B061DF1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kumimoji="1" lang="en-US" altLang="zh-CN"/>
              <a:t>practice</a:t>
            </a:r>
            <a:endParaRPr kumimoji="1" lang="zh-CN" alt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FC4F55C-68BC-D34C-B754-7A4D0608C86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indent="-457200" eaLnBrk="1" hangingPunct="1">
              <a:buFontTx/>
              <a:buAutoNum type="arabicPeriod"/>
              <a:defRPr/>
            </a:pPr>
            <a:r>
              <a:rPr lang="en" altLang="zh-CN" sz="2000" dirty="0"/>
              <a:t>Find</a:t>
            </a:r>
            <a:r>
              <a:rPr lang="zh-CN" altLang="en-US" sz="2000" dirty="0"/>
              <a:t> </a:t>
            </a:r>
            <a:r>
              <a:rPr lang="en-US" altLang="zh-CN" sz="2000" dirty="0"/>
              <a:t>responding</a:t>
            </a:r>
            <a:r>
              <a:rPr lang="zh-CN" altLang="en-US" sz="2000" dirty="0"/>
              <a:t> </a:t>
            </a:r>
            <a:r>
              <a:rPr lang="en" altLang="zh-CN" sz="2000" dirty="0"/>
              <a:t>word. </a:t>
            </a:r>
          </a:p>
          <a:p>
            <a:pPr marL="0" indent="0" eaLnBrk="1" hangingPunct="1">
              <a:buFontTx/>
              <a:buNone/>
              <a:defRPr/>
            </a:pPr>
            <a:r>
              <a:rPr lang="zh-CN" altLang="en-US" sz="2000" dirty="0"/>
              <a:t>（）</a:t>
            </a:r>
            <a:r>
              <a:rPr lang="en" altLang="zh-CN" sz="2000" dirty="0"/>
              <a:t> happy</a:t>
            </a:r>
            <a:r>
              <a:rPr lang="zh-CN" altLang="en-US" sz="2000" dirty="0"/>
              <a:t>    </a:t>
            </a:r>
            <a:r>
              <a:rPr lang="en-US" altLang="zh-CN" sz="2000" dirty="0"/>
              <a:t>A.</a:t>
            </a:r>
            <a:r>
              <a:rPr lang="zh-CN" altLang="en-US" sz="2000" dirty="0"/>
              <a:t>已经  </a:t>
            </a:r>
            <a:r>
              <a:rPr lang="en-US" altLang="zh-CN" sz="2000" dirty="0"/>
              <a:t>B.</a:t>
            </a:r>
            <a:r>
              <a:rPr lang="zh-CN" altLang="en-US" sz="2000" dirty="0"/>
              <a:t>秋  </a:t>
            </a:r>
            <a:r>
              <a:rPr lang="en-US" altLang="zh-CN" sz="2000" dirty="0"/>
              <a:t>C.</a:t>
            </a:r>
            <a:r>
              <a:rPr lang="zh-CN" altLang="en-US" sz="2000" dirty="0"/>
              <a:t>米  </a:t>
            </a:r>
            <a:r>
              <a:rPr lang="en-US" altLang="zh-CN" sz="2000" dirty="0"/>
              <a:t>D.</a:t>
            </a:r>
            <a:r>
              <a:rPr lang="zh-CN" altLang="en-US" sz="2000" dirty="0"/>
              <a:t>幸福</a:t>
            </a:r>
            <a:endParaRPr lang="en-US" altLang="zh-CN" sz="2000" dirty="0"/>
          </a:p>
          <a:p>
            <a:pPr marL="0" indent="0" eaLnBrk="1" hangingPunct="1">
              <a:buFontTx/>
              <a:buNone/>
              <a:defRPr/>
            </a:pPr>
            <a:endParaRPr lang="en-US" altLang="zh-CN" sz="2000" dirty="0"/>
          </a:p>
          <a:p>
            <a:pPr marL="0" indent="0" eaLnBrk="1" hangingPunct="1">
              <a:buFontTx/>
              <a:buNone/>
              <a:defRPr/>
            </a:pPr>
            <a:r>
              <a:rPr lang="en-US" altLang="zh-CN" sz="2000" dirty="0"/>
              <a:t>2.</a:t>
            </a:r>
            <a:r>
              <a:rPr lang="zh-CN" altLang="en-US" sz="2000" dirty="0"/>
              <a:t> </a:t>
            </a:r>
            <a:r>
              <a:rPr lang="en-US" altLang="zh-CN" sz="2000" dirty="0"/>
              <a:t>Find</a:t>
            </a:r>
            <a:r>
              <a:rPr lang="zh-CN" altLang="en-US" sz="2000" dirty="0"/>
              <a:t> </a:t>
            </a:r>
            <a:r>
              <a:rPr lang="en-US" altLang="zh-CN" sz="2000" dirty="0"/>
              <a:t>right</a:t>
            </a:r>
            <a:r>
              <a:rPr lang="zh-CN" altLang="en-US" sz="2000" dirty="0"/>
              <a:t> </a:t>
            </a:r>
            <a:r>
              <a:rPr lang="en-US" altLang="zh-CN" sz="2000" dirty="0"/>
              <a:t>collocation.</a:t>
            </a:r>
          </a:p>
          <a:p>
            <a:pPr marL="0" indent="0" eaLnBrk="1" hangingPunct="1">
              <a:buFontTx/>
              <a:buNone/>
              <a:defRPr/>
            </a:pPr>
            <a:r>
              <a:rPr lang="zh-CN" altLang="en-US" sz="2000" dirty="0"/>
              <a:t>多么（）  </a:t>
            </a:r>
            <a:r>
              <a:rPr lang="en-US" altLang="zh-CN" sz="2000" dirty="0"/>
              <a:t>A.</a:t>
            </a:r>
            <a:r>
              <a:rPr lang="zh-CN" altLang="en-US" sz="2000" dirty="0"/>
              <a:t>比  </a:t>
            </a:r>
            <a:r>
              <a:rPr lang="en-US" altLang="zh-CN" sz="2000" dirty="0"/>
              <a:t>B.</a:t>
            </a:r>
            <a:r>
              <a:rPr lang="zh-CN" altLang="en-US" sz="2000" dirty="0"/>
              <a:t>健康</a:t>
            </a:r>
            <a:r>
              <a:rPr lang="en-US" altLang="zh-CN" sz="2000" dirty="0"/>
              <a:t>  C.</a:t>
            </a:r>
            <a:r>
              <a:rPr lang="zh-CN" altLang="en-US" sz="2000" dirty="0"/>
              <a:t>发  </a:t>
            </a:r>
            <a:r>
              <a:rPr lang="en-US" altLang="zh-CN" sz="2000" dirty="0"/>
              <a:t>D.</a:t>
            </a:r>
            <a:r>
              <a:rPr lang="zh-CN" altLang="en-US" sz="2000" dirty="0"/>
              <a:t>幸福</a:t>
            </a:r>
            <a:endParaRPr lang="en-US" altLang="zh-CN" sz="2000" dirty="0"/>
          </a:p>
          <a:p>
            <a:pPr marL="0" indent="0" eaLnBrk="1" hangingPunct="1">
              <a:buFontTx/>
              <a:buNone/>
              <a:defRPr/>
            </a:pPr>
            <a:r>
              <a:rPr lang="zh-CN" altLang="en-US" sz="2000" dirty="0"/>
              <a:t>（）的家庭    </a:t>
            </a:r>
            <a:r>
              <a:rPr lang="en-US" altLang="zh-CN" sz="2000" dirty="0"/>
              <a:t>A.</a:t>
            </a:r>
            <a:r>
              <a:rPr lang="zh-CN" altLang="en-US" sz="2000" dirty="0"/>
              <a:t> 题  </a:t>
            </a:r>
            <a:r>
              <a:rPr lang="en-US" altLang="zh-CN" sz="2000" dirty="0"/>
              <a:t>B.</a:t>
            </a:r>
            <a:r>
              <a:rPr lang="zh-CN" altLang="en-US" sz="2000" dirty="0"/>
              <a:t>喝</a:t>
            </a:r>
            <a:r>
              <a:rPr lang="en-US" altLang="zh-CN" sz="2000" dirty="0"/>
              <a:t>  C.</a:t>
            </a:r>
            <a:r>
              <a:rPr lang="zh-CN" altLang="en-US" sz="2000" dirty="0"/>
              <a:t>幸福  </a:t>
            </a:r>
            <a:r>
              <a:rPr lang="en-US" altLang="zh-CN" sz="2000" dirty="0"/>
              <a:t>D.</a:t>
            </a:r>
            <a:r>
              <a:rPr lang="zh-CN" altLang="en-US" sz="2000" dirty="0"/>
              <a:t>怎么样</a:t>
            </a:r>
            <a:endParaRPr lang="en-US" altLang="zh-CN" sz="2000" dirty="0"/>
          </a:p>
          <a:p>
            <a:pPr marL="0" indent="0" eaLnBrk="1" hangingPunct="1">
              <a:buFontTx/>
              <a:buNone/>
              <a:defRPr/>
            </a:pPr>
            <a:endParaRPr lang="en-US" altLang="zh-CN" sz="2000" dirty="0"/>
          </a:p>
          <a:p>
            <a:pPr marL="0" indent="0" eaLnBrk="1" hangingPunct="1">
              <a:buFontTx/>
              <a:buNone/>
              <a:defRPr/>
            </a:pPr>
            <a:r>
              <a:rPr lang="en-US" altLang="zh-CN" sz="2000" dirty="0"/>
              <a:t>3.</a:t>
            </a:r>
            <a:r>
              <a:rPr lang="zh-CN" altLang="en-US" sz="2000" dirty="0"/>
              <a:t> </a:t>
            </a:r>
            <a:r>
              <a:rPr lang="en-US" altLang="zh-CN" sz="2000" dirty="0"/>
              <a:t>Fill</a:t>
            </a:r>
            <a:r>
              <a:rPr lang="zh-CN" altLang="en-US" sz="2000" dirty="0"/>
              <a:t> </a:t>
            </a:r>
            <a:r>
              <a:rPr lang="en-US" altLang="zh-CN" sz="2000" dirty="0"/>
              <a:t>in right word.</a:t>
            </a:r>
          </a:p>
          <a:p>
            <a:pPr eaLnBrk="1" hangingPunct="1">
              <a:defRPr/>
            </a:pPr>
            <a:r>
              <a:rPr kumimoji="1" lang="zh-CN" altLang="en-US" sz="2000" dirty="0"/>
              <a:t>但是，从另外一个方面看，如果没钱，也很难过得幸（）。</a:t>
            </a:r>
          </a:p>
        </p:txBody>
      </p:sp>
      <p:sp>
        <p:nvSpPr>
          <p:cNvPr id="4" name="圆角矩形 3">
            <a:extLst>
              <a:ext uri="{FF2B5EF4-FFF2-40B4-BE49-F238E27FC236}">
                <a16:creationId xmlns:a16="http://schemas.microsoft.com/office/drawing/2014/main" id="{8C266895-312F-0741-AA14-4C6007110454}"/>
              </a:ext>
            </a:extLst>
          </p:cNvPr>
          <p:cNvSpPr/>
          <p:nvPr/>
        </p:nvSpPr>
        <p:spPr>
          <a:xfrm>
            <a:off x="6346825" y="5097463"/>
            <a:ext cx="2514600" cy="598487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kumimoji="1" lang="en-US" altLang="zh-CN" dirty="0">
                <a:hlinkClick r:id="rId2" action="ppaction://hlinksldjump"/>
              </a:rPr>
              <a:t>Click to the next page</a:t>
            </a:r>
            <a:endParaRPr kumimoji="1" lang="zh-CN" altLang="en-US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CED0817-D27F-B64C-9D40-FB9BCEACDD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sz="2800" dirty="0"/>
              <a:t>End</a:t>
            </a:r>
            <a:r>
              <a:rPr kumimoji="1" lang="zh-CN" altLang="en-US" sz="2800" dirty="0"/>
              <a:t> </a:t>
            </a:r>
            <a:r>
              <a:rPr kumimoji="1" lang="en-US" altLang="zh-CN" sz="2800" dirty="0"/>
              <a:t>time</a:t>
            </a:r>
            <a:r>
              <a:rPr kumimoji="1" lang="zh-CN" altLang="en-US" sz="2800" dirty="0"/>
              <a:t> </a:t>
            </a:r>
            <a:r>
              <a:rPr kumimoji="1" lang="en-US" altLang="zh-CN" sz="2800" dirty="0"/>
              <a:t>of learning a word </a:t>
            </a:r>
            <a:endParaRPr kumimoji="1" lang="zh-CN" altLang="en-US" sz="2800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077E894-BBC6-7C41-9939-B130BFD1BA5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zh-CN" sz="2000" dirty="0"/>
              <a:t>Please write down the present time (accurate to the minute) on your paper. __________</a:t>
            </a:r>
          </a:p>
          <a:p>
            <a:endParaRPr kumimoji="1" lang="zh-CN" altLang="en-US" dirty="0"/>
          </a:p>
        </p:txBody>
      </p:sp>
      <p:sp>
        <p:nvSpPr>
          <p:cNvPr id="4" name="圆角矩形 3">
            <a:extLst>
              <a:ext uri="{FF2B5EF4-FFF2-40B4-BE49-F238E27FC236}">
                <a16:creationId xmlns:a16="http://schemas.microsoft.com/office/drawing/2014/main" id="{01ADF194-DBE7-8A4C-B5E8-98F40B075572}"/>
              </a:ext>
            </a:extLst>
          </p:cNvPr>
          <p:cNvSpPr/>
          <p:nvPr/>
        </p:nvSpPr>
        <p:spPr>
          <a:xfrm>
            <a:off x="6346825" y="5097463"/>
            <a:ext cx="2514600" cy="598487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kumimoji="1" lang="en-US" altLang="zh-CN" dirty="0">
                <a:hlinkClick r:id="rId2" action="ppaction://hlinksldjump"/>
              </a:rPr>
              <a:t>Next word</a:t>
            </a:r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360349021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CED0817-D27F-B64C-9D40-FB9BCEACDD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sz="2800" dirty="0"/>
              <a:t>Start</a:t>
            </a:r>
            <a:r>
              <a:rPr kumimoji="1" lang="zh-CN" altLang="en-US" sz="2800" dirty="0"/>
              <a:t> </a:t>
            </a:r>
            <a:r>
              <a:rPr kumimoji="1" lang="en-US" altLang="zh-CN" sz="2800" dirty="0"/>
              <a:t>time</a:t>
            </a:r>
            <a:r>
              <a:rPr kumimoji="1" lang="zh-CN" altLang="en-US" sz="2800" dirty="0"/>
              <a:t> </a:t>
            </a:r>
            <a:r>
              <a:rPr kumimoji="1" lang="en-US" altLang="zh-CN" sz="2800" dirty="0"/>
              <a:t>of learning a word </a:t>
            </a:r>
            <a:endParaRPr kumimoji="1" lang="zh-CN" altLang="en-US" sz="2800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077E894-BBC6-7C41-9939-B130BFD1BA5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zh-CN" sz="2000" dirty="0"/>
              <a:t>Please write down the present time (accurate to the minute) on your paper. __________</a:t>
            </a:r>
          </a:p>
          <a:p>
            <a:endParaRPr kumimoji="1" lang="zh-CN" altLang="en-US" dirty="0"/>
          </a:p>
        </p:txBody>
      </p:sp>
      <p:sp>
        <p:nvSpPr>
          <p:cNvPr id="4" name="圆角矩形 3">
            <a:extLst>
              <a:ext uri="{FF2B5EF4-FFF2-40B4-BE49-F238E27FC236}">
                <a16:creationId xmlns:a16="http://schemas.microsoft.com/office/drawing/2014/main" id="{01ADF194-DBE7-8A4C-B5E8-98F40B075572}"/>
              </a:ext>
            </a:extLst>
          </p:cNvPr>
          <p:cNvSpPr/>
          <p:nvPr/>
        </p:nvSpPr>
        <p:spPr>
          <a:xfrm>
            <a:off x="6346825" y="5097463"/>
            <a:ext cx="2514600" cy="598487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kumimoji="1" lang="en-US" altLang="zh-CN" dirty="0">
                <a:hlinkClick r:id="rId2" action="ppaction://hlinksldjump"/>
              </a:rPr>
              <a:t>Click to the next page</a:t>
            </a:r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984017107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1" name="标题 1">
            <a:extLst>
              <a:ext uri="{FF2B5EF4-FFF2-40B4-BE49-F238E27FC236}">
                <a16:creationId xmlns:a16="http://schemas.microsoft.com/office/drawing/2014/main" id="{06570B87-D7AD-9647-9CE5-37739358B28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74637"/>
            <a:ext cx="8229600" cy="1249363"/>
          </a:xfrm>
        </p:spPr>
        <p:txBody>
          <a:bodyPr/>
          <a:lstStyle/>
          <a:p>
            <a:pPr algn="l"/>
            <a:r>
              <a:rPr kumimoji="1" lang="en-US" altLang="zh-CN" sz="2400" dirty="0"/>
              <a:t>How about you know </a:t>
            </a:r>
            <a:r>
              <a:rPr kumimoji="1" lang="zh-CN" altLang="en-US" sz="2400" dirty="0"/>
              <a:t>使用？</a:t>
            </a:r>
            <a:br>
              <a:rPr kumimoji="1" lang="en-US" altLang="zh-CN" sz="2400" dirty="0"/>
            </a:br>
            <a:r>
              <a:rPr kumimoji="1" lang="en-US" altLang="zh-CN" sz="2400" dirty="0"/>
              <a:t>Please</a:t>
            </a:r>
            <a:r>
              <a:rPr kumimoji="1" lang="zh-CN" altLang="en-US" sz="2400" dirty="0"/>
              <a:t> </a:t>
            </a:r>
            <a:r>
              <a:rPr kumimoji="1" lang="en-US" altLang="zh-CN" sz="2400" dirty="0"/>
              <a:t>write down the choice on your page and click the choice to jump to the corresponding page</a:t>
            </a:r>
            <a:endParaRPr kumimoji="1" lang="zh-CN" altLang="en-US" sz="2400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30F45E4-88F1-6F47-B1DD-2543870B46A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676400"/>
            <a:ext cx="8229600" cy="3962399"/>
          </a:xfrm>
        </p:spPr>
        <p:txBody>
          <a:bodyPr/>
          <a:lstStyle/>
          <a:p>
            <a:pPr>
              <a:defRPr/>
            </a:pPr>
            <a:r>
              <a:rPr lang="en-US" altLang="zh-CN" sz="2000" dirty="0"/>
              <a:t>I have never seen this word.</a:t>
            </a:r>
          </a:p>
          <a:p>
            <a:pPr marL="0" indent="0">
              <a:buNone/>
              <a:defRPr/>
            </a:pPr>
            <a:r>
              <a:rPr lang="en-US" altLang="zh-CN" sz="2000" dirty="0"/>
              <a:t> </a:t>
            </a:r>
            <a:endParaRPr lang="zh-CN" altLang="zh-CN" sz="2000" dirty="0"/>
          </a:p>
          <a:p>
            <a:pPr>
              <a:defRPr/>
            </a:pPr>
            <a:r>
              <a:rPr lang="en-US" altLang="zh-CN" sz="2000" dirty="0"/>
              <a:t>I don’t know what it means. </a:t>
            </a:r>
          </a:p>
          <a:p>
            <a:pPr>
              <a:defRPr/>
            </a:pPr>
            <a:endParaRPr lang="zh-CN" altLang="zh-CN" sz="2000" dirty="0"/>
          </a:p>
          <a:p>
            <a:pPr>
              <a:defRPr/>
            </a:pPr>
            <a:r>
              <a:rPr lang="en-US" altLang="zh-CN" sz="2000" dirty="0"/>
              <a:t>I know its meaning, but I don’t know its collocations.</a:t>
            </a:r>
          </a:p>
          <a:p>
            <a:pPr>
              <a:defRPr/>
            </a:pPr>
            <a:endParaRPr lang="zh-CN" altLang="zh-CN" sz="2000" dirty="0"/>
          </a:p>
          <a:p>
            <a:pPr>
              <a:defRPr/>
            </a:pPr>
            <a:r>
              <a:rPr lang="en-US" altLang="zh-CN" sz="2000" dirty="0"/>
              <a:t>I know its collocation, but I don’t know how to use it in a sentence.</a:t>
            </a:r>
          </a:p>
          <a:p>
            <a:pPr>
              <a:defRPr/>
            </a:pPr>
            <a:endParaRPr lang="en-US" altLang="zh-CN" sz="2000" dirty="0"/>
          </a:p>
          <a:p>
            <a:pPr>
              <a:defRPr/>
            </a:pPr>
            <a:r>
              <a:rPr lang="en-US" altLang="zh-CN" sz="2000" dirty="0"/>
              <a:t>I can use it in a sentence. </a:t>
            </a:r>
            <a:endParaRPr lang="zh-CN" altLang="zh-CN" sz="1800" dirty="0"/>
          </a:p>
        </p:txBody>
      </p:sp>
      <p:sp>
        <p:nvSpPr>
          <p:cNvPr id="4" name="圆角矩形 3">
            <a:extLst>
              <a:ext uri="{FF2B5EF4-FFF2-40B4-BE49-F238E27FC236}">
                <a16:creationId xmlns:a16="http://schemas.microsoft.com/office/drawing/2014/main" id="{3C106C97-9EF1-AE4E-80B1-861673DC5DA6}"/>
              </a:ext>
            </a:extLst>
          </p:cNvPr>
          <p:cNvSpPr/>
          <p:nvPr/>
        </p:nvSpPr>
        <p:spPr>
          <a:xfrm>
            <a:off x="4191000" y="1752600"/>
            <a:ext cx="762000" cy="3810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kumimoji="1" lang="en-US" altLang="zh-CN" dirty="0">
                <a:hlinkClick r:id="rId2" action="ppaction://hlinksldjump"/>
              </a:rPr>
              <a:t>A</a:t>
            </a:r>
            <a:endParaRPr kumimoji="1" lang="zh-CN" altLang="en-US" dirty="0"/>
          </a:p>
        </p:txBody>
      </p:sp>
      <p:sp>
        <p:nvSpPr>
          <p:cNvPr id="6" name="圆角矩形 5">
            <a:extLst>
              <a:ext uri="{FF2B5EF4-FFF2-40B4-BE49-F238E27FC236}">
                <a16:creationId xmlns:a16="http://schemas.microsoft.com/office/drawing/2014/main" id="{DCF760C6-CAEF-4949-AB75-58AD9F2FC2D8}"/>
              </a:ext>
            </a:extLst>
          </p:cNvPr>
          <p:cNvSpPr/>
          <p:nvPr/>
        </p:nvSpPr>
        <p:spPr>
          <a:xfrm>
            <a:off x="6781800" y="3124200"/>
            <a:ext cx="762000" cy="3810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kumimoji="1" lang="en-US" altLang="zh-CN" dirty="0">
                <a:hlinkClick r:id="rId3" action="ppaction://hlinksldjump"/>
              </a:rPr>
              <a:t>C</a:t>
            </a:r>
            <a:endParaRPr kumimoji="1" lang="zh-CN" altLang="en-US" dirty="0"/>
          </a:p>
        </p:txBody>
      </p:sp>
      <p:sp>
        <p:nvSpPr>
          <p:cNvPr id="7" name="圆角矩形 6">
            <a:extLst>
              <a:ext uri="{FF2B5EF4-FFF2-40B4-BE49-F238E27FC236}">
                <a16:creationId xmlns:a16="http://schemas.microsoft.com/office/drawing/2014/main" id="{D6C5558C-2A94-D340-B88D-3771B105CE99}"/>
              </a:ext>
            </a:extLst>
          </p:cNvPr>
          <p:cNvSpPr/>
          <p:nvPr/>
        </p:nvSpPr>
        <p:spPr>
          <a:xfrm>
            <a:off x="7531395" y="4343400"/>
            <a:ext cx="762000" cy="3810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kumimoji="1" lang="en-US" altLang="zh-CN" dirty="0">
                <a:hlinkClick r:id="rId4" action="ppaction://hlinksldjump"/>
              </a:rPr>
              <a:t>D</a:t>
            </a:r>
            <a:endParaRPr kumimoji="1" lang="zh-CN" altLang="en-US" dirty="0"/>
          </a:p>
        </p:txBody>
      </p:sp>
      <p:sp>
        <p:nvSpPr>
          <p:cNvPr id="8" name="圆角矩形 7">
            <a:extLst>
              <a:ext uri="{FF2B5EF4-FFF2-40B4-BE49-F238E27FC236}">
                <a16:creationId xmlns:a16="http://schemas.microsoft.com/office/drawing/2014/main" id="{E418098F-A830-0E4B-AE1B-BF99FBB77185}"/>
              </a:ext>
            </a:extLst>
          </p:cNvPr>
          <p:cNvSpPr/>
          <p:nvPr/>
        </p:nvSpPr>
        <p:spPr>
          <a:xfrm>
            <a:off x="3962400" y="4648200"/>
            <a:ext cx="762000" cy="3810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kumimoji="1" lang="en-US" altLang="zh-CN" dirty="0">
                <a:hlinkClick r:id="rId5" action="ppaction://hlinksldjump"/>
              </a:rPr>
              <a:t>E</a:t>
            </a:r>
            <a:endParaRPr kumimoji="1" lang="zh-CN" altLang="en-US" dirty="0"/>
          </a:p>
        </p:txBody>
      </p:sp>
      <p:sp>
        <p:nvSpPr>
          <p:cNvPr id="9" name="圆角矩形 8">
            <a:extLst>
              <a:ext uri="{FF2B5EF4-FFF2-40B4-BE49-F238E27FC236}">
                <a16:creationId xmlns:a16="http://schemas.microsoft.com/office/drawing/2014/main" id="{5E955882-84DF-F541-BD1E-BB1F7EDDA2DC}"/>
              </a:ext>
            </a:extLst>
          </p:cNvPr>
          <p:cNvSpPr/>
          <p:nvPr/>
        </p:nvSpPr>
        <p:spPr>
          <a:xfrm>
            <a:off x="4191000" y="2514600"/>
            <a:ext cx="762000" cy="3810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kumimoji="1" lang="en-US" altLang="zh-CN" dirty="0">
                <a:solidFill>
                  <a:schemeClr val="accent1">
                    <a:lumMod val="50000"/>
                  </a:schemeClr>
                </a:solidFill>
                <a:hlinkClick r:id="rId6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B</a:t>
            </a:r>
            <a:endParaRPr kumimoji="1" lang="zh-CN" altLang="en-US" dirty="0">
              <a:solidFill>
                <a:schemeClr val="accent1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28758830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3" name="标题 1">
            <a:extLst>
              <a:ext uri="{FF2B5EF4-FFF2-40B4-BE49-F238E27FC236}">
                <a16:creationId xmlns:a16="http://schemas.microsoft.com/office/drawing/2014/main" id="{94A6678E-6A90-4A40-971A-D56FFE4BA98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kumimoji="1" lang="zh-CN" altLang="en-US" sz="2800"/>
              <a:t>使用 </a:t>
            </a:r>
            <a:r>
              <a:rPr kumimoji="1" lang="zh-CN" altLang="zh-CN" sz="2800"/>
              <a:t>shǐyòng </a:t>
            </a:r>
            <a:endParaRPr kumimoji="1" lang="zh-CN" altLang="en-US" sz="2800"/>
          </a:p>
        </p:txBody>
      </p:sp>
      <p:sp>
        <p:nvSpPr>
          <p:cNvPr id="13314" name="内容占位符 2">
            <a:extLst>
              <a:ext uri="{FF2B5EF4-FFF2-40B4-BE49-F238E27FC236}">
                <a16:creationId xmlns:a16="http://schemas.microsoft.com/office/drawing/2014/main" id="{66F6E3BC-7A9C-EF4A-A5B9-BEB8A15F10B2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zh-CN" altLang="zh-CN" sz="2000" dirty="0"/>
              <a:t>使</a:t>
            </a:r>
            <a:r>
              <a:rPr lang="zh-CN" altLang="en-US" sz="2000" dirty="0"/>
              <a:t> </a:t>
            </a:r>
            <a:r>
              <a:rPr kumimoji="1" lang="zh-CN" altLang="zh-CN" sz="2000" dirty="0"/>
              <a:t>shǐ </a:t>
            </a:r>
            <a:r>
              <a:rPr lang="en-US" altLang="zh-CN" sz="2000" dirty="0"/>
              <a:t>VERB</a:t>
            </a:r>
            <a:r>
              <a:rPr lang="zh-CN" altLang="en-US" sz="2000" dirty="0"/>
              <a:t>  </a:t>
            </a:r>
            <a:r>
              <a:rPr lang="en-US" altLang="zh-CN" sz="2000" dirty="0"/>
              <a:t>use; employ; apply</a:t>
            </a:r>
          </a:p>
          <a:p>
            <a:pPr eaLnBrk="1" hangingPunct="1"/>
            <a:r>
              <a:rPr lang="zh-CN" altLang="zh-CN" sz="2000" dirty="0"/>
              <a:t>用 </a:t>
            </a:r>
            <a:r>
              <a:rPr kumimoji="1" lang="zh-CN" altLang="zh-CN" sz="2000" dirty="0"/>
              <a:t>yòng </a:t>
            </a:r>
            <a:r>
              <a:rPr lang="zh-CN" altLang="zh-CN" sz="2000" dirty="0"/>
              <a:t>VERB  use; employ; apply</a:t>
            </a:r>
          </a:p>
          <a:p>
            <a:pPr eaLnBrk="1" hangingPunct="1"/>
            <a:r>
              <a:rPr lang="zh-CN" altLang="zh-CN" sz="2000" dirty="0"/>
              <a:t>VERB</a:t>
            </a:r>
            <a:r>
              <a:rPr lang="zh-CN" altLang="en-US" sz="2000" dirty="0"/>
              <a:t>   </a:t>
            </a:r>
            <a:r>
              <a:rPr lang="zh-CN" altLang="zh-CN" sz="2000" dirty="0"/>
              <a:t>use;</a:t>
            </a:r>
            <a:r>
              <a:rPr lang="zh-CN" altLang="en-US" sz="2000" dirty="0"/>
              <a:t> </a:t>
            </a:r>
            <a:r>
              <a:rPr lang="zh-CN" altLang="zh-CN" sz="2000" dirty="0"/>
              <a:t>employ;</a:t>
            </a:r>
            <a:r>
              <a:rPr lang="zh-CN" altLang="en-US" sz="2000" dirty="0"/>
              <a:t> </a:t>
            </a:r>
            <a:r>
              <a:rPr lang="zh-CN" altLang="zh-CN" sz="2000" dirty="0"/>
              <a:t>apply</a:t>
            </a:r>
          </a:p>
          <a:p>
            <a:pPr eaLnBrk="1" hangingPunct="1"/>
            <a:r>
              <a:rPr lang="en-US" altLang="zh-CN" sz="2000" dirty="0"/>
              <a:t>Collocation: </a:t>
            </a:r>
          </a:p>
          <a:p>
            <a:pPr eaLnBrk="1" hangingPunct="1"/>
            <a:r>
              <a:rPr lang="zh-CN" altLang="en-US" sz="2000" dirty="0"/>
              <a:t>使用 筷子（三级）</a:t>
            </a:r>
            <a:r>
              <a:rPr lang="zh-CN" altLang="zh-CN" sz="2000" dirty="0"/>
              <a:t> use chopsticks</a:t>
            </a:r>
            <a:endParaRPr lang="zh-CN" altLang="en-US" sz="2000" dirty="0"/>
          </a:p>
          <a:p>
            <a:pPr eaLnBrk="1" hangingPunct="1"/>
            <a:r>
              <a:rPr lang="zh-CN" altLang="en-US" sz="2000" dirty="0"/>
              <a:t>使用 手机（二级）</a:t>
            </a:r>
            <a:r>
              <a:rPr lang="zh-CN" altLang="zh-CN" sz="2000" dirty="0"/>
              <a:t> use cell phone</a:t>
            </a:r>
            <a:endParaRPr lang="en-US" altLang="zh-CN" sz="2000" dirty="0"/>
          </a:p>
          <a:p>
            <a:pPr eaLnBrk="1" hangingPunct="1"/>
            <a:r>
              <a:rPr lang="en-US" altLang="zh-CN" sz="2000" dirty="0"/>
              <a:t>Sentence:</a:t>
            </a:r>
          </a:p>
          <a:p>
            <a:pPr eaLnBrk="1" hangingPunct="1"/>
            <a:r>
              <a:rPr kumimoji="1" lang="zh-CN" altLang="en-US" sz="2000" dirty="0"/>
              <a:t>如果你想正确使用筷子，那就好好练习吧。</a:t>
            </a:r>
            <a:r>
              <a:rPr kumimoji="1" lang="en-US" altLang="zh-CN" sz="2000" dirty="0"/>
              <a:t>['</a:t>
            </a:r>
            <a:r>
              <a:rPr kumimoji="1" lang="zh-CN" altLang="en-US" sz="2000" dirty="0"/>
              <a:t>正确</a:t>
            </a:r>
            <a:r>
              <a:rPr kumimoji="1" lang="en-US" altLang="zh-CN" sz="2000" dirty="0"/>
              <a:t>’]</a:t>
            </a:r>
          </a:p>
          <a:p>
            <a:pPr eaLnBrk="1" hangingPunct="1"/>
            <a:r>
              <a:rPr kumimoji="1" lang="zh-CN" altLang="en-US" sz="2000" dirty="0"/>
              <a:t>如果</a:t>
            </a:r>
            <a:r>
              <a:rPr kumimoji="1" lang="en-US" altLang="zh-CN" sz="2000" dirty="0"/>
              <a:t>/</a:t>
            </a:r>
            <a:r>
              <a:rPr kumimoji="1" lang="zh-CN" altLang="zh-CN" sz="2000" dirty="0"/>
              <a:t>rúguǒ  </a:t>
            </a:r>
            <a:r>
              <a:rPr kumimoji="1" lang="zh-CN" altLang="en-US" sz="2000" dirty="0"/>
              <a:t>你</a:t>
            </a:r>
            <a:r>
              <a:rPr kumimoji="1" lang="en-US" altLang="zh-CN" sz="2000" dirty="0"/>
              <a:t>/</a:t>
            </a:r>
            <a:r>
              <a:rPr kumimoji="1" lang="zh-CN" altLang="zh-CN" sz="2000" dirty="0"/>
              <a:t>nǐ  </a:t>
            </a:r>
            <a:r>
              <a:rPr kumimoji="1" lang="zh-CN" altLang="en-US" sz="2000" dirty="0"/>
              <a:t>想</a:t>
            </a:r>
            <a:r>
              <a:rPr kumimoji="1" lang="en-US" altLang="zh-CN" sz="2000" dirty="0"/>
              <a:t>/</a:t>
            </a:r>
            <a:r>
              <a:rPr kumimoji="1" lang="zh-CN" altLang="zh-CN" sz="2000" dirty="0"/>
              <a:t>xiǎng  </a:t>
            </a:r>
            <a:r>
              <a:rPr kumimoji="1" lang="zh-CN" altLang="en-US" sz="2000" dirty="0"/>
              <a:t>正确</a:t>
            </a:r>
            <a:r>
              <a:rPr kumimoji="1" lang="en-US" altLang="zh-CN" sz="2000" dirty="0"/>
              <a:t>/</a:t>
            </a:r>
            <a:r>
              <a:rPr kumimoji="1" lang="zh-CN" altLang="zh-CN" sz="2000" dirty="0"/>
              <a:t>zhèngquè  </a:t>
            </a:r>
            <a:r>
              <a:rPr kumimoji="1" lang="zh-CN" altLang="en-US" sz="2000" dirty="0"/>
              <a:t>使用</a:t>
            </a:r>
            <a:r>
              <a:rPr kumimoji="1" lang="en-US" altLang="zh-CN" sz="2000" dirty="0"/>
              <a:t>/</a:t>
            </a:r>
            <a:r>
              <a:rPr kumimoji="1" lang="zh-CN" altLang="zh-CN" sz="2000" dirty="0"/>
              <a:t>shǐyòng  </a:t>
            </a:r>
            <a:r>
              <a:rPr kumimoji="1" lang="zh-CN" altLang="en-US" sz="2000" dirty="0"/>
              <a:t>筷子</a:t>
            </a:r>
            <a:r>
              <a:rPr kumimoji="1" lang="en-US" altLang="zh-CN" sz="2000" dirty="0"/>
              <a:t>/</a:t>
            </a:r>
            <a:r>
              <a:rPr kumimoji="1" lang="zh-CN" altLang="zh-CN" sz="2000" dirty="0"/>
              <a:t>kuàizi  ，  </a:t>
            </a:r>
            <a:r>
              <a:rPr kumimoji="1" lang="zh-CN" altLang="en-US" sz="2000" dirty="0"/>
              <a:t>那</a:t>
            </a:r>
            <a:r>
              <a:rPr kumimoji="1" lang="en-US" altLang="zh-CN" sz="2000" dirty="0"/>
              <a:t>/</a:t>
            </a:r>
            <a:r>
              <a:rPr kumimoji="1" lang="zh-CN" altLang="zh-CN" sz="2000" dirty="0"/>
              <a:t>nà  </a:t>
            </a:r>
            <a:r>
              <a:rPr kumimoji="1" lang="zh-CN" altLang="en-US" sz="2000" dirty="0"/>
              <a:t>就</a:t>
            </a:r>
            <a:r>
              <a:rPr kumimoji="1" lang="en-US" altLang="zh-CN" sz="2000" dirty="0"/>
              <a:t>/</a:t>
            </a:r>
            <a:r>
              <a:rPr kumimoji="1" lang="zh-CN" altLang="zh-CN" sz="2000" dirty="0"/>
              <a:t>jiù  </a:t>
            </a:r>
            <a:r>
              <a:rPr kumimoji="1" lang="zh-CN" altLang="en-US" sz="2000" dirty="0"/>
              <a:t>好好</a:t>
            </a:r>
            <a:r>
              <a:rPr kumimoji="1" lang="en-US" altLang="zh-CN" sz="2000" dirty="0"/>
              <a:t>/</a:t>
            </a:r>
            <a:r>
              <a:rPr kumimoji="1" lang="zh-CN" altLang="zh-CN" sz="2000" dirty="0"/>
              <a:t>hǎohāo  </a:t>
            </a:r>
            <a:r>
              <a:rPr kumimoji="1" lang="zh-CN" altLang="en-US" sz="2000" dirty="0"/>
              <a:t>练习</a:t>
            </a:r>
            <a:r>
              <a:rPr kumimoji="1" lang="en-US" altLang="zh-CN" sz="2000" dirty="0"/>
              <a:t>/</a:t>
            </a:r>
            <a:r>
              <a:rPr kumimoji="1" lang="zh-CN" altLang="zh-CN" sz="2000" dirty="0"/>
              <a:t>liànxí  </a:t>
            </a:r>
            <a:r>
              <a:rPr kumimoji="1" lang="zh-CN" altLang="en-US" sz="2000" dirty="0"/>
              <a:t>吧</a:t>
            </a:r>
            <a:r>
              <a:rPr kumimoji="1" lang="en-US" altLang="zh-CN" sz="2000" dirty="0"/>
              <a:t>/</a:t>
            </a:r>
            <a:r>
              <a:rPr kumimoji="1" lang="zh-CN" altLang="zh-CN" sz="2000" dirty="0"/>
              <a:t>ba  。</a:t>
            </a:r>
            <a:endParaRPr kumimoji="1" lang="en-US" altLang="zh-CN" sz="2000" dirty="0"/>
          </a:p>
          <a:p>
            <a:pPr eaLnBrk="1" hangingPunct="1"/>
            <a:r>
              <a:rPr kumimoji="1" lang="zh-CN" altLang="zh-CN" sz="2000" dirty="0"/>
              <a:t>If you want to use chopsticks correctly, practice it.</a:t>
            </a:r>
            <a:endParaRPr kumimoji="1" lang="zh-CN" altLang="en-US" sz="2000" dirty="0"/>
          </a:p>
        </p:txBody>
      </p:sp>
      <p:pic>
        <p:nvPicPr>
          <p:cNvPr id="2" name="使用.wav" descr="使用.wav">
            <a:hlinkClick r:id="" action="ppaction://media"/>
            <a:extLst>
              <a:ext uri="{FF2B5EF4-FFF2-40B4-BE49-F238E27FC236}">
                <a16:creationId xmlns:a16="http://schemas.microsoft.com/office/drawing/2014/main" id="{F302BA41-8C2F-A14C-BEFD-C4559AAF9B7A}"/>
              </a:ext>
            </a:extLst>
          </p:cNvPr>
          <p:cNvPicPr>
            <a:picLocks noChangeAspect="1" noChangeArrowheads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67400" y="457200"/>
            <a:ext cx="457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" name="使.wav" descr="使.wav">
            <a:hlinkClick r:id="" action="ppaction://media"/>
            <a:extLst>
              <a:ext uri="{FF2B5EF4-FFF2-40B4-BE49-F238E27FC236}">
                <a16:creationId xmlns:a16="http://schemas.microsoft.com/office/drawing/2014/main" id="{E4E7C914-E5D1-F546-98A9-AD2D349CDEFC}"/>
              </a:ext>
            </a:extLst>
          </p:cNvPr>
          <p:cNvPicPr>
            <a:picLocks noChangeAspect="1" noChangeArrowheads="1"/>
          </p:cNvPicPr>
          <p:nvPr>
            <a:audi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76800" y="1219200"/>
            <a:ext cx="457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" name="用.wav" descr="用.wav">
            <a:hlinkClick r:id="" action="ppaction://media"/>
            <a:extLst>
              <a:ext uri="{FF2B5EF4-FFF2-40B4-BE49-F238E27FC236}">
                <a16:creationId xmlns:a16="http://schemas.microsoft.com/office/drawing/2014/main" id="{614635FB-3686-0649-869E-9401E1162ACD}"/>
              </a:ext>
            </a:extLst>
          </p:cNvPr>
          <p:cNvPicPr>
            <a:picLocks noChangeAspect="1" noChangeArrowheads="1"/>
          </p:cNvPicPr>
          <p:nvPr>
            <a:audioFile r:link="rId6"/>
            <p:extLst>
              <p:ext uri="{DAA4B4D4-6D71-4841-9C94-3DE7FCFB9230}">
                <p14:media xmlns:p14="http://schemas.microsoft.com/office/powerpoint/2010/main" r:embed="rId5"/>
              </p:ext>
            </p:extLst>
          </p:nvPr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41875" y="1600200"/>
            <a:ext cx="457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使用筷子.wav" descr="使用筷子.wav">
            <a:hlinkClick r:id="" action="ppaction://media"/>
            <a:extLst>
              <a:ext uri="{FF2B5EF4-FFF2-40B4-BE49-F238E27FC236}">
                <a16:creationId xmlns:a16="http://schemas.microsoft.com/office/drawing/2014/main" id="{4E9E7DA7-ABA4-3F49-9C64-C4E20C8025D5}"/>
              </a:ext>
            </a:extLst>
          </p:cNvPr>
          <p:cNvPicPr>
            <a:picLocks noChangeAspect="1" noChangeArrowheads="1"/>
          </p:cNvPicPr>
          <p:nvPr>
            <a:audioFile r:link="rId8"/>
            <p:extLst>
              <p:ext uri="{DAA4B4D4-6D71-4841-9C94-3DE7FCFB9230}">
                <p14:media xmlns:p14="http://schemas.microsoft.com/office/powerpoint/2010/main" r:embed="rId7"/>
              </p:ext>
            </p:extLst>
          </p:nvPr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76800" y="2590800"/>
            <a:ext cx="457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" name="使用手机.wav" descr="使用手机.wav">
            <a:hlinkClick r:id="" action="ppaction://media"/>
            <a:extLst>
              <a:ext uri="{FF2B5EF4-FFF2-40B4-BE49-F238E27FC236}">
                <a16:creationId xmlns:a16="http://schemas.microsoft.com/office/drawing/2014/main" id="{032D6013-1D16-2F4C-9E7B-AB915C24BEDA}"/>
              </a:ext>
            </a:extLst>
          </p:cNvPr>
          <p:cNvPicPr>
            <a:picLocks noChangeAspect="1" noChangeArrowheads="1"/>
          </p:cNvPicPr>
          <p:nvPr>
            <a:audioFile r:link="rId10"/>
            <p:extLst>
              <p:ext uri="{DAA4B4D4-6D71-4841-9C94-3DE7FCFB9230}">
                <p14:media xmlns:p14="http://schemas.microsoft.com/office/powerpoint/2010/main" r:embed="rId9"/>
              </p:ext>
            </p:extLst>
          </p:nvPr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11725" y="3048000"/>
            <a:ext cx="457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" name="如果你想正确使用筷子，那就好好练习吧。.wav" descr="如果你想正确使用筷子，那就好好练习吧。.wav">
            <a:hlinkClick r:id="" action="ppaction://media"/>
            <a:extLst>
              <a:ext uri="{FF2B5EF4-FFF2-40B4-BE49-F238E27FC236}">
                <a16:creationId xmlns:a16="http://schemas.microsoft.com/office/drawing/2014/main" id="{C5BA5FD7-8089-A241-AAA3-B0C825A35B05}"/>
              </a:ext>
            </a:extLst>
          </p:cNvPr>
          <p:cNvPicPr>
            <a:picLocks noChangeAspect="1" noChangeArrowheads="1"/>
          </p:cNvPicPr>
          <p:nvPr>
            <a:audioFile r:link="rId12"/>
            <p:extLst>
              <p:ext uri="{DAA4B4D4-6D71-4841-9C94-3DE7FCFB9230}">
                <p14:media xmlns:p14="http://schemas.microsoft.com/office/powerpoint/2010/main" r:embed="rId11"/>
              </p:ext>
            </p:extLst>
          </p:nvPr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29400" y="3733800"/>
            <a:ext cx="457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" name="圆角矩形 9">
            <a:extLst>
              <a:ext uri="{FF2B5EF4-FFF2-40B4-BE49-F238E27FC236}">
                <a16:creationId xmlns:a16="http://schemas.microsoft.com/office/drawing/2014/main" id="{E7A775A7-54C3-3B45-B90F-F403ED9AC76B}"/>
              </a:ext>
            </a:extLst>
          </p:cNvPr>
          <p:cNvSpPr/>
          <p:nvPr/>
        </p:nvSpPr>
        <p:spPr>
          <a:xfrm>
            <a:off x="6346825" y="5097463"/>
            <a:ext cx="2514600" cy="598487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kumimoji="1" lang="en-US" altLang="zh-CN" dirty="0">
                <a:hlinkClick r:id="rId15" action="ppaction://hlinksldjump"/>
              </a:rPr>
              <a:t>Click to the next page</a:t>
            </a:r>
            <a:endParaRPr kumimoji="1"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864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0" dur="720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4" dur="612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8" dur="1260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22" dur="1332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26" dur="4536" fill="hold"/>
                                        <p:tgtEl>
                                          <p:spTgt spid="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2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"/>
                </p:tgtEl>
              </p:cMediaNode>
            </p:audio>
            <p:audio>
              <p:cMediaNode vol="80000">
                <p:cTn id="28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3"/>
                </p:tgtEl>
              </p:cMediaNode>
            </p:audio>
            <p:audio>
              <p:cMediaNode vol="80000">
                <p:cTn id="29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  <p:audio>
              <p:cMediaNode vol="80000">
                <p:cTn id="30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5"/>
                </p:tgtEl>
              </p:cMediaNode>
            </p:audio>
            <p:audio>
              <p:cMediaNode vol="80000">
                <p:cTn id="31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  <p:audio>
              <p:cMediaNode vol="80000">
                <p:cTn id="32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7"/>
                </p:tgtEl>
              </p:cMediaNode>
            </p:audio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3" name="标题 1">
            <a:extLst>
              <a:ext uri="{FF2B5EF4-FFF2-40B4-BE49-F238E27FC236}">
                <a16:creationId xmlns:a16="http://schemas.microsoft.com/office/drawing/2014/main" id="{94A6678E-6A90-4A40-971A-D56FFE4BA98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kumimoji="1" lang="zh-CN" altLang="en-US" sz="2800"/>
              <a:t>使用 </a:t>
            </a:r>
            <a:r>
              <a:rPr kumimoji="1" lang="zh-CN" altLang="zh-CN" sz="2800"/>
              <a:t>shǐyòng </a:t>
            </a:r>
            <a:endParaRPr kumimoji="1" lang="zh-CN" altLang="en-US" sz="2800"/>
          </a:p>
        </p:txBody>
      </p:sp>
      <p:sp>
        <p:nvSpPr>
          <p:cNvPr id="13314" name="内容占位符 2">
            <a:extLst>
              <a:ext uri="{FF2B5EF4-FFF2-40B4-BE49-F238E27FC236}">
                <a16:creationId xmlns:a16="http://schemas.microsoft.com/office/drawing/2014/main" id="{66F6E3BC-7A9C-EF4A-A5B9-BEB8A15F10B2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zh-CN" altLang="zh-CN" sz="2000" dirty="0"/>
              <a:t>VERB</a:t>
            </a:r>
            <a:r>
              <a:rPr lang="zh-CN" altLang="en-US" sz="2000" dirty="0"/>
              <a:t>   </a:t>
            </a:r>
            <a:r>
              <a:rPr lang="zh-CN" altLang="zh-CN" sz="2000" dirty="0"/>
              <a:t>use;</a:t>
            </a:r>
            <a:r>
              <a:rPr lang="zh-CN" altLang="en-US" sz="2000" dirty="0"/>
              <a:t> </a:t>
            </a:r>
            <a:r>
              <a:rPr lang="zh-CN" altLang="zh-CN" sz="2000" dirty="0"/>
              <a:t>employ;</a:t>
            </a:r>
            <a:r>
              <a:rPr lang="zh-CN" altLang="en-US" sz="2000" dirty="0"/>
              <a:t> </a:t>
            </a:r>
            <a:r>
              <a:rPr lang="zh-CN" altLang="zh-CN" sz="2000" dirty="0"/>
              <a:t>apply</a:t>
            </a:r>
          </a:p>
          <a:p>
            <a:pPr eaLnBrk="1" hangingPunct="1"/>
            <a:r>
              <a:rPr lang="en-US" altLang="zh-CN" sz="2000" dirty="0"/>
              <a:t>Collocation: </a:t>
            </a:r>
          </a:p>
          <a:p>
            <a:pPr eaLnBrk="1" hangingPunct="1"/>
            <a:r>
              <a:rPr lang="zh-CN" altLang="en-US" sz="2000" dirty="0"/>
              <a:t>使用 筷子（三级）</a:t>
            </a:r>
            <a:r>
              <a:rPr lang="zh-CN" altLang="zh-CN" sz="2000" dirty="0"/>
              <a:t> use chopsticks</a:t>
            </a:r>
            <a:endParaRPr lang="zh-CN" altLang="en-US" sz="2000" dirty="0"/>
          </a:p>
          <a:p>
            <a:pPr eaLnBrk="1" hangingPunct="1"/>
            <a:r>
              <a:rPr lang="zh-CN" altLang="en-US" sz="2000" dirty="0"/>
              <a:t>使用 手机（二级）</a:t>
            </a:r>
            <a:r>
              <a:rPr lang="zh-CN" altLang="zh-CN" sz="2000" dirty="0"/>
              <a:t> use cell phone</a:t>
            </a:r>
            <a:endParaRPr lang="en-US" altLang="zh-CN" sz="2000" dirty="0"/>
          </a:p>
          <a:p>
            <a:pPr eaLnBrk="1" hangingPunct="1"/>
            <a:r>
              <a:rPr lang="en-US" altLang="zh-CN" sz="2000" dirty="0"/>
              <a:t>Sentence:</a:t>
            </a:r>
          </a:p>
          <a:p>
            <a:pPr eaLnBrk="1" hangingPunct="1"/>
            <a:r>
              <a:rPr kumimoji="1" lang="zh-CN" altLang="en-US" sz="2000" dirty="0"/>
              <a:t>如果你想正确使用筷子，那就好好练习吧。</a:t>
            </a:r>
            <a:r>
              <a:rPr kumimoji="1" lang="en-US" altLang="zh-CN" sz="2000" dirty="0"/>
              <a:t>['</a:t>
            </a:r>
            <a:r>
              <a:rPr kumimoji="1" lang="zh-CN" altLang="en-US" sz="2000" dirty="0"/>
              <a:t>正确</a:t>
            </a:r>
            <a:r>
              <a:rPr kumimoji="1" lang="en-US" altLang="zh-CN" sz="2000" dirty="0"/>
              <a:t>’]</a:t>
            </a:r>
          </a:p>
          <a:p>
            <a:pPr eaLnBrk="1" hangingPunct="1"/>
            <a:r>
              <a:rPr kumimoji="1" lang="zh-CN" altLang="en-US" sz="2000" dirty="0"/>
              <a:t>如果</a:t>
            </a:r>
            <a:r>
              <a:rPr kumimoji="1" lang="en-US" altLang="zh-CN" sz="2000" dirty="0"/>
              <a:t>/</a:t>
            </a:r>
            <a:r>
              <a:rPr kumimoji="1" lang="zh-CN" altLang="zh-CN" sz="2000" dirty="0"/>
              <a:t>rúguǒ  </a:t>
            </a:r>
            <a:r>
              <a:rPr kumimoji="1" lang="zh-CN" altLang="en-US" sz="2000" dirty="0"/>
              <a:t>你</a:t>
            </a:r>
            <a:r>
              <a:rPr kumimoji="1" lang="en-US" altLang="zh-CN" sz="2000" dirty="0"/>
              <a:t>/</a:t>
            </a:r>
            <a:r>
              <a:rPr kumimoji="1" lang="zh-CN" altLang="zh-CN" sz="2000" dirty="0"/>
              <a:t>nǐ  </a:t>
            </a:r>
            <a:r>
              <a:rPr kumimoji="1" lang="zh-CN" altLang="en-US" sz="2000" dirty="0"/>
              <a:t>想</a:t>
            </a:r>
            <a:r>
              <a:rPr kumimoji="1" lang="en-US" altLang="zh-CN" sz="2000" dirty="0"/>
              <a:t>/</a:t>
            </a:r>
            <a:r>
              <a:rPr kumimoji="1" lang="zh-CN" altLang="zh-CN" sz="2000" dirty="0"/>
              <a:t>xiǎng  </a:t>
            </a:r>
            <a:r>
              <a:rPr kumimoji="1" lang="zh-CN" altLang="en-US" sz="2000" dirty="0"/>
              <a:t>正确</a:t>
            </a:r>
            <a:r>
              <a:rPr kumimoji="1" lang="en-US" altLang="zh-CN" sz="2000" dirty="0"/>
              <a:t>/</a:t>
            </a:r>
            <a:r>
              <a:rPr kumimoji="1" lang="zh-CN" altLang="zh-CN" sz="2000" dirty="0"/>
              <a:t>zhèngquè  </a:t>
            </a:r>
            <a:r>
              <a:rPr kumimoji="1" lang="zh-CN" altLang="en-US" sz="2000" dirty="0"/>
              <a:t>使用</a:t>
            </a:r>
            <a:r>
              <a:rPr kumimoji="1" lang="en-US" altLang="zh-CN" sz="2000" dirty="0"/>
              <a:t>/</a:t>
            </a:r>
            <a:r>
              <a:rPr kumimoji="1" lang="zh-CN" altLang="zh-CN" sz="2000" dirty="0"/>
              <a:t>shǐyòng  </a:t>
            </a:r>
            <a:r>
              <a:rPr kumimoji="1" lang="zh-CN" altLang="en-US" sz="2000" dirty="0"/>
              <a:t>筷子</a:t>
            </a:r>
            <a:r>
              <a:rPr kumimoji="1" lang="en-US" altLang="zh-CN" sz="2000" dirty="0"/>
              <a:t>/</a:t>
            </a:r>
            <a:r>
              <a:rPr kumimoji="1" lang="zh-CN" altLang="zh-CN" sz="2000" dirty="0"/>
              <a:t>kuàizi  ，  </a:t>
            </a:r>
            <a:r>
              <a:rPr kumimoji="1" lang="zh-CN" altLang="en-US" sz="2000" dirty="0"/>
              <a:t>那</a:t>
            </a:r>
            <a:r>
              <a:rPr kumimoji="1" lang="en-US" altLang="zh-CN" sz="2000" dirty="0"/>
              <a:t>/</a:t>
            </a:r>
            <a:r>
              <a:rPr kumimoji="1" lang="zh-CN" altLang="zh-CN" sz="2000" dirty="0"/>
              <a:t>nà  </a:t>
            </a:r>
            <a:r>
              <a:rPr kumimoji="1" lang="zh-CN" altLang="en-US" sz="2000" dirty="0"/>
              <a:t>就</a:t>
            </a:r>
            <a:r>
              <a:rPr kumimoji="1" lang="en-US" altLang="zh-CN" sz="2000" dirty="0"/>
              <a:t>/</a:t>
            </a:r>
            <a:r>
              <a:rPr kumimoji="1" lang="zh-CN" altLang="zh-CN" sz="2000" dirty="0"/>
              <a:t>jiù  </a:t>
            </a:r>
            <a:r>
              <a:rPr kumimoji="1" lang="zh-CN" altLang="en-US" sz="2000" dirty="0"/>
              <a:t>好好</a:t>
            </a:r>
            <a:r>
              <a:rPr kumimoji="1" lang="en-US" altLang="zh-CN" sz="2000" dirty="0"/>
              <a:t>/</a:t>
            </a:r>
            <a:r>
              <a:rPr kumimoji="1" lang="zh-CN" altLang="zh-CN" sz="2000" dirty="0"/>
              <a:t>hǎohāo  </a:t>
            </a:r>
            <a:r>
              <a:rPr kumimoji="1" lang="zh-CN" altLang="en-US" sz="2000" dirty="0"/>
              <a:t>练习</a:t>
            </a:r>
            <a:r>
              <a:rPr kumimoji="1" lang="en-US" altLang="zh-CN" sz="2000" dirty="0"/>
              <a:t>/</a:t>
            </a:r>
            <a:r>
              <a:rPr kumimoji="1" lang="zh-CN" altLang="zh-CN" sz="2000" dirty="0"/>
              <a:t>liànxí  </a:t>
            </a:r>
            <a:r>
              <a:rPr kumimoji="1" lang="zh-CN" altLang="en-US" sz="2000" dirty="0"/>
              <a:t>吧</a:t>
            </a:r>
            <a:r>
              <a:rPr kumimoji="1" lang="en-US" altLang="zh-CN" sz="2000" dirty="0"/>
              <a:t>/</a:t>
            </a:r>
            <a:r>
              <a:rPr kumimoji="1" lang="zh-CN" altLang="zh-CN" sz="2000" dirty="0"/>
              <a:t>ba  。</a:t>
            </a:r>
            <a:endParaRPr kumimoji="1" lang="en-US" altLang="zh-CN" sz="2000" dirty="0"/>
          </a:p>
          <a:p>
            <a:pPr eaLnBrk="1" hangingPunct="1"/>
            <a:r>
              <a:rPr kumimoji="1" lang="zh-CN" altLang="zh-CN" sz="2000" dirty="0"/>
              <a:t>If you want to use chopsticks correctly, practice it.</a:t>
            </a:r>
            <a:endParaRPr kumimoji="1" lang="zh-CN" altLang="en-US" sz="2000" dirty="0"/>
          </a:p>
        </p:txBody>
      </p:sp>
      <p:pic>
        <p:nvPicPr>
          <p:cNvPr id="2" name="使用.wav" descr="使用.wav">
            <a:hlinkClick r:id="" action="ppaction://media"/>
            <a:extLst>
              <a:ext uri="{FF2B5EF4-FFF2-40B4-BE49-F238E27FC236}">
                <a16:creationId xmlns:a16="http://schemas.microsoft.com/office/drawing/2014/main" id="{F302BA41-8C2F-A14C-BEFD-C4559AAF9B7A}"/>
              </a:ext>
            </a:extLst>
          </p:cNvPr>
          <p:cNvPicPr>
            <a:picLocks noChangeAspect="1" noChangeArrowheads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67400" y="457200"/>
            <a:ext cx="457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使用筷子.wav" descr="使用筷子.wav">
            <a:hlinkClick r:id="" action="ppaction://media"/>
            <a:extLst>
              <a:ext uri="{FF2B5EF4-FFF2-40B4-BE49-F238E27FC236}">
                <a16:creationId xmlns:a16="http://schemas.microsoft.com/office/drawing/2014/main" id="{4E9E7DA7-ABA4-3F49-9C64-C4E20C8025D5}"/>
              </a:ext>
            </a:extLst>
          </p:cNvPr>
          <p:cNvPicPr>
            <a:picLocks noChangeAspect="1" noChangeArrowheads="1"/>
          </p:cNvPicPr>
          <p:nvPr>
            <a:audi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76800" y="1905000"/>
            <a:ext cx="457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" name="使用手机.wav" descr="使用手机.wav">
            <a:hlinkClick r:id="" action="ppaction://media"/>
            <a:extLst>
              <a:ext uri="{FF2B5EF4-FFF2-40B4-BE49-F238E27FC236}">
                <a16:creationId xmlns:a16="http://schemas.microsoft.com/office/drawing/2014/main" id="{032D6013-1D16-2F4C-9E7B-AB915C24BEDA}"/>
              </a:ext>
            </a:extLst>
          </p:cNvPr>
          <p:cNvPicPr>
            <a:picLocks noChangeAspect="1" noChangeArrowheads="1"/>
          </p:cNvPicPr>
          <p:nvPr>
            <a:audioFile r:link="rId6"/>
            <p:extLst>
              <p:ext uri="{DAA4B4D4-6D71-4841-9C94-3DE7FCFB9230}">
                <p14:media xmlns:p14="http://schemas.microsoft.com/office/powerpoint/2010/main" r:embed="rId5"/>
              </p:ext>
            </p:extLst>
          </p:nvPr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11725" y="2362200"/>
            <a:ext cx="457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" name="如果你想正确使用筷子，那就好好练习吧。.wav" descr="如果你想正确使用筷子，那就好好练习吧。.wav">
            <a:hlinkClick r:id="" action="ppaction://media"/>
            <a:extLst>
              <a:ext uri="{FF2B5EF4-FFF2-40B4-BE49-F238E27FC236}">
                <a16:creationId xmlns:a16="http://schemas.microsoft.com/office/drawing/2014/main" id="{C5BA5FD7-8089-A241-AAA3-B0C825A35B05}"/>
              </a:ext>
            </a:extLst>
          </p:cNvPr>
          <p:cNvPicPr>
            <a:picLocks noChangeAspect="1" noChangeArrowheads="1"/>
          </p:cNvPicPr>
          <p:nvPr>
            <a:audioFile r:link="rId8"/>
            <p:extLst>
              <p:ext uri="{DAA4B4D4-6D71-4841-9C94-3DE7FCFB9230}">
                <p14:media xmlns:p14="http://schemas.microsoft.com/office/powerpoint/2010/main" r:embed="rId7"/>
              </p:ext>
            </p:extLst>
          </p:nvPr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29400" y="3048000"/>
            <a:ext cx="457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" name="圆角矩形 9">
            <a:extLst>
              <a:ext uri="{FF2B5EF4-FFF2-40B4-BE49-F238E27FC236}">
                <a16:creationId xmlns:a16="http://schemas.microsoft.com/office/drawing/2014/main" id="{3D889D78-4916-704B-B308-210479195CBA}"/>
              </a:ext>
            </a:extLst>
          </p:cNvPr>
          <p:cNvSpPr/>
          <p:nvPr/>
        </p:nvSpPr>
        <p:spPr>
          <a:xfrm>
            <a:off x="6346825" y="5097463"/>
            <a:ext cx="2514600" cy="598487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kumimoji="1" lang="en-US" altLang="zh-CN" dirty="0">
                <a:hlinkClick r:id="rId11" action="ppaction://hlinksldjump"/>
              </a:rPr>
              <a:t>Click to the next page</a:t>
            </a:r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0325712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864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0" dur="1260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4" dur="1332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8" dur="4536" fill="hold"/>
                                        <p:tgtEl>
                                          <p:spTgt spid="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19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"/>
                </p:tgtEl>
              </p:cMediaNode>
            </p:audio>
            <p:audio>
              <p:cMediaNode vol="80000">
                <p:cTn id="20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5"/>
                </p:tgtEl>
              </p:cMediaNode>
            </p:audio>
            <p:audio>
              <p:cMediaNode vol="80000">
                <p:cTn id="21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  <p:audio>
              <p:cMediaNode vol="80000">
                <p:cTn id="22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7"/>
                </p:tgtEl>
              </p:cMediaNode>
            </p:audio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3" name="标题 1">
            <a:extLst>
              <a:ext uri="{FF2B5EF4-FFF2-40B4-BE49-F238E27FC236}">
                <a16:creationId xmlns:a16="http://schemas.microsoft.com/office/drawing/2014/main" id="{94A6678E-6A90-4A40-971A-D56FFE4BA98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kumimoji="1" lang="zh-CN" altLang="en-US" sz="2800"/>
              <a:t>使用 </a:t>
            </a:r>
            <a:r>
              <a:rPr kumimoji="1" lang="zh-CN" altLang="zh-CN" sz="2800"/>
              <a:t>shǐyòng </a:t>
            </a:r>
            <a:endParaRPr kumimoji="1" lang="zh-CN" altLang="en-US" sz="2800"/>
          </a:p>
        </p:txBody>
      </p:sp>
      <p:sp>
        <p:nvSpPr>
          <p:cNvPr id="13314" name="内容占位符 2">
            <a:extLst>
              <a:ext uri="{FF2B5EF4-FFF2-40B4-BE49-F238E27FC236}">
                <a16:creationId xmlns:a16="http://schemas.microsoft.com/office/drawing/2014/main" id="{66F6E3BC-7A9C-EF4A-A5B9-BEB8A15F10B2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zh-CN" sz="2000" dirty="0"/>
              <a:t>Collocation: </a:t>
            </a:r>
          </a:p>
          <a:p>
            <a:pPr eaLnBrk="1" hangingPunct="1"/>
            <a:r>
              <a:rPr lang="zh-CN" altLang="en-US" sz="2000" dirty="0"/>
              <a:t>使用 筷子（三级）</a:t>
            </a:r>
            <a:r>
              <a:rPr lang="zh-CN" altLang="zh-CN" sz="2000" dirty="0"/>
              <a:t> use chopsticks</a:t>
            </a:r>
            <a:endParaRPr lang="zh-CN" altLang="en-US" sz="2000" dirty="0"/>
          </a:p>
          <a:p>
            <a:pPr eaLnBrk="1" hangingPunct="1"/>
            <a:r>
              <a:rPr lang="zh-CN" altLang="en-US" sz="2000" dirty="0"/>
              <a:t>使用 手机（二级）</a:t>
            </a:r>
            <a:r>
              <a:rPr lang="zh-CN" altLang="zh-CN" sz="2000" dirty="0"/>
              <a:t> use cell phone</a:t>
            </a:r>
            <a:endParaRPr lang="en-US" altLang="zh-CN" sz="2000" dirty="0"/>
          </a:p>
          <a:p>
            <a:pPr eaLnBrk="1" hangingPunct="1"/>
            <a:r>
              <a:rPr lang="en-US" altLang="zh-CN" sz="2000" dirty="0"/>
              <a:t>Sentence:</a:t>
            </a:r>
          </a:p>
          <a:p>
            <a:pPr eaLnBrk="1" hangingPunct="1"/>
            <a:r>
              <a:rPr kumimoji="1" lang="zh-CN" altLang="en-US" sz="2000" dirty="0"/>
              <a:t>如果你想正确使用筷子，那就好好练习吧。</a:t>
            </a:r>
            <a:r>
              <a:rPr kumimoji="1" lang="en-US" altLang="zh-CN" sz="2000" dirty="0"/>
              <a:t>['</a:t>
            </a:r>
            <a:r>
              <a:rPr kumimoji="1" lang="zh-CN" altLang="en-US" sz="2000" dirty="0"/>
              <a:t>正确</a:t>
            </a:r>
            <a:r>
              <a:rPr kumimoji="1" lang="en-US" altLang="zh-CN" sz="2000" dirty="0"/>
              <a:t>’]</a:t>
            </a:r>
          </a:p>
          <a:p>
            <a:pPr eaLnBrk="1" hangingPunct="1"/>
            <a:r>
              <a:rPr kumimoji="1" lang="zh-CN" altLang="en-US" sz="2000" dirty="0"/>
              <a:t>如果</a:t>
            </a:r>
            <a:r>
              <a:rPr kumimoji="1" lang="en-US" altLang="zh-CN" sz="2000" dirty="0"/>
              <a:t>/</a:t>
            </a:r>
            <a:r>
              <a:rPr kumimoji="1" lang="zh-CN" altLang="zh-CN" sz="2000" dirty="0"/>
              <a:t>rúguǒ  </a:t>
            </a:r>
            <a:r>
              <a:rPr kumimoji="1" lang="zh-CN" altLang="en-US" sz="2000" dirty="0"/>
              <a:t>你</a:t>
            </a:r>
            <a:r>
              <a:rPr kumimoji="1" lang="en-US" altLang="zh-CN" sz="2000" dirty="0"/>
              <a:t>/</a:t>
            </a:r>
            <a:r>
              <a:rPr kumimoji="1" lang="zh-CN" altLang="zh-CN" sz="2000" dirty="0"/>
              <a:t>nǐ  </a:t>
            </a:r>
            <a:r>
              <a:rPr kumimoji="1" lang="zh-CN" altLang="en-US" sz="2000" dirty="0"/>
              <a:t>想</a:t>
            </a:r>
            <a:r>
              <a:rPr kumimoji="1" lang="en-US" altLang="zh-CN" sz="2000" dirty="0"/>
              <a:t>/</a:t>
            </a:r>
            <a:r>
              <a:rPr kumimoji="1" lang="zh-CN" altLang="zh-CN" sz="2000" dirty="0"/>
              <a:t>xiǎng  </a:t>
            </a:r>
            <a:r>
              <a:rPr kumimoji="1" lang="zh-CN" altLang="en-US" sz="2000" dirty="0"/>
              <a:t>正确</a:t>
            </a:r>
            <a:r>
              <a:rPr kumimoji="1" lang="en-US" altLang="zh-CN" sz="2000" dirty="0"/>
              <a:t>/</a:t>
            </a:r>
            <a:r>
              <a:rPr kumimoji="1" lang="zh-CN" altLang="zh-CN" sz="2000" dirty="0"/>
              <a:t>zhèngquè  </a:t>
            </a:r>
            <a:r>
              <a:rPr kumimoji="1" lang="zh-CN" altLang="en-US" sz="2000" dirty="0"/>
              <a:t>使用</a:t>
            </a:r>
            <a:r>
              <a:rPr kumimoji="1" lang="en-US" altLang="zh-CN" sz="2000" dirty="0"/>
              <a:t>/</a:t>
            </a:r>
            <a:r>
              <a:rPr kumimoji="1" lang="zh-CN" altLang="zh-CN" sz="2000" dirty="0"/>
              <a:t>shǐyòng  </a:t>
            </a:r>
            <a:r>
              <a:rPr kumimoji="1" lang="zh-CN" altLang="en-US" sz="2000" dirty="0"/>
              <a:t>筷子</a:t>
            </a:r>
            <a:r>
              <a:rPr kumimoji="1" lang="en-US" altLang="zh-CN" sz="2000" dirty="0"/>
              <a:t>/</a:t>
            </a:r>
            <a:r>
              <a:rPr kumimoji="1" lang="zh-CN" altLang="zh-CN" sz="2000" dirty="0"/>
              <a:t>kuàizi  ，  </a:t>
            </a:r>
            <a:r>
              <a:rPr kumimoji="1" lang="zh-CN" altLang="en-US" sz="2000" dirty="0"/>
              <a:t>那</a:t>
            </a:r>
            <a:r>
              <a:rPr kumimoji="1" lang="en-US" altLang="zh-CN" sz="2000" dirty="0"/>
              <a:t>/</a:t>
            </a:r>
            <a:r>
              <a:rPr kumimoji="1" lang="zh-CN" altLang="zh-CN" sz="2000" dirty="0"/>
              <a:t>nà  </a:t>
            </a:r>
            <a:r>
              <a:rPr kumimoji="1" lang="zh-CN" altLang="en-US" sz="2000" dirty="0"/>
              <a:t>就</a:t>
            </a:r>
            <a:r>
              <a:rPr kumimoji="1" lang="en-US" altLang="zh-CN" sz="2000" dirty="0"/>
              <a:t>/</a:t>
            </a:r>
            <a:r>
              <a:rPr kumimoji="1" lang="zh-CN" altLang="zh-CN" sz="2000" dirty="0"/>
              <a:t>jiù  </a:t>
            </a:r>
            <a:r>
              <a:rPr kumimoji="1" lang="zh-CN" altLang="en-US" sz="2000" dirty="0"/>
              <a:t>好好</a:t>
            </a:r>
            <a:r>
              <a:rPr kumimoji="1" lang="en-US" altLang="zh-CN" sz="2000" dirty="0"/>
              <a:t>/</a:t>
            </a:r>
            <a:r>
              <a:rPr kumimoji="1" lang="zh-CN" altLang="zh-CN" sz="2000" dirty="0"/>
              <a:t>hǎohāo  </a:t>
            </a:r>
            <a:r>
              <a:rPr kumimoji="1" lang="zh-CN" altLang="en-US" sz="2000" dirty="0"/>
              <a:t>练习</a:t>
            </a:r>
            <a:r>
              <a:rPr kumimoji="1" lang="en-US" altLang="zh-CN" sz="2000" dirty="0"/>
              <a:t>/</a:t>
            </a:r>
            <a:r>
              <a:rPr kumimoji="1" lang="zh-CN" altLang="zh-CN" sz="2000" dirty="0"/>
              <a:t>liànxí  </a:t>
            </a:r>
            <a:r>
              <a:rPr kumimoji="1" lang="zh-CN" altLang="en-US" sz="2000" dirty="0"/>
              <a:t>吧</a:t>
            </a:r>
            <a:r>
              <a:rPr kumimoji="1" lang="en-US" altLang="zh-CN" sz="2000" dirty="0"/>
              <a:t>/</a:t>
            </a:r>
            <a:r>
              <a:rPr kumimoji="1" lang="zh-CN" altLang="zh-CN" sz="2000" dirty="0"/>
              <a:t>ba  。</a:t>
            </a:r>
            <a:endParaRPr kumimoji="1" lang="en-US" altLang="zh-CN" sz="2000" dirty="0"/>
          </a:p>
          <a:p>
            <a:pPr eaLnBrk="1" hangingPunct="1"/>
            <a:r>
              <a:rPr kumimoji="1" lang="zh-CN" altLang="zh-CN" sz="2000" dirty="0"/>
              <a:t>If you want to use chopsticks correctly, practice it.</a:t>
            </a:r>
            <a:endParaRPr kumimoji="1" lang="zh-CN" altLang="en-US" sz="2000" dirty="0"/>
          </a:p>
        </p:txBody>
      </p:sp>
      <p:pic>
        <p:nvPicPr>
          <p:cNvPr id="2" name="使用.wav" descr="使用.wav">
            <a:hlinkClick r:id="" action="ppaction://media"/>
            <a:extLst>
              <a:ext uri="{FF2B5EF4-FFF2-40B4-BE49-F238E27FC236}">
                <a16:creationId xmlns:a16="http://schemas.microsoft.com/office/drawing/2014/main" id="{F302BA41-8C2F-A14C-BEFD-C4559AAF9B7A}"/>
              </a:ext>
            </a:extLst>
          </p:cNvPr>
          <p:cNvPicPr>
            <a:picLocks noChangeAspect="1" noChangeArrowheads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67400" y="457200"/>
            <a:ext cx="457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使用筷子.wav" descr="使用筷子.wav">
            <a:hlinkClick r:id="" action="ppaction://media"/>
            <a:extLst>
              <a:ext uri="{FF2B5EF4-FFF2-40B4-BE49-F238E27FC236}">
                <a16:creationId xmlns:a16="http://schemas.microsoft.com/office/drawing/2014/main" id="{4E9E7DA7-ABA4-3F49-9C64-C4E20C8025D5}"/>
              </a:ext>
            </a:extLst>
          </p:cNvPr>
          <p:cNvPicPr>
            <a:picLocks noChangeAspect="1" noChangeArrowheads="1"/>
          </p:cNvPicPr>
          <p:nvPr>
            <a:audi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76800" y="1524000"/>
            <a:ext cx="457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" name="使用手机.wav" descr="使用手机.wav">
            <a:hlinkClick r:id="" action="ppaction://media"/>
            <a:extLst>
              <a:ext uri="{FF2B5EF4-FFF2-40B4-BE49-F238E27FC236}">
                <a16:creationId xmlns:a16="http://schemas.microsoft.com/office/drawing/2014/main" id="{032D6013-1D16-2F4C-9E7B-AB915C24BEDA}"/>
              </a:ext>
            </a:extLst>
          </p:cNvPr>
          <p:cNvPicPr>
            <a:picLocks noChangeAspect="1" noChangeArrowheads="1"/>
          </p:cNvPicPr>
          <p:nvPr>
            <a:audioFile r:link="rId6"/>
            <p:extLst>
              <p:ext uri="{DAA4B4D4-6D71-4841-9C94-3DE7FCFB9230}">
                <p14:media xmlns:p14="http://schemas.microsoft.com/office/powerpoint/2010/main" r:embed="rId5"/>
              </p:ext>
            </p:extLst>
          </p:nvPr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11725" y="1981200"/>
            <a:ext cx="457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" name="如果你想正确使用筷子，那就好好练习吧。.wav" descr="如果你想正确使用筷子，那就好好练习吧。.wav">
            <a:hlinkClick r:id="" action="ppaction://media"/>
            <a:extLst>
              <a:ext uri="{FF2B5EF4-FFF2-40B4-BE49-F238E27FC236}">
                <a16:creationId xmlns:a16="http://schemas.microsoft.com/office/drawing/2014/main" id="{C5BA5FD7-8089-A241-AAA3-B0C825A35B05}"/>
              </a:ext>
            </a:extLst>
          </p:cNvPr>
          <p:cNvPicPr>
            <a:picLocks noChangeAspect="1" noChangeArrowheads="1"/>
          </p:cNvPicPr>
          <p:nvPr>
            <a:audioFile r:link="rId8"/>
            <p:extLst>
              <p:ext uri="{DAA4B4D4-6D71-4841-9C94-3DE7FCFB9230}">
                <p14:media xmlns:p14="http://schemas.microsoft.com/office/powerpoint/2010/main" r:embed="rId7"/>
              </p:ext>
            </p:extLst>
          </p:nvPr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29400" y="2667000"/>
            <a:ext cx="457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" name="圆角矩形 9">
            <a:extLst>
              <a:ext uri="{FF2B5EF4-FFF2-40B4-BE49-F238E27FC236}">
                <a16:creationId xmlns:a16="http://schemas.microsoft.com/office/drawing/2014/main" id="{B11A2D00-C807-C24F-AB14-19520075DDCE}"/>
              </a:ext>
            </a:extLst>
          </p:cNvPr>
          <p:cNvSpPr/>
          <p:nvPr/>
        </p:nvSpPr>
        <p:spPr>
          <a:xfrm>
            <a:off x="6346825" y="5097463"/>
            <a:ext cx="2514600" cy="598487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kumimoji="1" lang="en-US" altLang="zh-CN" dirty="0">
                <a:hlinkClick r:id="rId11" action="ppaction://hlinksldjump"/>
              </a:rPr>
              <a:t>Click to the next page</a:t>
            </a:r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6894416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864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0" dur="1260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4" dur="1332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8" dur="4536" fill="hold"/>
                                        <p:tgtEl>
                                          <p:spTgt spid="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19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"/>
                </p:tgtEl>
              </p:cMediaNode>
            </p:audio>
            <p:audio>
              <p:cMediaNode vol="80000">
                <p:cTn id="20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5"/>
                </p:tgtEl>
              </p:cMediaNode>
            </p:audio>
            <p:audio>
              <p:cMediaNode vol="80000">
                <p:cTn id="21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  <p:audio>
              <p:cMediaNode vol="80000">
                <p:cTn id="22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7"/>
                </p:tgtEl>
              </p:cMediaNode>
            </p:audio>
          </p:childTnLst>
        </p:cTn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3" name="标题 1">
            <a:extLst>
              <a:ext uri="{FF2B5EF4-FFF2-40B4-BE49-F238E27FC236}">
                <a16:creationId xmlns:a16="http://schemas.microsoft.com/office/drawing/2014/main" id="{94A6678E-6A90-4A40-971A-D56FFE4BA98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kumimoji="1" lang="zh-CN" altLang="en-US" sz="2800"/>
              <a:t>使用 </a:t>
            </a:r>
            <a:r>
              <a:rPr kumimoji="1" lang="zh-CN" altLang="zh-CN" sz="2800"/>
              <a:t>shǐyòng </a:t>
            </a:r>
            <a:endParaRPr kumimoji="1" lang="zh-CN" altLang="en-US" sz="2800"/>
          </a:p>
        </p:txBody>
      </p:sp>
      <p:sp>
        <p:nvSpPr>
          <p:cNvPr id="13314" name="内容占位符 2">
            <a:extLst>
              <a:ext uri="{FF2B5EF4-FFF2-40B4-BE49-F238E27FC236}">
                <a16:creationId xmlns:a16="http://schemas.microsoft.com/office/drawing/2014/main" id="{66F6E3BC-7A9C-EF4A-A5B9-BEB8A15F10B2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zh-CN" sz="2000" dirty="0"/>
              <a:t>Sentence:</a:t>
            </a:r>
          </a:p>
          <a:p>
            <a:pPr eaLnBrk="1" hangingPunct="1"/>
            <a:r>
              <a:rPr kumimoji="1" lang="zh-CN" altLang="en-US" sz="2000" dirty="0"/>
              <a:t>如果你想正确使用筷子，那就好好练习吧。</a:t>
            </a:r>
            <a:r>
              <a:rPr kumimoji="1" lang="en-US" altLang="zh-CN" sz="2000" dirty="0"/>
              <a:t>['</a:t>
            </a:r>
            <a:r>
              <a:rPr kumimoji="1" lang="zh-CN" altLang="en-US" sz="2000" dirty="0"/>
              <a:t>正确</a:t>
            </a:r>
            <a:r>
              <a:rPr kumimoji="1" lang="en-US" altLang="zh-CN" sz="2000" dirty="0"/>
              <a:t>’]</a:t>
            </a:r>
          </a:p>
          <a:p>
            <a:pPr eaLnBrk="1" hangingPunct="1"/>
            <a:r>
              <a:rPr kumimoji="1" lang="zh-CN" altLang="en-US" sz="2000" dirty="0"/>
              <a:t>如果</a:t>
            </a:r>
            <a:r>
              <a:rPr kumimoji="1" lang="en-US" altLang="zh-CN" sz="2000" dirty="0"/>
              <a:t>/</a:t>
            </a:r>
            <a:r>
              <a:rPr kumimoji="1" lang="zh-CN" altLang="zh-CN" sz="2000" dirty="0"/>
              <a:t>rúguǒ  </a:t>
            </a:r>
            <a:r>
              <a:rPr kumimoji="1" lang="zh-CN" altLang="en-US" sz="2000" dirty="0"/>
              <a:t>你</a:t>
            </a:r>
            <a:r>
              <a:rPr kumimoji="1" lang="en-US" altLang="zh-CN" sz="2000" dirty="0"/>
              <a:t>/</a:t>
            </a:r>
            <a:r>
              <a:rPr kumimoji="1" lang="zh-CN" altLang="zh-CN" sz="2000" dirty="0"/>
              <a:t>nǐ  </a:t>
            </a:r>
            <a:r>
              <a:rPr kumimoji="1" lang="zh-CN" altLang="en-US" sz="2000" dirty="0"/>
              <a:t>想</a:t>
            </a:r>
            <a:r>
              <a:rPr kumimoji="1" lang="en-US" altLang="zh-CN" sz="2000" dirty="0"/>
              <a:t>/</a:t>
            </a:r>
            <a:r>
              <a:rPr kumimoji="1" lang="zh-CN" altLang="zh-CN" sz="2000" dirty="0"/>
              <a:t>xiǎng  </a:t>
            </a:r>
            <a:r>
              <a:rPr kumimoji="1" lang="zh-CN" altLang="en-US" sz="2000" dirty="0"/>
              <a:t>正确</a:t>
            </a:r>
            <a:r>
              <a:rPr kumimoji="1" lang="en-US" altLang="zh-CN" sz="2000" dirty="0"/>
              <a:t>/</a:t>
            </a:r>
            <a:r>
              <a:rPr kumimoji="1" lang="zh-CN" altLang="zh-CN" sz="2000" dirty="0"/>
              <a:t>zhèngquè  </a:t>
            </a:r>
            <a:r>
              <a:rPr kumimoji="1" lang="zh-CN" altLang="en-US" sz="2000" dirty="0"/>
              <a:t>使用</a:t>
            </a:r>
            <a:r>
              <a:rPr kumimoji="1" lang="en-US" altLang="zh-CN" sz="2000" dirty="0"/>
              <a:t>/</a:t>
            </a:r>
            <a:r>
              <a:rPr kumimoji="1" lang="zh-CN" altLang="zh-CN" sz="2000" dirty="0"/>
              <a:t>shǐyòng  </a:t>
            </a:r>
            <a:r>
              <a:rPr kumimoji="1" lang="zh-CN" altLang="en-US" sz="2000" dirty="0"/>
              <a:t>筷子</a:t>
            </a:r>
            <a:r>
              <a:rPr kumimoji="1" lang="en-US" altLang="zh-CN" sz="2000" dirty="0"/>
              <a:t>/</a:t>
            </a:r>
            <a:r>
              <a:rPr kumimoji="1" lang="zh-CN" altLang="zh-CN" sz="2000" dirty="0"/>
              <a:t>kuàizi  ，  </a:t>
            </a:r>
            <a:r>
              <a:rPr kumimoji="1" lang="zh-CN" altLang="en-US" sz="2000" dirty="0"/>
              <a:t>那</a:t>
            </a:r>
            <a:r>
              <a:rPr kumimoji="1" lang="en-US" altLang="zh-CN" sz="2000" dirty="0"/>
              <a:t>/</a:t>
            </a:r>
            <a:r>
              <a:rPr kumimoji="1" lang="zh-CN" altLang="zh-CN" sz="2000" dirty="0"/>
              <a:t>nà  </a:t>
            </a:r>
            <a:r>
              <a:rPr kumimoji="1" lang="zh-CN" altLang="en-US" sz="2000" dirty="0"/>
              <a:t>就</a:t>
            </a:r>
            <a:r>
              <a:rPr kumimoji="1" lang="en-US" altLang="zh-CN" sz="2000" dirty="0"/>
              <a:t>/</a:t>
            </a:r>
            <a:r>
              <a:rPr kumimoji="1" lang="zh-CN" altLang="zh-CN" sz="2000" dirty="0"/>
              <a:t>jiù  </a:t>
            </a:r>
            <a:r>
              <a:rPr kumimoji="1" lang="zh-CN" altLang="en-US" sz="2000" dirty="0"/>
              <a:t>好好</a:t>
            </a:r>
            <a:r>
              <a:rPr kumimoji="1" lang="en-US" altLang="zh-CN" sz="2000" dirty="0"/>
              <a:t>/</a:t>
            </a:r>
            <a:r>
              <a:rPr kumimoji="1" lang="zh-CN" altLang="zh-CN" sz="2000" dirty="0"/>
              <a:t>hǎohāo  </a:t>
            </a:r>
            <a:r>
              <a:rPr kumimoji="1" lang="zh-CN" altLang="en-US" sz="2000" dirty="0"/>
              <a:t>练习</a:t>
            </a:r>
            <a:r>
              <a:rPr kumimoji="1" lang="en-US" altLang="zh-CN" sz="2000" dirty="0"/>
              <a:t>/</a:t>
            </a:r>
            <a:r>
              <a:rPr kumimoji="1" lang="zh-CN" altLang="zh-CN" sz="2000" dirty="0"/>
              <a:t>liànxí  </a:t>
            </a:r>
            <a:r>
              <a:rPr kumimoji="1" lang="zh-CN" altLang="en-US" sz="2000" dirty="0"/>
              <a:t>吧</a:t>
            </a:r>
            <a:r>
              <a:rPr kumimoji="1" lang="en-US" altLang="zh-CN" sz="2000" dirty="0"/>
              <a:t>/</a:t>
            </a:r>
            <a:r>
              <a:rPr kumimoji="1" lang="zh-CN" altLang="zh-CN" sz="2000" dirty="0"/>
              <a:t>ba  。</a:t>
            </a:r>
            <a:endParaRPr kumimoji="1" lang="en-US" altLang="zh-CN" sz="2000" dirty="0"/>
          </a:p>
          <a:p>
            <a:pPr eaLnBrk="1" hangingPunct="1"/>
            <a:r>
              <a:rPr kumimoji="1" lang="zh-CN" altLang="zh-CN" sz="2000" dirty="0"/>
              <a:t>If you want to use chopsticks correctly, practice it.</a:t>
            </a:r>
            <a:endParaRPr kumimoji="1" lang="zh-CN" altLang="en-US" sz="2000" dirty="0"/>
          </a:p>
        </p:txBody>
      </p:sp>
      <p:pic>
        <p:nvPicPr>
          <p:cNvPr id="2" name="使用.wav" descr="使用.wav">
            <a:hlinkClick r:id="" action="ppaction://media"/>
            <a:extLst>
              <a:ext uri="{FF2B5EF4-FFF2-40B4-BE49-F238E27FC236}">
                <a16:creationId xmlns:a16="http://schemas.microsoft.com/office/drawing/2014/main" id="{F302BA41-8C2F-A14C-BEFD-C4559AAF9B7A}"/>
              </a:ext>
            </a:extLst>
          </p:cNvPr>
          <p:cNvPicPr>
            <a:picLocks noChangeAspect="1" noChangeArrowheads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67400" y="457200"/>
            <a:ext cx="457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" name="如果你想正确使用筷子，那就好好练习吧。.wav" descr="如果你想正确使用筷子，那就好好练习吧。.wav">
            <a:hlinkClick r:id="" action="ppaction://media"/>
            <a:extLst>
              <a:ext uri="{FF2B5EF4-FFF2-40B4-BE49-F238E27FC236}">
                <a16:creationId xmlns:a16="http://schemas.microsoft.com/office/drawing/2014/main" id="{C5BA5FD7-8089-A241-AAA3-B0C825A35B05}"/>
              </a:ext>
            </a:extLst>
          </p:cNvPr>
          <p:cNvPicPr>
            <a:picLocks noChangeAspect="1" noChangeArrowheads="1"/>
          </p:cNvPicPr>
          <p:nvPr>
            <a:audi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53200" y="1600200"/>
            <a:ext cx="457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" name="圆角矩形 9">
            <a:extLst>
              <a:ext uri="{FF2B5EF4-FFF2-40B4-BE49-F238E27FC236}">
                <a16:creationId xmlns:a16="http://schemas.microsoft.com/office/drawing/2014/main" id="{B6C8C330-FFB5-EF4B-9234-B9DEDBD38925}"/>
              </a:ext>
            </a:extLst>
          </p:cNvPr>
          <p:cNvSpPr/>
          <p:nvPr/>
        </p:nvSpPr>
        <p:spPr>
          <a:xfrm>
            <a:off x="6346825" y="5097463"/>
            <a:ext cx="2514600" cy="598487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kumimoji="1" lang="en-US" altLang="zh-CN" dirty="0">
                <a:hlinkClick r:id="rId7" action="ppaction://hlinksldjump"/>
              </a:rPr>
              <a:t>Click to the next page</a:t>
            </a:r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5880037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864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0" dur="4536" fill="hold"/>
                                        <p:tgtEl>
                                          <p:spTgt spid="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11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"/>
                </p:tgtEl>
              </p:cMediaNode>
            </p:audio>
            <p:audio>
              <p:cMediaNode vol="80000">
                <p:cTn id="12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7"/>
                </p:tgtEl>
              </p:cMediaNode>
            </p:audio>
          </p:childTnLst>
        </p:cTn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7" name="标题 1">
            <a:extLst>
              <a:ext uri="{FF2B5EF4-FFF2-40B4-BE49-F238E27FC236}">
                <a16:creationId xmlns:a16="http://schemas.microsoft.com/office/drawing/2014/main" id="{679E98BB-3CA2-804B-8FD5-D67B58B9B0D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kumimoji="1" lang="en-US" altLang="zh-CN"/>
              <a:t>practice</a:t>
            </a:r>
            <a:endParaRPr kumimoji="1" lang="zh-CN" alt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115585A-E5B5-C547-A006-273FE6373B2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indent="-457200" eaLnBrk="1" hangingPunct="1">
              <a:buFontTx/>
              <a:buAutoNum type="arabicPeriod"/>
              <a:defRPr/>
            </a:pPr>
            <a:r>
              <a:rPr lang="en" altLang="zh-CN" sz="2000" dirty="0"/>
              <a:t>Find</a:t>
            </a:r>
            <a:r>
              <a:rPr lang="zh-CN" altLang="en-US" sz="2000" dirty="0"/>
              <a:t> </a:t>
            </a:r>
            <a:r>
              <a:rPr lang="en-US" altLang="zh-CN" sz="2000" dirty="0"/>
              <a:t>responding</a:t>
            </a:r>
            <a:r>
              <a:rPr lang="zh-CN" altLang="en-US" sz="2000" dirty="0"/>
              <a:t> </a:t>
            </a:r>
            <a:r>
              <a:rPr lang="en" altLang="zh-CN" sz="2000" dirty="0"/>
              <a:t>word. </a:t>
            </a:r>
          </a:p>
          <a:p>
            <a:pPr marL="0" indent="0" eaLnBrk="1" hangingPunct="1">
              <a:buFontTx/>
              <a:buNone/>
              <a:defRPr/>
            </a:pPr>
            <a:r>
              <a:rPr lang="zh-CN" altLang="en-US" sz="2000" dirty="0"/>
              <a:t>（）</a:t>
            </a:r>
            <a:r>
              <a:rPr lang="en" altLang="zh-CN" sz="2000" dirty="0"/>
              <a:t> use;</a:t>
            </a:r>
            <a:r>
              <a:rPr lang="zh-CN" altLang="en-US" sz="2000" dirty="0"/>
              <a:t> </a:t>
            </a:r>
            <a:r>
              <a:rPr lang="en" altLang="zh-CN" sz="2000" dirty="0"/>
              <a:t>employ;</a:t>
            </a:r>
            <a:r>
              <a:rPr lang="zh-CN" altLang="en-US" sz="2000" dirty="0"/>
              <a:t> </a:t>
            </a:r>
            <a:r>
              <a:rPr lang="en" altLang="zh-CN" sz="2000" dirty="0"/>
              <a:t>apply</a:t>
            </a:r>
            <a:r>
              <a:rPr lang="zh-CN" altLang="en-US" sz="2000" dirty="0"/>
              <a:t>    </a:t>
            </a:r>
            <a:r>
              <a:rPr lang="en-US" altLang="zh-CN" sz="2000" dirty="0"/>
              <a:t>A.</a:t>
            </a:r>
            <a:r>
              <a:rPr lang="zh-CN" altLang="en-US" sz="2000" dirty="0"/>
              <a:t>旧  </a:t>
            </a:r>
            <a:r>
              <a:rPr lang="en-US" altLang="zh-CN" sz="2000" dirty="0"/>
              <a:t>B.</a:t>
            </a:r>
            <a:r>
              <a:rPr lang="zh-CN" altLang="en-US" sz="2000" dirty="0"/>
              <a:t>使用  </a:t>
            </a:r>
            <a:r>
              <a:rPr lang="en-US" altLang="zh-CN" sz="2000" dirty="0"/>
              <a:t>C.</a:t>
            </a:r>
            <a:r>
              <a:rPr lang="zh-CN" altLang="en-US" sz="2000" dirty="0"/>
              <a:t>我  </a:t>
            </a:r>
            <a:r>
              <a:rPr lang="en-US" altLang="zh-CN" sz="2000" dirty="0"/>
              <a:t>D.</a:t>
            </a:r>
            <a:r>
              <a:rPr lang="zh-CN" altLang="en-US" sz="2000" dirty="0"/>
              <a:t>同事</a:t>
            </a:r>
            <a:endParaRPr lang="en-US" altLang="zh-CN" sz="2000" dirty="0"/>
          </a:p>
          <a:p>
            <a:pPr marL="0" indent="0" eaLnBrk="1" hangingPunct="1">
              <a:buFontTx/>
              <a:buNone/>
              <a:defRPr/>
            </a:pPr>
            <a:endParaRPr lang="en-US" altLang="zh-CN" sz="2000" dirty="0"/>
          </a:p>
          <a:p>
            <a:pPr marL="0" indent="0" eaLnBrk="1" hangingPunct="1">
              <a:buFontTx/>
              <a:buNone/>
              <a:defRPr/>
            </a:pPr>
            <a:r>
              <a:rPr lang="en-US" altLang="zh-CN" sz="2000" dirty="0"/>
              <a:t>2.</a:t>
            </a:r>
            <a:r>
              <a:rPr lang="zh-CN" altLang="en-US" sz="2000" dirty="0"/>
              <a:t> </a:t>
            </a:r>
            <a:r>
              <a:rPr lang="en-US" altLang="zh-CN" sz="2000" dirty="0"/>
              <a:t>Find</a:t>
            </a:r>
            <a:r>
              <a:rPr lang="zh-CN" altLang="en-US" sz="2000" dirty="0"/>
              <a:t> </a:t>
            </a:r>
            <a:r>
              <a:rPr lang="en-US" altLang="zh-CN" sz="2000" dirty="0"/>
              <a:t>right</a:t>
            </a:r>
            <a:r>
              <a:rPr lang="zh-CN" altLang="en-US" sz="2000" dirty="0"/>
              <a:t> </a:t>
            </a:r>
            <a:r>
              <a:rPr lang="en-US" altLang="zh-CN" sz="2000" dirty="0"/>
              <a:t>collocation.</a:t>
            </a:r>
          </a:p>
          <a:p>
            <a:pPr marL="0" indent="0" eaLnBrk="1" hangingPunct="1">
              <a:buFontTx/>
              <a:buNone/>
              <a:defRPr/>
            </a:pPr>
            <a:r>
              <a:rPr lang="zh-CN" altLang="en-US" sz="2000" dirty="0"/>
              <a:t>（）筷子   </a:t>
            </a:r>
            <a:r>
              <a:rPr lang="en-US" altLang="zh-CN" sz="2000" dirty="0"/>
              <a:t>A.</a:t>
            </a:r>
            <a:r>
              <a:rPr lang="zh-CN" altLang="en-US" sz="2000" dirty="0"/>
              <a:t>下雨  </a:t>
            </a:r>
            <a:r>
              <a:rPr lang="en-US" altLang="zh-CN" sz="2000" dirty="0"/>
              <a:t>B.</a:t>
            </a:r>
            <a:r>
              <a:rPr lang="zh-CN" altLang="en-US" sz="2000" dirty="0"/>
              <a:t>久</a:t>
            </a:r>
            <a:r>
              <a:rPr lang="en-US" altLang="zh-CN" sz="2000" dirty="0"/>
              <a:t>  C.</a:t>
            </a:r>
            <a:r>
              <a:rPr lang="zh-CN" altLang="en-US" sz="2000" dirty="0"/>
              <a:t> 使用 </a:t>
            </a:r>
            <a:r>
              <a:rPr lang="en-US" altLang="zh-CN" sz="2000" dirty="0"/>
              <a:t>D.</a:t>
            </a:r>
            <a:r>
              <a:rPr lang="zh-CN" altLang="en-US" sz="2000" dirty="0"/>
              <a:t>碗</a:t>
            </a:r>
            <a:endParaRPr lang="en-US" altLang="zh-CN" sz="2000" dirty="0"/>
          </a:p>
          <a:p>
            <a:pPr marL="0" indent="0" eaLnBrk="1" hangingPunct="1">
              <a:buFontTx/>
              <a:buNone/>
              <a:defRPr/>
            </a:pPr>
            <a:r>
              <a:rPr lang="zh-CN" altLang="en-US" sz="2000" dirty="0"/>
              <a:t>（）手机   </a:t>
            </a:r>
            <a:r>
              <a:rPr lang="en-US" altLang="zh-CN" sz="2000" dirty="0"/>
              <a:t>A.</a:t>
            </a:r>
            <a:r>
              <a:rPr lang="zh-CN" altLang="en-US" sz="2000" dirty="0"/>
              <a:t> 耳朵  </a:t>
            </a:r>
            <a:r>
              <a:rPr lang="en-US" altLang="zh-CN" sz="2000" dirty="0"/>
              <a:t>B.</a:t>
            </a:r>
            <a:r>
              <a:rPr lang="zh-CN" altLang="en-US" sz="2000" dirty="0"/>
              <a:t>出</a:t>
            </a:r>
            <a:r>
              <a:rPr lang="en-US" altLang="zh-CN" sz="2000" dirty="0"/>
              <a:t>  C.</a:t>
            </a:r>
            <a:r>
              <a:rPr lang="zh-CN" altLang="en-US" sz="2000" dirty="0"/>
              <a:t> 照顾  </a:t>
            </a:r>
            <a:r>
              <a:rPr lang="en-US" altLang="zh-CN" sz="2000" dirty="0"/>
              <a:t>D.</a:t>
            </a:r>
            <a:r>
              <a:rPr lang="zh-CN" altLang="en-US" sz="2000" dirty="0"/>
              <a:t>使用</a:t>
            </a:r>
            <a:endParaRPr lang="en-US" altLang="zh-CN" sz="2000" dirty="0"/>
          </a:p>
          <a:p>
            <a:pPr marL="0" indent="0" eaLnBrk="1" hangingPunct="1">
              <a:buFontTx/>
              <a:buNone/>
              <a:defRPr/>
            </a:pPr>
            <a:endParaRPr lang="en-US" altLang="zh-CN" sz="2000" dirty="0"/>
          </a:p>
          <a:p>
            <a:pPr marL="0" indent="0" eaLnBrk="1" hangingPunct="1">
              <a:buFontTx/>
              <a:buNone/>
              <a:defRPr/>
            </a:pPr>
            <a:r>
              <a:rPr lang="en-US" altLang="zh-CN" sz="2000" dirty="0"/>
              <a:t>3.</a:t>
            </a:r>
            <a:r>
              <a:rPr lang="zh-CN" altLang="en-US" sz="2000" dirty="0"/>
              <a:t> </a:t>
            </a:r>
            <a:r>
              <a:rPr lang="en-US" altLang="zh-CN" sz="2000" dirty="0"/>
              <a:t>Fill</a:t>
            </a:r>
            <a:r>
              <a:rPr lang="zh-CN" altLang="en-US" sz="2000" dirty="0"/>
              <a:t> </a:t>
            </a:r>
            <a:r>
              <a:rPr lang="en-US" altLang="zh-CN" sz="2000" dirty="0"/>
              <a:t>in right word.</a:t>
            </a:r>
          </a:p>
          <a:p>
            <a:pPr eaLnBrk="1" hangingPunct="1">
              <a:defRPr/>
            </a:pPr>
            <a:r>
              <a:rPr kumimoji="1" lang="zh-CN" altLang="en-US" sz="2000" dirty="0"/>
              <a:t>如果你想正确使（）筷子，那就好好练习吧。</a:t>
            </a:r>
          </a:p>
        </p:txBody>
      </p:sp>
      <p:sp>
        <p:nvSpPr>
          <p:cNvPr id="4" name="圆角矩形 3">
            <a:extLst>
              <a:ext uri="{FF2B5EF4-FFF2-40B4-BE49-F238E27FC236}">
                <a16:creationId xmlns:a16="http://schemas.microsoft.com/office/drawing/2014/main" id="{DE14C1FA-FA57-294E-AC5E-69A4BC6741F3}"/>
              </a:ext>
            </a:extLst>
          </p:cNvPr>
          <p:cNvSpPr/>
          <p:nvPr/>
        </p:nvSpPr>
        <p:spPr>
          <a:xfrm>
            <a:off x="6346825" y="5097463"/>
            <a:ext cx="2514600" cy="598487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kumimoji="1" lang="en-US" altLang="zh-CN" dirty="0">
                <a:hlinkClick r:id="rId2" action="ppaction://hlinksldjump"/>
              </a:rPr>
              <a:t>Click to the next page</a:t>
            </a:r>
            <a:endParaRPr kumimoji="1" lang="zh-CN" altLang="en-US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CED0817-D27F-B64C-9D40-FB9BCEACDD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sz="2800" dirty="0"/>
              <a:t>End</a:t>
            </a:r>
            <a:r>
              <a:rPr kumimoji="1" lang="zh-CN" altLang="en-US" sz="2800" dirty="0"/>
              <a:t> </a:t>
            </a:r>
            <a:r>
              <a:rPr kumimoji="1" lang="en-US" altLang="zh-CN" sz="2800" dirty="0"/>
              <a:t>time</a:t>
            </a:r>
            <a:r>
              <a:rPr kumimoji="1" lang="zh-CN" altLang="en-US" sz="2800" dirty="0"/>
              <a:t> </a:t>
            </a:r>
            <a:r>
              <a:rPr kumimoji="1" lang="en-US" altLang="zh-CN" sz="2800" dirty="0"/>
              <a:t>of learning a word </a:t>
            </a:r>
            <a:endParaRPr kumimoji="1" lang="zh-CN" altLang="en-US" sz="2800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077E894-BBC6-7C41-9939-B130BFD1BA5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zh-CN" sz="2000" dirty="0"/>
              <a:t>Please write down the present time (accurate to the minute) on your paper. __________</a:t>
            </a:r>
          </a:p>
          <a:p>
            <a:endParaRPr kumimoji="1" lang="zh-CN" altLang="en-US" dirty="0"/>
          </a:p>
        </p:txBody>
      </p:sp>
      <p:sp>
        <p:nvSpPr>
          <p:cNvPr id="4" name="圆角矩形 3">
            <a:extLst>
              <a:ext uri="{FF2B5EF4-FFF2-40B4-BE49-F238E27FC236}">
                <a16:creationId xmlns:a16="http://schemas.microsoft.com/office/drawing/2014/main" id="{01ADF194-DBE7-8A4C-B5E8-98F40B075572}"/>
              </a:ext>
            </a:extLst>
          </p:cNvPr>
          <p:cNvSpPr/>
          <p:nvPr/>
        </p:nvSpPr>
        <p:spPr>
          <a:xfrm>
            <a:off x="6346825" y="5097463"/>
            <a:ext cx="2514600" cy="598487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kumimoji="1" lang="en-US" altLang="zh-CN" dirty="0">
                <a:hlinkClick r:id="rId2" action="ppaction://hlinksldjump"/>
              </a:rPr>
              <a:t>Next word</a:t>
            </a:r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967182585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CED0817-D27F-B64C-9D40-FB9BCEACDD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sz="2800" dirty="0"/>
              <a:t>Start</a:t>
            </a:r>
            <a:r>
              <a:rPr kumimoji="1" lang="zh-CN" altLang="en-US" sz="2800" dirty="0"/>
              <a:t> </a:t>
            </a:r>
            <a:r>
              <a:rPr kumimoji="1" lang="en-US" altLang="zh-CN" sz="2800" dirty="0"/>
              <a:t>time</a:t>
            </a:r>
            <a:r>
              <a:rPr kumimoji="1" lang="zh-CN" altLang="en-US" sz="2800" dirty="0"/>
              <a:t> </a:t>
            </a:r>
            <a:r>
              <a:rPr kumimoji="1" lang="en-US" altLang="zh-CN" sz="2800" dirty="0"/>
              <a:t>of learning a word </a:t>
            </a:r>
            <a:endParaRPr kumimoji="1" lang="zh-CN" altLang="en-US" sz="2800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077E894-BBC6-7C41-9939-B130BFD1BA5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zh-CN" sz="2000" dirty="0"/>
              <a:t>Please write down the present time (accurate to the minute) on your paper. __________</a:t>
            </a:r>
          </a:p>
          <a:p>
            <a:endParaRPr kumimoji="1" lang="zh-CN" altLang="en-US" dirty="0"/>
          </a:p>
        </p:txBody>
      </p:sp>
      <p:sp>
        <p:nvSpPr>
          <p:cNvPr id="4" name="圆角矩形 3">
            <a:extLst>
              <a:ext uri="{FF2B5EF4-FFF2-40B4-BE49-F238E27FC236}">
                <a16:creationId xmlns:a16="http://schemas.microsoft.com/office/drawing/2014/main" id="{01ADF194-DBE7-8A4C-B5E8-98F40B075572}"/>
              </a:ext>
            </a:extLst>
          </p:cNvPr>
          <p:cNvSpPr/>
          <p:nvPr/>
        </p:nvSpPr>
        <p:spPr>
          <a:xfrm>
            <a:off x="6346825" y="5097463"/>
            <a:ext cx="2514600" cy="598487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kumimoji="1" lang="en-US" altLang="zh-CN" dirty="0">
                <a:hlinkClick r:id="rId2" action="ppaction://hlinksldjump"/>
              </a:rPr>
              <a:t>Click to the next page</a:t>
            </a:r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407968315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1" name="标题 1">
            <a:extLst>
              <a:ext uri="{FF2B5EF4-FFF2-40B4-BE49-F238E27FC236}">
                <a16:creationId xmlns:a16="http://schemas.microsoft.com/office/drawing/2014/main" id="{06570B87-D7AD-9647-9CE5-37739358B28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74637"/>
            <a:ext cx="8229600" cy="1249363"/>
          </a:xfrm>
        </p:spPr>
        <p:txBody>
          <a:bodyPr/>
          <a:lstStyle/>
          <a:p>
            <a:pPr algn="l"/>
            <a:r>
              <a:rPr kumimoji="1" lang="en-US" altLang="zh-CN" sz="2400" dirty="0"/>
              <a:t>How about you know </a:t>
            </a:r>
            <a:r>
              <a:rPr kumimoji="1" lang="zh-CN" altLang="en-US" sz="2400" dirty="0"/>
              <a:t>感觉（</a:t>
            </a:r>
            <a:r>
              <a:rPr kumimoji="1" lang="en-US" altLang="zh-CN" sz="2400" dirty="0"/>
              <a:t>NOUN</a:t>
            </a:r>
            <a:r>
              <a:rPr kumimoji="1" lang="zh-CN" altLang="en-US" sz="2400" dirty="0"/>
              <a:t>）？</a:t>
            </a:r>
            <a:br>
              <a:rPr kumimoji="1" lang="en-US" altLang="zh-CN" sz="2400" dirty="0"/>
            </a:br>
            <a:r>
              <a:rPr kumimoji="1" lang="en-US" altLang="zh-CN" sz="2400" dirty="0"/>
              <a:t>Please</a:t>
            </a:r>
            <a:r>
              <a:rPr kumimoji="1" lang="zh-CN" altLang="en-US" sz="2400" dirty="0"/>
              <a:t> </a:t>
            </a:r>
            <a:r>
              <a:rPr kumimoji="1" lang="en-US" altLang="zh-CN" sz="2400" dirty="0"/>
              <a:t>write down the choice on your page and click the choice to jump to the corresponding page</a:t>
            </a:r>
            <a:endParaRPr kumimoji="1" lang="zh-CN" altLang="en-US" sz="2400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30F45E4-88F1-6F47-B1DD-2543870B46A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676400"/>
            <a:ext cx="8229600" cy="3962399"/>
          </a:xfrm>
        </p:spPr>
        <p:txBody>
          <a:bodyPr/>
          <a:lstStyle/>
          <a:p>
            <a:pPr>
              <a:defRPr/>
            </a:pPr>
            <a:r>
              <a:rPr lang="en-US" altLang="zh-CN" sz="2000" dirty="0"/>
              <a:t>I have never seen this word.</a:t>
            </a:r>
          </a:p>
          <a:p>
            <a:pPr marL="0" indent="0">
              <a:buNone/>
              <a:defRPr/>
            </a:pPr>
            <a:r>
              <a:rPr lang="en-US" altLang="zh-CN" sz="2000" dirty="0"/>
              <a:t> </a:t>
            </a:r>
            <a:endParaRPr lang="zh-CN" altLang="zh-CN" sz="2000" dirty="0"/>
          </a:p>
          <a:p>
            <a:pPr>
              <a:defRPr/>
            </a:pPr>
            <a:r>
              <a:rPr lang="en-US" altLang="zh-CN" sz="2000" dirty="0"/>
              <a:t>I don’t know what it means. </a:t>
            </a:r>
          </a:p>
          <a:p>
            <a:pPr>
              <a:defRPr/>
            </a:pPr>
            <a:endParaRPr lang="zh-CN" altLang="zh-CN" sz="2000" dirty="0"/>
          </a:p>
          <a:p>
            <a:pPr>
              <a:defRPr/>
            </a:pPr>
            <a:r>
              <a:rPr lang="en-US" altLang="zh-CN" sz="2000" dirty="0"/>
              <a:t>I know its meaning, but I don’t know its collocations.</a:t>
            </a:r>
          </a:p>
          <a:p>
            <a:pPr>
              <a:defRPr/>
            </a:pPr>
            <a:endParaRPr lang="zh-CN" altLang="zh-CN" sz="2000" dirty="0"/>
          </a:p>
          <a:p>
            <a:pPr>
              <a:defRPr/>
            </a:pPr>
            <a:r>
              <a:rPr lang="en-US" altLang="zh-CN" sz="2000" dirty="0"/>
              <a:t>I know its collocation, but I don’t know how to use it in a sentence.</a:t>
            </a:r>
          </a:p>
          <a:p>
            <a:pPr>
              <a:defRPr/>
            </a:pPr>
            <a:endParaRPr lang="en-US" altLang="zh-CN" sz="2000" dirty="0"/>
          </a:p>
          <a:p>
            <a:pPr>
              <a:defRPr/>
            </a:pPr>
            <a:r>
              <a:rPr lang="en-US" altLang="zh-CN" sz="2000" dirty="0"/>
              <a:t>I can use it in a sentence. </a:t>
            </a:r>
            <a:endParaRPr lang="zh-CN" altLang="zh-CN" sz="1800" dirty="0"/>
          </a:p>
        </p:txBody>
      </p:sp>
      <p:sp>
        <p:nvSpPr>
          <p:cNvPr id="4" name="圆角矩形 3">
            <a:extLst>
              <a:ext uri="{FF2B5EF4-FFF2-40B4-BE49-F238E27FC236}">
                <a16:creationId xmlns:a16="http://schemas.microsoft.com/office/drawing/2014/main" id="{3C106C97-9EF1-AE4E-80B1-861673DC5DA6}"/>
              </a:ext>
            </a:extLst>
          </p:cNvPr>
          <p:cNvSpPr/>
          <p:nvPr/>
        </p:nvSpPr>
        <p:spPr>
          <a:xfrm>
            <a:off x="4191000" y="1752600"/>
            <a:ext cx="762000" cy="3810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kumimoji="1" lang="en-US" altLang="zh-CN" dirty="0">
                <a:hlinkClick r:id="rId2" action="ppaction://hlinksldjump"/>
              </a:rPr>
              <a:t>A</a:t>
            </a:r>
            <a:endParaRPr kumimoji="1" lang="zh-CN" altLang="en-US" dirty="0"/>
          </a:p>
        </p:txBody>
      </p:sp>
      <p:sp>
        <p:nvSpPr>
          <p:cNvPr id="6" name="圆角矩形 5">
            <a:extLst>
              <a:ext uri="{FF2B5EF4-FFF2-40B4-BE49-F238E27FC236}">
                <a16:creationId xmlns:a16="http://schemas.microsoft.com/office/drawing/2014/main" id="{DCF760C6-CAEF-4949-AB75-58AD9F2FC2D8}"/>
              </a:ext>
            </a:extLst>
          </p:cNvPr>
          <p:cNvSpPr/>
          <p:nvPr/>
        </p:nvSpPr>
        <p:spPr>
          <a:xfrm>
            <a:off x="6781800" y="3124200"/>
            <a:ext cx="762000" cy="3810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kumimoji="1" lang="en-US" altLang="zh-CN" dirty="0">
                <a:hlinkClick r:id="rId3" action="ppaction://hlinksldjump"/>
              </a:rPr>
              <a:t>C</a:t>
            </a:r>
            <a:endParaRPr kumimoji="1" lang="zh-CN" altLang="en-US" dirty="0"/>
          </a:p>
        </p:txBody>
      </p:sp>
      <p:sp>
        <p:nvSpPr>
          <p:cNvPr id="7" name="圆角矩形 6">
            <a:extLst>
              <a:ext uri="{FF2B5EF4-FFF2-40B4-BE49-F238E27FC236}">
                <a16:creationId xmlns:a16="http://schemas.microsoft.com/office/drawing/2014/main" id="{D6C5558C-2A94-D340-B88D-3771B105CE99}"/>
              </a:ext>
            </a:extLst>
          </p:cNvPr>
          <p:cNvSpPr/>
          <p:nvPr/>
        </p:nvSpPr>
        <p:spPr>
          <a:xfrm>
            <a:off x="7531395" y="4343400"/>
            <a:ext cx="762000" cy="3810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kumimoji="1" lang="en-US" altLang="zh-CN" dirty="0">
                <a:hlinkClick r:id="rId4" action="ppaction://hlinksldjump"/>
              </a:rPr>
              <a:t>D</a:t>
            </a:r>
            <a:endParaRPr kumimoji="1" lang="zh-CN" altLang="en-US" dirty="0"/>
          </a:p>
        </p:txBody>
      </p:sp>
      <p:sp>
        <p:nvSpPr>
          <p:cNvPr id="8" name="圆角矩形 7">
            <a:extLst>
              <a:ext uri="{FF2B5EF4-FFF2-40B4-BE49-F238E27FC236}">
                <a16:creationId xmlns:a16="http://schemas.microsoft.com/office/drawing/2014/main" id="{E418098F-A830-0E4B-AE1B-BF99FBB77185}"/>
              </a:ext>
            </a:extLst>
          </p:cNvPr>
          <p:cNvSpPr/>
          <p:nvPr/>
        </p:nvSpPr>
        <p:spPr>
          <a:xfrm>
            <a:off x="3962400" y="4648200"/>
            <a:ext cx="762000" cy="3810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kumimoji="1" lang="en-US" altLang="zh-CN" dirty="0">
                <a:hlinkClick r:id="rId5" action="ppaction://hlinksldjump"/>
              </a:rPr>
              <a:t>E</a:t>
            </a:r>
            <a:endParaRPr kumimoji="1" lang="zh-CN" altLang="en-US" dirty="0"/>
          </a:p>
        </p:txBody>
      </p:sp>
      <p:sp>
        <p:nvSpPr>
          <p:cNvPr id="9" name="圆角矩形 8">
            <a:extLst>
              <a:ext uri="{FF2B5EF4-FFF2-40B4-BE49-F238E27FC236}">
                <a16:creationId xmlns:a16="http://schemas.microsoft.com/office/drawing/2014/main" id="{5E955882-84DF-F541-BD1E-BB1F7EDDA2DC}"/>
              </a:ext>
            </a:extLst>
          </p:cNvPr>
          <p:cNvSpPr/>
          <p:nvPr/>
        </p:nvSpPr>
        <p:spPr>
          <a:xfrm>
            <a:off x="4191000" y="2514600"/>
            <a:ext cx="762000" cy="3810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kumimoji="1" lang="en-US" altLang="zh-CN" dirty="0">
                <a:solidFill>
                  <a:schemeClr val="accent1">
                    <a:lumMod val="50000"/>
                  </a:schemeClr>
                </a:solidFill>
                <a:hlinkClick r:id="rId6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B</a:t>
            </a:r>
            <a:endParaRPr kumimoji="1" lang="zh-CN" altLang="en-US" dirty="0">
              <a:solidFill>
                <a:schemeClr val="accent1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69756913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1" name="标题 1">
            <a:extLst>
              <a:ext uri="{FF2B5EF4-FFF2-40B4-BE49-F238E27FC236}">
                <a16:creationId xmlns:a16="http://schemas.microsoft.com/office/drawing/2014/main" id="{B00E86E8-2337-E849-8B96-5DC1BC847D4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kumimoji="1" lang="zh-CN" altLang="en-US" sz="2800"/>
              <a:t>感觉 </a:t>
            </a:r>
            <a:r>
              <a:rPr kumimoji="1" lang="zh-CN" altLang="zh-CN" sz="2800"/>
              <a:t>gǎnjué</a:t>
            </a:r>
            <a:r>
              <a:rPr kumimoji="1" lang="en-US" altLang="zh-CN" sz="2800"/>
              <a:t> </a:t>
            </a:r>
            <a:r>
              <a:rPr kumimoji="1" lang="zh-CN" altLang="zh-CN" sz="2800"/>
              <a:t> </a:t>
            </a:r>
            <a:endParaRPr kumimoji="1" lang="zh-CN" altLang="en-US" sz="2800"/>
          </a:p>
        </p:txBody>
      </p:sp>
      <p:sp>
        <p:nvSpPr>
          <p:cNvPr id="15362" name="内容占位符 2">
            <a:extLst>
              <a:ext uri="{FF2B5EF4-FFF2-40B4-BE49-F238E27FC236}">
                <a16:creationId xmlns:a16="http://schemas.microsoft.com/office/drawing/2014/main" id="{38C76988-5CA2-9749-BB1B-69CCD24D9CC0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zh-CN" altLang="en-US" sz="2000"/>
              <a:t>感 </a:t>
            </a:r>
            <a:r>
              <a:rPr kumimoji="1" lang="zh-CN" altLang="zh-CN" sz="2000"/>
              <a:t>gǎn</a:t>
            </a:r>
            <a:r>
              <a:rPr kumimoji="1" lang="en-US" altLang="zh-CN" sz="2000"/>
              <a:t> </a:t>
            </a:r>
            <a:r>
              <a:rPr lang="en-US" altLang="zh-CN" sz="2000"/>
              <a:t>NOUN</a:t>
            </a:r>
            <a:r>
              <a:rPr lang="zh-CN" altLang="en-US" sz="2000"/>
              <a:t>  </a:t>
            </a:r>
            <a:r>
              <a:rPr lang="en-US" altLang="zh-CN" sz="2000"/>
              <a:t>sense; sensation; feeling; impression</a:t>
            </a:r>
          </a:p>
          <a:p>
            <a:pPr eaLnBrk="1" hangingPunct="1"/>
            <a:r>
              <a:rPr lang="zh-CN" altLang="en-US" sz="2000"/>
              <a:t>觉</a:t>
            </a:r>
            <a:r>
              <a:rPr lang="en-US" altLang="zh-CN" sz="2000"/>
              <a:t> </a:t>
            </a:r>
            <a:r>
              <a:rPr kumimoji="1" lang="zh-CN" altLang="zh-CN" sz="2000"/>
              <a:t>jué</a:t>
            </a:r>
            <a:r>
              <a:rPr kumimoji="1" lang="en-US" altLang="zh-CN" sz="2000"/>
              <a:t> </a:t>
            </a:r>
            <a:r>
              <a:rPr lang="en-US" altLang="zh-CN" sz="2000"/>
              <a:t>VERB  sense; feel</a:t>
            </a:r>
          </a:p>
          <a:p>
            <a:pPr eaLnBrk="1" hangingPunct="1"/>
            <a:r>
              <a:rPr lang="en-US" altLang="zh-CN" sz="2000"/>
              <a:t>NOUN</a:t>
            </a:r>
            <a:r>
              <a:rPr lang="zh-CN" altLang="en-US" sz="2000"/>
              <a:t>   </a:t>
            </a:r>
            <a:r>
              <a:rPr lang="zh-CN" altLang="zh-CN" sz="2000"/>
              <a:t>sense perception; sensation; feeling</a:t>
            </a:r>
            <a:endParaRPr lang="en-US" altLang="zh-CN" sz="2000"/>
          </a:p>
          <a:p>
            <a:pPr eaLnBrk="1" hangingPunct="1"/>
            <a:r>
              <a:rPr lang="en-US" altLang="zh-CN" sz="2000"/>
              <a:t>Collocation: </a:t>
            </a:r>
          </a:p>
          <a:p>
            <a:pPr eaLnBrk="1" hangingPunct="1"/>
            <a:r>
              <a:rPr lang="zh-CN" altLang="en-US" sz="2000"/>
              <a:t>舒服（三级） 的 感觉</a:t>
            </a:r>
            <a:r>
              <a:rPr lang="en-US" altLang="zh-CN" sz="2000"/>
              <a:t>  comfortable feeling</a:t>
            </a:r>
            <a:endParaRPr lang="zh-CN" altLang="en-US" sz="2000"/>
          </a:p>
          <a:p>
            <a:pPr eaLnBrk="1" hangingPunct="1"/>
            <a:r>
              <a:rPr lang="zh-CN" altLang="en-US" sz="2000"/>
              <a:t>一种（量词）（三级）感觉</a:t>
            </a:r>
            <a:r>
              <a:rPr lang="en-US" altLang="zh-CN" sz="2000"/>
              <a:t>  this sense</a:t>
            </a:r>
            <a:endParaRPr lang="zh-CN" altLang="en-US" sz="2000"/>
          </a:p>
          <a:p>
            <a:pPr eaLnBrk="1" hangingPunct="1"/>
            <a:r>
              <a:rPr lang="en-US" altLang="zh-CN" sz="2000"/>
              <a:t>Sentence:</a:t>
            </a:r>
          </a:p>
          <a:p>
            <a:pPr eaLnBrk="1" hangingPunct="1"/>
            <a:r>
              <a:rPr kumimoji="1" lang="zh-CN" altLang="en-US" sz="2000"/>
              <a:t>我不知道还有谁会有我这种感觉。</a:t>
            </a:r>
            <a:endParaRPr kumimoji="1" lang="en-US" altLang="zh-CN" sz="2000"/>
          </a:p>
          <a:p>
            <a:pPr eaLnBrk="1" hangingPunct="1"/>
            <a:r>
              <a:rPr kumimoji="1" lang="zh-CN" altLang="en-US" sz="2000"/>
              <a:t>我</a:t>
            </a:r>
            <a:r>
              <a:rPr kumimoji="1" lang="en-US" altLang="zh-CN" sz="2000"/>
              <a:t>/</a:t>
            </a:r>
            <a:r>
              <a:rPr kumimoji="1" lang="zh-CN" altLang="zh-CN" sz="2000"/>
              <a:t>wǒ  </a:t>
            </a:r>
            <a:r>
              <a:rPr kumimoji="1" lang="zh-CN" altLang="en-US" sz="2000"/>
              <a:t>不</a:t>
            </a:r>
            <a:r>
              <a:rPr kumimoji="1" lang="en-US" altLang="zh-CN" sz="2000"/>
              <a:t>/</a:t>
            </a:r>
            <a:r>
              <a:rPr kumimoji="1" lang="zh-CN" altLang="zh-CN" sz="2000"/>
              <a:t>bù  </a:t>
            </a:r>
            <a:r>
              <a:rPr kumimoji="1" lang="zh-CN" altLang="en-US" sz="2000"/>
              <a:t>知道</a:t>
            </a:r>
            <a:r>
              <a:rPr kumimoji="1" lang="en-US" altLang="zh-CN" sz="2000"/>
              <a:t>/</a:t>
            </a:r>
            <a:r>
              <a:rPr kumimoji="1" lang="zh-CN" altLang="zh-CN" sz="2000"/>
              <a:t>zhīdao  </a:t>
            </a:r>
            <a:r>
              <a:rPr kumimoji="1" lang="zh-CN" altLang="en-US" sz="2000"/>
              <a:t>还有</a:t>
            </a:r>
            <a:r>
              <a:rPr kumimoji="1" lang="en-US" altLang="zh-CN" sz="2000"/>
              <a:t>/</a:t>
            </a:r>
            <a:r>
              <a:rPr kumimoji="1" lang="zh-CN" altLang="zh-CN" sz="2000"/>
              <a:t>háiyǒu  </a:t>
            </a:r>
            <a:r>
              <a:rPr kumimoji="1" lang="zh-CN" altLang="en-US" sz="2000"/>
              <a:t>谁</a:t>
            </a:r>
            <a:r>
              <a:rPr kumimoji="1" lang="en-US" altLang="zh-CN" sz="2000"/>
              <a:t>/</a:t>
            </a:r>
            <a:r>
              <a:rPr kumimoji="1" lang="zh-CN" altLang="zh-CN" sz="2000"/>
              <a:t>shuí  </a:t>
            </a:r>
            <a:r>
              <a:rPr kumimoji="1" lang="zh-CN" altLang="en-US" sz="2000"/>
              <a:t>会</a:t>
            </a:r>
            <a:r>
              <a:rPr kumimoji="1" lang="en-US" altLang="zh-CN" sz="2000"/>
              <a:t>/</a:t>
            </a:r>
            <a:r>
              <a:rPr kumimoji="1" lang="zh-CN" altLang="zh-CN" sz="2000"/>
              <a:t>huì  </a:t>
            </a:r>
            <a:r>
              <a:rPr kumimoji="1" lang="zh-CN" altLang="en-US" sz="2000"/>
              <a:t>有</a:t>
            </a:r>
            <a:r>
              <a:rPr kumimoji="1" lang="en-US" altLang="zh-CN" sz="2000"/>
              <a:t>/</a:t>
            </a:r>
            <a:r>
              <a:rPr kumimoji="1" lang="zh-CN" altLang="zh-CN" sz="2000"/>
              <a:t>yǒu  </a:t>
            </a:r>
            <a:r>
              <a:rPr kumimoji="1" lang="zh-CN" altLang="en-US" sz="2000"/>
              <a:t>我</a:t>
            </a:r>
            <a:r>
              <a:rPr kumimoji="1" lang="en-US" altLang="zh-CN" sz="2000"/>
              <a:t>/</a:t>
            </a:r>
            <a:r>
              <a:rPr kumimoji="1" lang="zh-CN" altLang="zh-CN" sz="2000"/>
              <a:t>wǒ  </a:t>
            </a:r>
            <a:r>
              <a:rPr kumimoji="1" lang="zh-CN" altLang="en-US" sz="2000"/>
              <a:t>这种</a:t>
            </a:r>
            <a:r>
              <a:rPr kumimoji="1" lang="en-US" altLang="zh-CN" sz="2000"/>
              <a:t>/</a:t>
            </a:r>
            <a:r>
              <a:rPr kumimoji="1" lang="zh-CN" altLang="zh-CN" sz="2000"/>
              <a:t>zhèzhǒng  </a:t>
            </a:r>
            <a:r>
              <a:rPr kumimoji="1" lang="zh-CN" altLang="en-US" sz="2000"/>
              <a:t>感觉</a:t>
            </a:r>
            <a:r>
              <a:rPr kumimoji="1" lang="en-US" altLang="zh-CN" sz="2000"/>
              <a:t>/</a:t>
            </a:r>
            <a:r>
              <a:rPr kumimoji="1" lang="zh-CN" altLang="zh-CN" sz="2000"/>
              <a:t>gǎnjué  。 </a:t>
            </a:r>
            <a:endParaRPr kumimoji="1" lang="en-US" altLang="zh-CN" sz="2000"/>
          </a:p>
          <a:p>
            <a:pPr eaLnBrk="1" hangingPunct="1"/>
            <a:r>
              <a:rPr kumimoji="1" lang="zh-CN" altLang="zh-CN" sz="2000"/>
              <a:t>I don't know anyone else who feels this way about me.</a:t>
            </a:r>
            <a:endParaRPr kumimoji="1" lang="zh-CN" altLang="en-US" sz="2000"/>
          </a:p>
        </p:txBody>
      </p:sp>
      <p:pic>
        <p:nvPicPr>
          <p:cNvPr id="2" name="感觉.wav" descr="感觉.wav">
            <a:hlinkClick r:id="" action="ppaction://media"/>
            <a:extLst>
              <a:ext uri="{FF2B5EF4-FFF2-40B4-BE49-F238E27FC236}">
                <a16:creationId xmlns:a16="http://schemas.microsoft.com/office/drawing/2014/main" id="{E7DF9FA6-B14A-F245-9E69-BEE06552C57A}"/>
              </a:ext>
            </a:extLst>
          </p:cNvPr>
          <p:cNvPicPr>
            <a:picLocks noChangeAspect="1" noChangeArrowheads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67400" y="381000"/>
            <a:ext cx="533400" cy="533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" name="感.wav" descr="感.wav">
            <a:hlinkClick r:id="" action="ppaction://media"/>
            <a:extLst>
              <a:ext uri="{FF2B5EF4-FFF2-40B4-BE49-F238E27FC236}">
                <a16:creationId xmlns:a16="http://schemas.microsoft.com/office/drawing/2014/main" id="{6E2505CA-62A0-2E4B-A756-924F309FE2DB}"/>
              </a:ext>
            </a:extLst>
          </p:cNvPr>
          <p:cNvPicPr>
            <a:picLocks noChangeAspect="1" noChangeArrowheads="1"/>
          </p:cNvPicPr>
          <p:nvPr>
            <a:audi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58000" y="1143000"/>
            <a:ext cx="533400" cy="533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" name="觉.wav" descr="觉.wav">
            <a:hlinkClick r:id="" action="ppaction://media"/>
            <a:extLst>
              <a:ext uri="{FF2B5EF4-FFF2-40B4-BE49-F238E27FC236}">
                <a16:creationId xmlns:a16="http://schemas.microsoft.com/office/drawing/2014/main" id="{8551FCC6-71C3-2043-A9FC-DD3FF3F77963}"/>
              </a:ext>
            </a:extLst>
          </p:cNvPr>
          <p:cNvPicPr>
            <a:picLocks noChangeAspect="1" noChangeArrowheads="1"/>
          </p:cNvPicPr>
          <p:nvPr>
            <a:audioFile r:link="rId6"/>
            <p:extLst>
              <p:ext uri="{DAA4B4D4-6D71-4841-9C94-3DE7FCFB9230}">
                <p14:media xmlns:p14="http://schemas.microsoft.com/office/powerpoint/2010/main" r:embed="rId5"/>
              </p:ext>
            </p:extLst>
          </p:nvPr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10000" y="1473200"/>
            <a:ext cx="533400" cy="533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舒服的感觉.wav" descr="舒服的感觉.wav">
            <a:hlinkClick r:id="" action="ppaction://media"/>
            <a:extLst>
              <a:ext uri="{FF2B5EF4-FFF2-40B4-BE49-F238E27FC236}">
                <a16:creationId xmlns:a16="http://schemas.microsoft.com/office/drawing/2014/main" id="{89F8CE82-5BA8-4047-AF60-475F122AE282}"/>
              </a:ext>
            </a:extLst>
          </p:cNvPr>
          <p:cNvPicPr>
            <a:picLocks noChangeAspect="1" noChangeArrowheads="1"/>
          </p:cNvPicPr>
          <p:nvPr>
            <a:audioFile r:link="rId8"/>
            <p:extLst>
              <p:ext uri="{DAA4B4D4-6D71-4841-9C94-3DE7FCFB9230}">
                <p14:media xmlns:p14="http://schemas.microsoft.com/office/powerpoint/2010/main" r:embed="rId7"/>
              </p:ext>
            </p:extLst>
          </p:nvPr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91200" y="2590800"/>
            <a:ext cx="533400" cy="533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" name="一种感觉.wav" descr="一种感觉.wav">
            <a:hlinkClick r:id="" action="ppaction://media"/>
            <a:extLst>
              <a:ext uri="{FF2B5EF4-FFF2-40B4-BE49-F238E27FC236}">
                <a16:creationId xmlns:a16="http://schemas.microsoft.com/office/drawing/2014/main" id="{9D43E0CD-C8A3-744C-874C-F802C1A158A1}"/>
              </a:ext>
            </a:extLst>
          </p:cNvPr>
          <p:cNvPicPr>
            <a:picLocks noChangeAspect="1" noChangeArrowheads="1"/>
          </p:cNvPicPr>
          <p:nvPr>
            <a:audioFile r:link="rId10"/>
            <p:extLst>
              <p:ext uri="{DAA4B4D4-6D71-4841-9C94-3DE7FCFB9230}">
                <p14:media xmlns:p14="http://schemas.microsoft.com/office/powerpoint/2010/main" r:embed="rId9"/>
              </p:ext>
            </p:extLst>
          </p:nvPr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34000" y="3048000"/>
            <a:ext cx="533400" cy="533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" name="我不知道还有谁会有我这种感觉。.wav" descr="我不知道还有谁会有我这种感觉。.wav">
            <a:hlinkClick r:id="" action="ppaction://media"/>
            <a:extLst>
              <a:ext uri="{FF2B5EF4-FFF2-40B4-BE49-F238E27FC236}">
                <a16:creationId xmlns:a16="http://schemas.microsoft.com/office/drawing/2014/main" id="{53BA36EA-E7F1-3D4F-8D94-0A08FEE0A16C}"/>
              </a:ext>
            </a:extLst>
          </p:cNvPr>
          <p:cNvPicPr>
            <a:picLocks noChangeAspect="1" noChangeArrowheads="1"/>
          </p:cNvPicPr>
          <p:nvPr>
            <a:audioFile r:link="rId12"/>
            <p:extLst>
              <p:ext uri="{DAA4B4D4-6D71-4841-9C94-3DE7FCFB9230}">
                <p14:media xmlns:p14="http://schemas.microsoft.com/office/powerpoint/2010/main" r:embed="rId11"/>
              </p:ext>
            </p:extLst>
          </p:nvPr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19625" y="3657600"/>
            <a:ext cx="533400" cy="533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" name="圆角矩形 9">
            <a:extLst>
              <a:ext uri="{FF2B5EF4-FFF2-40B4-BE49-F238E27FC236}">
                <a16:creationId xmlns:a16="http://schemas.microsoft.com/office/drawing/2014/main" id="{708AB7AE-E527-E44C-950B-E478E3E0861E}"/>
              </a:ext>
            </a:extLst>
          </p:cNvPr>
          <p:cNvSpPr/>
          <p:nvPr/>
        </p:nvSpPr>
        <p:spPr>
          <a:xfrm>
            <a:off x="6346825" y="5097463"/>
            <a:ext cx="2514600" cy="598487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kumimoji="1" lang="en-US" altLang="zh-CN" dirty="0">
                <a:hlinkClick r:id="rId15" action="ppaction://hlinksldjump"/>
              </a:rPr>
              <a:t>Click to the next page</a:t>
            </a:r>
            <a:endParaRPr kumimoji="1"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972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0" dur="684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4" dur="720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8" dur="1440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22" dur="1332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26" dur="3240" fill="hold"/>
                                        <p:tgtEl>
                                          <p:spTgt spid="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2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"/>
                </p:tgtEl>
              </p:cMediaNode>
            </p:audio>
            <p:audio>
              <p:cMediaNode vol="80000">
                <p:cTn id="28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3"/>
                </p:tgtEl>
              </p:cMediaNode>
            </p:audio>
            <p:audio>
              <p:cMediaNode vol="80000">
                <p:cTn id="29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  <p:audio>
              <p:cMediaNode vol="80000">
                <p:cTn id="30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5"/>
                </p:tgtEl>
              </p:cMediaNode>
            </p:audio>
            <p:audio>
              <p:cMediaNode vol="80000">
                <p:cTn id="31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  <p:audio>
              <p:cMediaNode vol="80000">
                <p:cTn id="32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7"/>
                </p:tgtEl>
              </p:cMediaNode>
            </p:audio>
          </p:childTnLst>
        </p:cTn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1" name="标题 1">
            <a:extLst>
              <a:ext uri="{FF2B5EF4-FFF2-40B4-BE49-F238E27FC236}">
                <a16:creationId xmlns:a16="http://schemas.microsoft.com/office/drawing/2014/main" id="{B00E86E8-2337-E849-8B96-5DC1BC847D4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kumimoji="1" lang="zh-CN" altLang="en-US" sz="2800"/>
              <a:t>感觉 </a:t>
            </a:r>
            <a:r>
              <a:rPr kumimoji="1" lang="zh-CN" altLang="zh-CN" sz="2800"/>
              <a:t>gǎnjué</a:t>
            </a:r>
            <a:r>
              <a:rPr kumimoji="1" lang="en-US" altLang="zh-CN" sz="2800"/>
              <a:t> </a:t>
            </a:r>
            <a:r>
              <a:rPr kumimoji="1" lang="zh-CN" altLang="zh-CN" sz="2800"/>
              <a:t> </a:t>
            </a:r>
            <a:endParaRPr kumimoji="1" lang="zh-CN" altLang="en-US" sz="2800"/>
          </a:p>
        </p:txBody>
      </p:sp>
      <p:sp>
        <p:nvSpPr>
          <p:cNvPr id="15362" name="内容占位符 2">
            <a:extLst>
              <a:ext uri="{FF2B5EF4-FFF2-40B4-BE49-F238E27FC236}">
                <a16:creationId xmlns:a16="http://schemas.microsoft.com/office/drawing/2014/main" id="{38C76988-5CA2-9749-BB1B-69CCD24D9CC0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zh-CN" sz="2000" dirty="0"/>
              <a:t>NOUN</a:t>
            </a:r>
            <a:r>
              <a:rPr lang="zh-CN" altLang="en-US" sz="2000" dirty="0"/>
              <a:t>   </a:t>
            </a:r>
            <a:r>
              <a:rPr lang="zh-CN" altLang="zh-CN" sz="2000" dirty="0"/>
              <a:t>sense perception; sensation; feeling</a:t>
            </a:r>
            <a:endParaRPr lang="en-US" altLang="zh-CN" sz="2000" dirty="0"/>
          </a:p>
          <a:p>
            <a:pPr eaLnBrk="1" hangingPunct="1"/>
            <a:r>
              <a:rPr lang="en-US" altLang="zh-CN" sz="2000" dirty="0"/>
              <a:t>Collocation: </a:t>
            </a:r>
          </a:p>
          <a:p>
            <a:pPr eaLnBrk="1" hangingPunct="1"/>
            <a:r>
              <a:rPr lang="zh-CN" altLang="en-US" sz="2000" dirty="0"/>
              <a:t>舒服（三级） 的 感觉</a:t>
            </a:r>
            <a:r>
              <a:rPr lang="en-US" altLang="zh-CN" sz="2000" dirty="0"/>
              <a:t>  comfortable feeling</a:t>
            </a:r>
            <a:endParaRPr lang="zh-CN" altLang="en-US" sz="2000" dirty="0"/>
          </a:p>
          <a:p>
            <a:pPr eaLnBrk="1" hangingPunct="1"/>
            <a:r>
              <a:rPr lang="zh-CN" altLang="en-US" sz="2000" dirty="0"/>
              <a:t>一种（量词）（三级）感觉</a:t>
            </a:r>
            <a:r>
              <a:rPr lang="en-US" altLang="zh-CN" sz="2000" dirty="0"/>
              <a:t>  this sense</a:t>
            </a:r>
            <a:endParaRPr lang="zh-CN" altLang="en-US" sz="2000" dirty="0"/>
          </a:p>
          <a:p>
            <a:pPr eaLnBrk="1" hangingPunct="1"/>
            <a:r>
              <a:rPr lang="en-US" altLang="zh-CN" sz="2000" dirty="0"/>
              <a:t>Sentence:</a:t>
            </a:r>
          </a:p>
          <a:p>
            <a:pPr eaLnBrk="1" hangingPunct="1"/>
            <a:r>
              <a:rPr kumimoji="1" lang="zh-CN" altLang="en-US" sz="2000" dirty="0"/>
              <a:t>我不知道还有谁会有我这种感觉。</a:t>
            </a:r>
            <a:endParaRPr kumimoji="1" lang="en-US" altLang="zh-CN" sz="2000" dirty="0"/>
          </a:p>
          <a:p>
            <a:pPr eaLnBrk="1" hangingPunct="1"/>
            <a:r>
              <a:rPr kumimoji="1" lang="zh-CN" altLang="en-US" sz="2000" dirty="0"/>
              <a:t>我</a:t>
            </a:r>
            <a:r>
              <a:rPr kumimoji="1" lang="en-US" altLang="zh-CN" sz="2000" dirty="0"/>
              <a:t>/</a:t>
            </a:r>
            <a:r>
              <a:rPr kumimoji="1" lang="zh-CN" altLang="zh-CN" sz="2000" dirty="0"/>
              <a:t>wǒ  </a:t>
            </a:r>
            <a:r>
              <a:rPr kumimoji="1" lang="zh-CN" altLang="en-US" sz="2000" dirty="0"/>
              <a:t>不</a:t>
            </a:r>
            <a:r>
              <a:rPr kumimoji="1" lang="en-US" altLang="zh-CN" sz="2000" dirty="0"/>
              <a:t>/</a:t>
            </a:r>
            <a:r>
              <a:rPr kumimoji="1" lang="zh-CN" altLang="zh-CN" sz="2000" dirty="0"/>
              <a:t>bù  </a:t>
            </a:r>
            <a:r>
              <a:rPr kumimoji="1" lang="zh-CN" altLang="en-US" sz="2000" dirty="0"/>
              <a:t>知道</a:t>
            </a:r>
            <a:r>
              <a:rPr kumimoji="1" lang="en-US" altLang="zh-CN" sz="2000" dirty="0"/>
              <a:t>/</a:t>
            </a:r>
            <a:r>
              <a:rPr kumimoji="1" lang="zh-CN" altLang="zh-CN" sz="2000" dirty="0"/>
              <a:t>zhīdao  </a:t>
            </a:r>
            <a:r>
              <a:rPr kumimoji="1" lang="zh-CN" altLang="en-US" sz="2000" dirty="0"/>
              <a:t>还有</a:t>
            </a:r>
            <a:r>
              <a:rPr kumimoji="1" lang="en-US" altLang="zh-CN" sz="2000" dirty="0"/>
              <a:t>/</a:t>
            </a:r>
            <a:r>
              <a:rPr kumimoji="1" lang="zh-CN" altLang="zh-CN" sz="2000" dirty="0"/>
              <a:t>háiyǒu  </a:t>
            </a:r>
            <a:r>
              <a:rPr kumimoji="1" lang="zh-CN" altLang="en-US" sz="2000" dirty="0"/>
              <a:t>谁</a:t>
            </a:r>
            <a:r>
              <a:rPr kumimoji="1" lang="en-US" altLang="zh-CN" sz="2000" dirty="0"/>
              <a:t>/</a:t>
            </a:r>
            <a:r>
              <a:rPr kumimoji="1" lang="zh-CN" altLang="zh-CN" sz="2000" dirty="0"/>
              <a:t>shuí  </a:t>
            </a:r>
            <a:r>
              <a:rPr kumimoji="1" lang="zh-CN" altLang="en-US" sz="2000" dirty="0"/>
              <a:t>会</a:t>
            </a:r>
            <a:r>
              <a:rPr kumimoji="1" lang="en-US" altLang="zh-CN" sz="2000" dirty="0"/>
              <a:t>/</a:t>
            </a:r>
            <a:r>
              <a:rPr kumimoji="1" lang="zh-CN" altLang="zh-CN" sz="2000" dirty="0"/>
              <a:t>huì  </a:t>
            </a:r>
            <a:r>
              <a:rPr kumimoji="1" lang="zh-CN" altLang="en-US" sz="2000" dirty="0"/>
              <a:t>有</a:t>
            </a:r>
            <a:r>
              <a:rPr kumimoji="1" lang="en-US" altLang="zh-CN" sz="2000" dirty="0"/>
              <a:t>/</a:t>
            </a:r>
            <a:r>
              <a:rPr kumimoji="1" lang="zh-CN" altLang="zh-CN" sz="2000" dirty="0"/>
              <a:t>yǒu  </a:t>
            </a:r>
            <a:r>
              <a:rPr kumimoji="1" lang="zh-CN" altLang="en-US" sz="2000" dirty="0"/>
              <a:t>我</a:t>
            </a:r>
            <a:r>
              <a:rPr kumimoji="1" lang="en-US" altLang="zh-CN" sz="2000" dirty="0"/>
              <a:t>/</a:t>
            </a:r>
            <a:r>
              <a:rPr kumimoji="1" lang="zh-CN" altLang="zh-CN" sz="2000" dirty="0"/>
              <a:t>wǒ  </a:t>
            </a:r>
            <a:r>
              <a:rPr kumimoji="1" lang="zh-CN" altLang="en-US" sz="2000" dirty="0"/>
              <a:t>这种</a:t>
            </a:r>
            <a:r>
              <a:rPr kumimoji="1" lang="en-US" altLang="zh-CN" sz="2000" dirty="0"/>
              <a:t>/</a:t>
            </a:r>
            <a:r>
              <a:rPr kumimoji="1" lang="zh-CN" altLang="zh-CN" sz="2000" dirty="0"/>
              <a:t>zhèzhǒng  </a:t>
            </a:r>
            <a:r>
              <a:rPr kumimoji="1" lang="zh-CN" altLang="en-US" sz="2000" dirty="0"/>
              <a:t>感觉</a:t>
            </a:r>
            <a:r>
              <a:rPr kumimoji="1" lang="en-US" altLang="zh-CN" sz="2000" dirty="0"/>
              <a:t>/</a:t>
            </a:r>
            <a:r>
              <a:rPr kumimoji="1" lang="zh-CN" altLang="zh-CN" sz="2000" dirty="0"/>
              <a:t>gǎnjué  。 </a:t>
            </a:r>
            <a:endParaRPr kumimoji="1" lang="en-US" altLang="zh-CN" sz="2000" dirty="0"/>
          </a:p>
          <a:p>
            <a:pPr eaLnBrk="1" hangingPunct="1"/>
            <a:r>
              <a:rPr kumimoji="1" lang="zh-CN" altLang="zh-CN" sz="2000" dirty="0"/>
              <a:t>I don't know anyone else who feels this way about me.</a:t>
            </a:r>
            <a:endParaRPr kumimoji="1" lang="zh-CN" altLang="en-US" sz="2000" dirty="0"/>
          </a:p>
        </p:txBody>
      </p:sp>
      <p:pic>
        <p:nvPicPr>
          <p:cNvPr id="2" name="感觉.wav" descr="感觉.wav">
            <a:hlinkClick r:id="" action="ppaction://media"/>
            <a:extLst>
              <a:ext uri="{FF2B5EF4-FFF2-40B4-BE49-F238E27FC236}">
                <a16:creationId xmlns:a16="http://schemas.microsoft.com/office/drawing/2014/main" id="{E7DF9FA6-B14A-F245-9E69-BEE06552C57A}"/>
              </a:ext>
            </a:extLst>
          </p:cNvPr>
          <p:cNvPicPr>
            <a:picLocks noChangeAspect="1" noChangeArrowheads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67400" y="381000"/>
            <a:ext cx="533400" cy="533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舒服的感觉.wav" descr="舒服的感觉.wav">
            <a:hlinkClick r:id="" action="ppaction://media"/>
            <a:extLst>
              <a:ext uri="{FF2B5EF4-FFF2-40B4-BE49-F238E27FC236}">
                <a16:creationId xmlns:a16="http://schemas.microsoft.com/office/drawing/2014/main" id="{89F8CE82-5BA8-4047-AF60-475F122AE282}"/>
              </a:ext>
            </a:extLst>
          </p:cNvPr>
          <p:cNvPicPr>
            <a:picLocks noChangeAspect="1" noChangeArrowheads="1"/>
          </p:cNvPicPr>
          <p:nvPr>
            <a:audi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91200" y="1828800"/>
            <a:ext cx="533400" cy="533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" name="一种感觉.wav" descr="一种感觉.wav">
            <a:hlinkClick r:id="" action="ppaction://media"/>
            <a:extLst>
              <a:ext uri="{FF2B5EF4-FFF2-40B4-BE49-F238E27FC236}">
                <a16:creationId xmlns:a16="http://schemas.microsoft.com/office/drawing/2014/main" id="{9D43E0CD-C8A3-744C-874C-F802C1A158A1}"/>
              </a:ext>
            </a:extLst>
          </p:cNvPr>
          <p:cNvPicPr>
            <a:picLocks noChangeAspect="1" noChangeArrowheads="1"/>
          </p:cNvPicPr>
          <p:nvPr>
            <a:audioFile r:link="rId6"/>
            <p:extLst>
              <p:ext uri="{DAA4B4D4-6D71-4841-9C94-3DE7FCFB9230}">
                <p14:media xmlns:p14="http://schemas.microsoft.com/office/powerpoint/2010/main" r:embed="rId5"/>
              </p:ext>
            </p:extLst>
          </p:nvPr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34000" y="2286000"/>
            <a:ext cx="533400" cy="533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" name="我不知道还有谁会有我这种感觉。.wav" descr="我不知道还有谁会有我这种感觉。.wav">
            <a:hlinkClick r:id="" action="ppaction://media"/>
            <a:extLst>
              <a:ext uri="{FF2B5EF4-FFF2-40B4-BE49-F238E27FC236}">
                <a16:creationId xmlns:a16="http://schemas.microsoft.com/office/drawing/2014/main" id="{53BA36EA-E7F1-3D4F-8D94-0A08FEE0A16C}"/>
              </a:ext>
            </a:extLst>
          </p:cNvPr>
          <p:cNvPicPr>
            <a:picLocks noChangeAspect="1" noChangeArrowheads="1"/>
          </p:cNvPicPr>
          <p:nvPr>
            <a:audioFile r:link="rId8"/>
            <p:extLst>
              <p:ext uri="{DAA4B4D4-6D71-4841-9C94-3DE7FCFB9230}">
                <p14:media xmlns:p14="http://schemas.microsoft.com/office/powerpoint/2010/main" r:embed="rId7"/>
              </p:ext>
            </p:extLst>
          </p:nvPr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19625" y="2895600"/>
            <a:ext cx="533400" cy="533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" name="圆角矩形 9">
            <a:extLst>
              <a:ext uri="{FF2B5EF4-FFF2-40B4-BE49-F238E27FC236}">
                <a16:creationId xmlns:a16="http://schemas.microsoft.com/office/drawing/2014/main" id="{D897BB59-F1F3-D542-9513-A79F39D41CC9}"/>
              </a:ext>
            </a:extLst>
          </p:cNvPr>
          <p:cNvSpPr/>
          <p:nvPr/>
        </p:nvSpPr>
        <p:spPr>
          <a:xfrm>
            <a:off x="6346825" y="5097463"/>
            <a:ext cx="2514600" cy="598487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kumimoji="1" lang="en-US" altLang="zh-CN" dirty="0">
                <a:hlinkClick r:id="rId11" action="ppaction://hlinksldjump"/>
              </a:rPr>
              <a:t>Click to the next page</a:t>
            </a:r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9812360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972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0" dur="1440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4" dur="1332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8" dur="3240" fill="hold"/>
                                        <p:tgtEl>
                                          <p:spTgt spid="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19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"/>
                </p:tgtEl>
              </p:cMediaNode>
            </p:audio>
            <p:audio>
              <p:cMediaNode vol="80000">
                <p:cTn id="20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5"/>
                </p:tgtEl>
              </p:cMediaNode>
            </p:audio>
            <p:audio>
              <p:cMediaNode vol="80000">
                <p:cTn id="21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  <p:audio>
              <p:cMediaNode vol="80000">
                <p:cTn id="22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7"/>
                </p:tgtEl>
              </p:cMediaNode>
            </p:audio>
          </p:childTnLst>
        </p:cTn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1" name="标题 1">
            <a:extLst>
              <a:ext uri="{FF2B5EF4-FFF2-40B4-BE49-F238E27FC236}">
                <a16:creationId xmlns:a16="http://schemas.microsoft.com/office/drawing/2014/main" id="{B00E86E8-2337-E849-8B96-5DC1BC847D4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kumimoji="1" lang="zh-CN" altLang="en-US" sz="2800"/>
              <a:t>感觉 </a:t>
            </a:r>
            <a:r>
              <a:rPr kumimoji="1" lang="zh-CN" altLang="zh-CN" sz="2800"/>
              <a:t>gǎnjué</a:t>
            </a:r>
            <a:r>
              <a:rPr kumimoji="1" lang="en-US" altLang="zh-CN" sz="2800"/>
              <a:t> </a:t>
            </a:r>
            <a:r>
              <a:rPr kumimoji="1" lang="zh-CN" altLang="zh-CN" sz="2800"/>
              <a:t> </a:t>
            </a:r>
            <a:endParaRPr kumimoji="1" lang="zh-CN" altLang="en-US" sz="2800"/>
          </a:p>
        </p:txBody>
      </p:sp>
      <p:sp>
        <p:nvSpPr>
          <p:cNvPr id="15362" name="内容占位符 2">
            <a:extLst>
              <a:ext uri="{FF2B5EF4-FFF2-40B4-BE49-F238E27FC236}">
                <a16:creationId xmlns:a16="http://schemas.microsoft.com/office/drawing/2014/main" id="{38C76988-5CA2-9749-BB1B-69CCD24D9CC0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zh-CN" sz="2000" dirty="0"/>
              <a:t>Collocation: </a:t>
            </a:r>
          </a:p>
          <a:p>
            <a:pPr eaLnBrk="1" hangingPunct="1"/>
            <a:r>
              <a:rPr lang="zh-CN" altLang="en-US" sz="2000" dirty="0"/>
              <a:t>舒服（三级） 的 感觉</a:t>
            </a:r>
            <a:r>
              <a:rPr lang="en-US" altLang="zh-CN" sz="2000" dirty="0"/>
              <a:t>  comfortable feeling</a:t>
            </a:r>
            <a:endParaRPr lang="zh-CN" altLang="en-US" sz="2000" dirty="0"/>
          </a:p>
          <a:p>
            <a:pPr eaLnBrk="1" hangingPunct="1"/>
            <a:r>
              <a:rPr lang="zh-CN" altLang="en-US" sz="2000" dirty="0"/>
              <a:t>一种（量词）（三级）感觉</a:t>
            </a:r>
            <a:r>
              <a:rPr lang="en-US" altLang="zh-CN" sz="2000" dirty="0"/>
              <a:t>  this sense</a:t>
            </a:r>
            <a:endParaRPr lang="zh-CN" altLang="en-US" sz="2000" dirty="0"/>
          </a:p>
          <a:p>
            <a:pPr eaLnBrk="1" hangingPunct="1"/>
            <a:r>
              <a:rPr lang="en-US" altLang="zh-CN" sz="2000" dirty="0"/>
              <a:t>Sentence:</a:t>
            </a:r>
          </a:p>
          <a:p>
            <a:pPr eaLnBrk="1" hangingPunct="1"/>
            <a:r>
              <a:rPr kumimoji="1" lang="zh-CN" altLang="en-US" sz="2000" dirty="0"/>
              <a:t>我不知道还有谁会有我这种感觉。</a:t>
            </a:r>
            <a:endParaRPr kumimoji="1" lang="en-US" altLang="zh-CN" sz="2000" dirty="0"/>
          </a:p>
          <a:p>
            <a:pPr eaLnBrk="1" hangingPunct="1"/>
            <a:r>
              <a:rPr kumimoji="1" lang="zh-CN" altLang="en-US" sz="2000" dirty="0"/>
              <a:t>我</a:t>
            </a:r>
            <a:r>
              <a:rPr kumimoji="1" lang="en-US" altLang="zh-CN" sz="2000" dirty="0"/>
              <a:t>/</a:t>
            </a:r>
            <a:r>
              <a:rPr kumimoji="1" lang="zh-CN" altLang="zh-CN" sz="2000" dirty="0"/>
              <a:t>wǒ  </a:t>
            </a:r>
            <a:r>
              <a:rPr kumimoji="1" lang="zh-CN" altLang="en-US" sz="2000" dirty="0"/>
              <a:t>不</a:t>
            </a:r>
            <a:r>
              <a:rPr kumimoji="1" lang="en-US" altLang="zh-CN" sz="2000" dirty="0"/>
              <a:t>/</a:t>
            </a:r>
            <a:r>
              <a:rPr kumimoji="1" lang="zh-CN" altLang="zh-CN" sz="2000" dirty="0"/>
              <a:t>bù  </a:t>
            </a:r>
            <a:r>
              <a:rPr kumimoji="1" lang="zh-CN" altLang="en-US" sz="2000" dirty="0"/>
              <a:t>知道</a:t>
            </a:r>
            <a:r>
              <a:rPr kumimoji="1" lang="en-US" altLang="zh-CN" sz="2000" dirty="0"/>
              <a:t>/</a:t>
            </a:r>
            <a:r>
              <a:rPr kumimoji="1" lang="zh-CN" altLang="zh-CN" sz="2000" dirty="0"/>
              <a:t>zhīdao  </a:t>
            </a:r>
            <a:r>
              <a:rPr kumimoji="1" lang="zh-CN" altLang="en-US" sz="2000" dirty="0"/>
              <a:t>还有</a:t>
            </a:r>
            <a:r>
              <a:rPr kumimoji="1" lang="en-US" altLang="zh-CN" sz="2000" dirty="0"/>
              <a:t>/</a:t>
            </a:r>
            <a:r>
              <a:rPr kumimoji="1" lang="zh-CN" altLang="zh-CN" sz="2000" dirty="0"/>
              <a:t>háiyǒu  </a:t>
            </a:r>
            <a:r>
              <a:rPr kumimoji="1" lang="zh-CN" altLang="en-US" sz="2000" dirty="0"/>
              <a:t>谁</a:t>
            </a:r>
            <a:r>
              <a:rPr kumimoji="1" lang="en-US" altLang="zh-CN" sz="2000" dirty="0"/>
              <a:t>/</a:t>
            </a:r>
            <a:r>
              <a:rPr kumimoji="1" lang="zh-CN" altLang="zh-CN" sz="2000" dirty="0"/>
              <a:t>shuí  </a:t>
            </a:r>
            <a:r>
              <a:rPr kumimoji="1" lang="zh-CN" altLang="en-US" sz="2000" dirty="0"/>
              <a:t>会</a:t>
            </a:r>
            <a:r>
              <a:rPr kumimoji="1" lang="en-US" altLang="zh-CN" sz="2000" dirty="0"/>
              <a:t>/</a:t>
            </a:r>
            <a:r>
              <a:rPr kumimoji="1" lang="zh-CN" altLang="zh-CN" sz="2000" dirty="0"/>
              <a:t>huì  </a:t>
            </a:r>
            <a:r>
              <a:rPr kumimoji="1" lang="zh-CN" altLang="en-US" sz="2000" dirty="0"/>
              <a:t>有</a:t>
            </a:r>
            <a:r>
              <a:rPr kumimoji="1" lang="en-US" altLang="zh-CN" sz="2000" dirty="0"/>
              <a:t>/</a:t>
            </a:r>
            <a:r>
              <a:rPr kumimoji="1" lang="zh-CN" altLang="zh-CN" sz="2000" dirty="0"/>
              <a:t>yǒu  </a:t>
            </a:r>
            <a:r>
              <a:rPr kumimoji="1" lang="zh-CN" altLang="en-US" sz="2000" dirty="0"/>
              <a:t>我</a:t>
            </a:r>
            <a:r>
              <a:rPr kumimoji="1" lang="en-US" altLang="zh-CN" sz="2000" dirty="0"/>
              <a:t>/</a:t>
            </a:r>
            <a:r>
              <a:rPr kumimoji="1" lang="zh-CN" altLang="zh-CN" sz="2000" dirty="0"/>
              <a:t>wǒ  </a:t>
            </a:r>
            <a:r>
              <a:rPr kumimoji="1" lang="zh-CN" altLang="en-US" sz="2000" dirty="0"/>
              <a:t>这种</a:t>
            </a:r>
            <a:r>
              <a:rPr kumimoji="1" lang="en-US" altLang="zh-CN" sz="2000" dirty="0"/>
              <a:t>/</a:t>
            </a:r>
            <a:r>
              <a:rPr kumimoji="1" lang="zh-CN" altLang="zh-CN" sz="2000" dirty="0"/>
              <a:t>zhèzhǒng  </a:t>
            </a:r>
            <a:r>
              <a:rPr kumimoji="1" lang="zh-CN" altLang="en-US" sz="2000" dirty="0"/>
              <a:t>感觉</a:t>
            </a:r>
            <a:r>
              <a:rPr kumimoji="1" lang="en-US" altLang="zh-CN" sz="2000" dirty="0"/>
              <a:t>/</a:t>
            </a:r>
            <a:r>
              <a:rPr kumimoji="1" lang="zh-CN" altLang="zh-CN" sz="2000" dirty="0"/>
              <a:t>gǎnjué  。 </a:t>
            </a:r>
            <a:endParaRPr kumimoji="1" lang="en-US" altLang="zh-CN" sz="2000" dirty="0"/>
          </a:p>
          <a:p>
            <a:pPr eaLnBrk="1" hangingPunct="1"/>
            <a:r>
              <a:rPr kumimoji="1" lang="zh-CN" altLang="zh-CN" sz="2000" dirty="0"/>
              <a:t>I don't know anyone else who feels this way about me.</a:t>
            </a:r>
            <a:endParaRPr kumimoji="1" lang="zh-CN" altLang="en-US" sz="2000" dirty="0"/>
          </a:p>
        </p:txBody>
      </p:sp>
      <p:pic>
        <p:nvPicPr>
          <p:cNvPr id="2" name="感觉.wav" descr="感觉.wav">
            <a:hlinkClick r:id="" action="ppaction://media"/>
            <a:extLst>
              <a:ext uri="{FF2B5EF4-FFF2-40B4-BE49-F238E27FC236}">
                <a16:creationId xmlns:a16="http://schemas.microsoft.com/office/drawing/2014/main" id="{E7DF9FA6-B14A-F245-9E69-BEE06552C57A}"/>
              </a:ext>
            </a:extLst>
          </p:cNvPr>
          <p:cNvPicPr>
            <a:picLocks noChangeAspect="1" noChangeArrowheads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67400" y="381000"/>
            <a:ext cx="533400" cy="533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舒服的感觉.wav" descr="舒服的感觉.wav">
            <a:hlinkClick r:id="" action="ppaction://media"/>
            <a:extLst>
              <a:ext uri="{FF2B5EF4-FFF2-40B4-BE49-F238E27FC236}">
                <a16:creationId xmlns:a16="http://schemas.microsoft.com/office/drawing/2014/main" id="{89F8CE82-5BA8-4047-AF60-475F122AE282}"/>
              </a:ext>
            </a:extLst>
          </p:cNvPr>
          <p:cNvPicPr>
            <a:picLocks noChangeAspect="1" noChangeArrowheads="1"/>
          </p:cNvPicPr>
          <p:nvPr>
            <a:audi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91200" y="1447800"/>
            <a:ext cx="533400" cy="533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" name="一种感觉.wav" descr="一种感觉.wav">
            <a:hlinkClick r:id="" action="ppaction://media"/>
            <a:extLst>
              <a:ext uri="{FF2B5EF4-FFF2-40B4-BE49-F238E27FC236}">
                <a16:creationId xmlns:a16="http://schemas.microsoft.com/office/drawing/2014/main" id="{9D43E0CD-C8A3-744C-874C-F802C1A158A1}"/>
              </a:ext>
            </a:extLst>
          </p:cNvPr>
          <p:cNvPicPr>
            <a:picLocks noChangeAspect="1" noChangeArrowheads="1"/>
          </p:cNvPicPr>
          <p:nvPr>
            <a:audioFile r:link="rId6"/>
            <p:extLst>
              <p:ext uri="{DAA4B4D4-6D71-4841-9C94-3DE7FCFB9230}">
                <p14:media xmlns:p14="http://schemas.microsoft.com/office/powerpoint/2010/main" r:embed="rId5"/>
              </p:ext>
            </p:extLst>
          </p:nvPr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34000" y="1905000"/>
            <a:ext cx="533400" cy="533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" name="我不知道还有谁会有我这种感觉。.wav" descr="我不知道还有谁会有我这种感觉。.wav">
            <a:hlinkClick r:id="" action="ppaction://media"/>
            <a:extLst>
              <a:ext uri="{FF2B5EF4-FFF2-40B4-BE49-F238E27FC236}">
                <a16:creationId xmlns:a16="http://schemas.microsoft.com/office/drawing/2014/main" id="{53BA36EA-E7F1-3D4F-8D94-0A08FEE0A16C}"/>
              </a:ext>
            </a:extLst>
          </p:cNvPr>
          <p:cNvPicPr>
            <a:picLocks noChangeAspect="1" noChangeArrowheads="1"/>
          </p:cNvPicPr>
          <p:nvPr>
            <a:audioFile r:link="rId8"/>
            <p:extLst>
              <p:ext uri="{DAA4B4D4-6D71-4841-9C94-3DE7FCFB9230}">
                <p14:media xmlns:p14="http://schemas.microsoft.com/office/powerpoint/2010/main" r:embed="rId7"/>
              </p:ext>
            </p:extLst>
          </p:nvPr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19625" y="2514600"/>
            <a:ext cx="533400" cy="533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" name="圆角矩形 9">
            <a:extLst>
              <a:ext uri="{FF2B5EF4-FFF2-40B4-BE49-F238E27FC236}">
                <a16:creationId xmlns:a16="http://schemas.microsoft.com/office/drawing/2014/main" id="{D5318D31-57FD-A249-8A6F-FD30DF57E8C0}"/>
              </a:ext>
            </a:extLst>
          </p:cNvPr>
          <p:cNvSpPr/>
          <p:nvPr/>
        </p:nvSpPr>
        <p:spPr>
          <a:xfrm>
            <a:off x="6346825" y="5097463"/>
            <a:ext cx="2514600" cy="598487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kumimoji="1" lang="en-US" altLang="zh-CN" dirty="0">
                <a:hlinkClick r:id="rId11" action="ppaction://hlinksldjump"/>
              </a:rPr>
              <a:t>Click to the next page</a:t>
            </a:r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2490677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972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0" dur="1440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4" dur="1332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8" dur="3240" fill="hold"/>
                                        <p:tgtEl>
                                          <p:spTgt spid="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19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"/>
                </p:tgtEl>
              </p:cMediaNode>
            </p:audio>
            <p:audio>
              <p:cMediaNode vol="80000">
                <p:cTn id="20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5"/>
                </p:tgtEl>
              </p:cMediaNode>
            </p:audio>
            <p:audio>
              <p:cMediaNode vol="80000">
                <p:cTn id="21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  <p:audio>
              <p:cMediaNode vol="80000">
                <p:cTn id="22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7"/>
                </p:tgtEl>
              </p:cMediaNode>
            </p:audio>
          </p:childTnLst>
        </p:cTn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1" name="标题 1">
            <a:extLst>
              <a:ext uri="{FF2B5EF4-FFF2-40B4-BE49-F238E27FC236}">
                <a16:creationId xmlns:a16="http://schemas.microsoft.com/office/drawing/2014/main" id="{B00E86E8-2337-E849-8B96-5DC1BC847D4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kumimoji="1" lang="zh-CN" altLang="en-US" sz="2800"/>
              <a:t>感觉 </a:t>
            </a:r>
            <a:r>
              <a:rPr kumimoji="1" lang="zh-CN" altLang="zh-CN" sz="2800"/>
              <a:t>gǎnjué</a:t>
            </a:r>
            <a:r>
              <a:rPr kumimoji="1" lang="en-US" altLang="zh-CN" sz="2800"/>
              <a:t> </a:t>
            </a:r>
            <a:r>
              <a:rPr kumimoji="1" lang="zh-CN" altLang="zh-CN" sz="2800"/>
              <a:t> </a:t>
            </a:r>
            <a:endParaRPr kumimoji="1" lang="zh-CN" altLang="en-US" sz="2800"/>
          </a:p>
        </p:txBody>
      </p:sp>
      <p:sp>
        <p:nvSpPr>
          <p:cNvPr id="15362" name="内容占位符 2">
            <a:extLst>
              <a:ext uri="{FF2B5EF4-FFF2-40B4-BE49-F238E27FC236}">
                <a16:creationId xmlns:a16="http://schemas.microsoft.com/office/drawing/2014/main" id="{38C76988-5CA2-9749-BB1B-69CCD24D9CC0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zh-CN" sz="2000" dirty="0"/>
              <a:t>Sentence:</a:t>
            </a:r>
          </a:p>
          <a:p>
            <a:pPr eaLnBrk="1" hangingPunct="1"/>
            <a:r>
              <a:rPr kumimoji="1" lang="zh-CN" altLang="en-US" sz="2000" dirty="0"/>
              <a:t>我不知道还有谁会有我这种感觉。</a:t>
            </a:r>
            <a:endParaRPr kumimoji="1" lang="en-US" altLang="zh-CN" sz="2000" dirty="0"/>
          </a:p>
          <a:p>
            <a:pPr eaLnBrk="1" hangingPunct="1"/>
            <a:r>
              <a:rPr kumimoji="1" lang="zh-CN" altLang="en-US" sz="2000" dirty="0"/>
              <a:t>我</a:t>
            </a:r>
            <a:r>
              <a:rPr kumimoji="1" lang="en-US" altLang="zh-CN" sz="2000" dirty="0"/>
              <a:t>/</a:t>
            </a:r>
            <a:r>
              <a:rPr kumimoji="1" lang="zh-CN" altLang="zh-CN" sz="2000" dirty="0"/>
              <a:t>wǒ  </a:t>
            </a:r>
            <a:r>
              <a:rPr kumimoji="1" lang="zh-CN" altLang="en-US" sz="2000" dirty="0"/>
              <a:t>不</a:t>
            </a:r>
            <a:r>
              <a:rPr kumimoji="1" lang="en-US" altLang="zh-CN" sz="2000" dirty="0"/>
              <a:t>/</a:t>
            </a:r>
            <a:r>
              <a:rPr kumimoji="1" lang="zh-CN" altLang="zh-CN" sz="2000" dirty="0"/>
              <a:t>bù  </a:t>
            </a:r>
            <a:r>
              <a:rPr kumimoji="1" lang="zh-CN" altLang="en-US" sz="2000" dirty="0"/>
              <a:t>知道</a:t>
            </a:r>
            <a:r>
              <a:rPr kumimoji="1" lang="en-US" altLang="zh-CN" sz="2000" dirty="0"/>
              <a:t>/</a:t>
            </a:r>
            <a:r>
              <a:rPr kumimoji="1" lang="zh-CN" altLang="zh-CN" sz="2000" dirty="0"/>
              <a:t>zhīdao  </a:t>
            </a:r>
            <a:r>
              <a:rPr kumimoji="1" lang="zh-CN" altLang="en-US" sz="2000" dirty="0"/>
              <a:t>还有</a:t>
            </a:r>
            <a:r>
              <a:rPr kumimoji="1" lang="en-US" altLang="zh-CN" sz="2000" dirty="0"/>
              <a:t>/</a:t>
            </a:r>
            <a:r>
              <a:rPr kumimoji="1" lang="zh-CN" altLang="zh-CN" sz="2000" dirty="0"/>
              <a:t>háiyǒu  </a:t>
            </a:r>
            <a:r>
              <a:rPr kumimoji="1" lang="zh-CN" altLang="en-US" sz="2000" dirty="0"/>
              <a:t>谁</a:t>
            </a:r>
            <a:r>
              <a:rPr kumimoji="1" lang="en-US" altLang="zh-CN" sz="2000" dirty="0"/>
              <a:t>/</a:t>
            </a:r>
            <a:r>
              <a:rPr kumimoji="1" lang="zh-CN" altLang="zh-CN" sz="2000" dirty="0"/>
              <a:t>shuí  </a:t>
            </a:r>
            <a:r>
              <a:rPr kumimoji="1" lang="zh-CN" altLang="en-US" sz="2000" dirty="0"/>
              <a:t>会</a:t>
            </a:r>
            <a:r>
              <a:rPr kumimoji="1" lang="en-US" altLang="zh-CN" sz="2000" dirty="0"/>
              <a:t>/</a:t>
            </a:r>
            <a:r>
              <a:rPr kumimoji="1" lang="zh-CN" altLang="zh-CN" sz="2000" dirty="0"/>
              <a:t>huì  </a:t>
            </a:r>
            <a:r>
              <a:rPr kumimoji="1" lang="zh-CN" altLang="en-US" sz="2000" dirty="0"/>
              <a:t>有</a:t>
            </a:r>
            <a:r>
              <a:rPr kumimoji="1" lang="en-US" altLang="zh-CN" sz="2000" dirty="0"/>
              <a:t>/</a:t>
            </a:r>
            <a:r>
              <a:rPr kumimoji="1" lang="zh-CN" altLang="zh-CN" sz="2000" dirty="0"/>
              <a:t>yǒu  </a:t>
            </a:r>
            <a:r>
              <a:rPr kumimoji="1" lang="zh-CN" altLang="en-US" sz="2000" dirty="0"/>
              <a:t>我</a:t>
            </a:r>
            <a:r>
              <a:rPr kumimoji="1" lang="en-US" altLang="zh-CN" sz="2000" dirty="0"/>
              <a:t>/</a:t>
            </a:r>
            <a:r>
              <a:rPr kumimoji="1" lang="zh-CN" altLang="zh-CN" sz="2000" dirty="0"/>
              <a:t>wǒ  </a:t>
            </a:r>
            <a:r>
              <a:rPr kumimoji="1" lang="zh-CN" altLang="en-US" sz="2000" dirty="0"/>
              <a:t>这种</a:t>
            </a:r>
            <a:r>
              <a:rPr kumimoji="1" lang="en-US" altLang="zh-CN" sz="2000" dirty="0"/>
              <a:t>/</a:t>
            </a:r>
            <a:r>
              <a:rPr kumimoji="1" lang="zh-CN" altLang="zh-CN" sz="2000" dirty="0"/>
              <a:t>zhèzhǒng  </a:t>
            </a:r>
            <a:r>
              <a:rPr kumimoji="1" lang="zh-CN" altLang="en-US" sz="2000" dirty="0"/>
              <a:t>感觉</a:t>
            </a:r>
            <a:r>
              <a:rPr kumimoji="1" lang="en-US" altLang="zh-CN" sz="2000" dirty="0"/>
              <a:t>/</a:t>
            </a:r>
            <a:r>
              <a:rPr kumimoji="1" lang="zh-CN" altLang="zh-CN" sz="2000" dirty="0"/>
              <a:t>gǎnjué  。 </a:t>
            </a:r>
            <a:endParaRPr kumimoji="1" lang="en-US" altLang="zh-CN" sz="2000" dirty="0"/>
          </a:p>
          <a:p>
            <a:pPr eaLnBrk="1" hangingPunct="1"/>
            <a:r>
              <a:rPr kumimoji="1" lang="zh-CN" altLang="zh-CN" sz="2000" dirty="0"/>
              <a:t>I don't know anyone else who feels this way about me.</a:t>
            </a:r>
            <a:endParaRPr kumimoji="1" lang="zh-CN" altLang="en-US" sz="2000" dirty="0"/>
          </a:p>
        </p:txBody>
      </p:sp>
      <p:pic>
        <p:nvPicPr>
          <p:cNvPr id="2" name="感觉.wav" descr="感觉.wav">
            <a:hlinkClick r:id="" action="ppaction://media"/>
            <a:extLst>
              <a:ext uri="{FF2B5EF4-FFF2-40B4-BE49-F238E27FC236}">
                <a16:creationId xmlns:a16="http://schemas.microsoft.com/office/drawing/2014/main" id="{E7DF9FA6-B14A-F245-9E69-BEE06552C57A}"/>
              </a:ext>
            </a:extLst>
          </p:cNvPr>
          <p:cNvPicPr>
            <a:picLocks noChangeAspect="1" noChangeArrowheads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67400" y="381000"/>
            <a:ext cx="533400" cy="533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" name="我不知道还有谁会有我这种感觉。.wav" descr="我不知道还有谁会有我这种感觉。.wav">
            <a:hlinkClick r:id="" action="ppaction://media"/>
            <a:extLst>
              <a:ext uri="{FF2B5EF4-FFF2-40B4-BE49-F238E27FC236}">
                <a16:creationId xmlns:a16="http://schemas.microsoft.com/office/drawing/2014/main" id="{53BA36EA-E7F1-3D4F-8D94-0A08FEE0A16C}"/>
              </a:ext>
            </a:extLst>
          </p:cNvPr>
          <p:cNvPicPr>
            <a:picLocks noChangeAspect="1" noChangeArrowheads="1"/>
          </p:cNvPicPr>
          <p:nvPr>
            <a:audi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91792" y="1524000"/>
            <a:ext cx="533400" cy="533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" name="圆角矩形 9">
            <a:extLst>
              <a:ext uri="{FF2B5EF4-FFF2-40B4-BE49-F238E27FC236}">
                <a16:creationId xmlns:a16="http://schemas.microsoft.com/office/drawing/2014/main" id="{F469EFDE-B4AA-7F40-9D7B-064A95583FA5}"/>
              </a:ext>
            </a:extLst>
          </p:cNvPr>
          <p:cNvSpPr/>
          <p:nvPr/>
        </p:nvSpPr>
        <p:spPr>
          <a:xfrm>
            <a:off x="6346825" y="5097463"/>
            <a:ext cx="2514600" cy="598487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kumimoji="1" lang="en-US" altLang="zh-CN" dirty="0">
                <a:hlinkClick r:id="rId7" action="ppaction://hlinksldjump"/>
              </a:rPr>
              <a:t>Click to the next page</a:t>
            </a:r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6491843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972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0" dur="3240" fill="hold"/>
                                        <p:tgtEl>
                                          <p:spTgt spid="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11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"/>
                </p:tgtEl>
              </p:cMediaNode>
            </p:audio>
            <p:audio>
              <p:cMediaNode vol="80000">
                <p:cTn id="12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7"/>
                </p:tgtEl>
              </p:cMediaNode>
            </p:audio>
          </p:childTnLst>
        </p:cTn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标题 1">
            <a:extLst>
              <a:ext uri="{FF2B5EF4-FFF2-40B4-BE49-F238E27FC236}">
                <a16:creationId xmlns:a16="http://schemas.microsoft.com/office/drawing/2014/main" id="{C4DF480D-E387-2E4B-82A5-33DCD30D35B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kumimoji="1" lang="en-US" altLang="zh-CN"/>
              <a:t>practice</a:t>
            </a:r>
            <a:endParaRPr kumimoji="1" lang="zh-CN" alt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AC07E23-D022-CE4C-9D0B-D41DBB2EDDA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indent="-457200" eaLnBrk="1" hangingPunct="1">
              <a:buFontTx/>
              <a:buAutoNum type="arabicPeriod"/>
              <a:defRPr/>
            </a:pPr>
            <a:r>
              <a:rPr lang="en" altLang="zh-CN" sz="2000" dirty="0"/>
              <a:t>Find</a:t>
            </a:r>
            <a:r>
              <a:rPr lang="zh-CN" altLang="en-US" sz="2000" dirty="0"/>
              <a:t> </a:t>
            </a:r>
            <a:r>
              <a:rPr lang="en-US" altLang="zh-CN" sz="2000" dirty="0"/>
              <a:t>responding</a:t>
            </a:r>
            <a:r>
              <a:rPr lang="zh-CN" altLang="en-US" sz="2000" dirty="0"/>
              <a:t> </a:t>
            </a:r>
            <a:r>
              <a:rPr lang="en" altLang="zh-CN" sz="2000" dirty="0"/>
              <a:t>word. </a:t>
            </a:r>
          </a:p>
          <a:p>
            <a:pPr marL="0" indent="0" eaLnBrk="1" hangingPunct="1">
              <a:buFontTx/>
              <a:buNone/>
              <a:defRPr/>
            </a:pPr>
            <a:r>
              <a:rPr lang="zh-CN" altLang="en-US" sz="2000" dirty="0"/>
              <a:t>（）</a:t>
            </a:r>
            <a:r>
              <a:rPr lang="en" altLang="zh-CN" sz="2000" dirty="0"/>
              <a:t> sense perception; sensation; feeling </a:t>
            </a:r>
            <a:r>
              <a:rPr lang="zh-CN" altLang="en-US" sz="2000" dirty="0"/>
              <a:t>  </a:t>
            </a:r>
            <a:r>
              <a:rPr lang="en-US" altLang="zh-CN" sz="2000" dirty="0"/>
              <a:t>A.</a:t>
            </a:r>
            <a:r>
              <a:rPr lang="zh-CN" altLang="en-US" sz="2000" dirty="0"/>
              <a:t>洗澡  </a:t>
            </a:r>
            <a:r>
              <a:rPr lang="en-US" altLang="zh-CN" sz="2000" dirty="0"/>
              <a:t>B.</a:t>
            </a:r>
            <a:r>
              <a:rPr lang="zh-CN" altLang="en-US" sz="2000" dirty="0"/>
              <a:t>感觉  </a:t>
            </a:r>
            <a:r>
              <a:rPr lang="en-US" altLang="zh-CN" sz="2000" dirty="0"/>
              <a:t>C.</a:t>
            </a:r>
            <a:r>
              <a:rPr lang="zh-CN" altLang="en-US" sz="2000" dirty="0"/>
              <a:t>小时  </a:t>
            </a:r>
            <a:r>
              <a:rPr lang="en-US" altLang="zh-CN" sz="2000" dirty="0"/>
              <a:t>D.</a:t>
            </a:r>
            <a:r>
              <a:rPr lang="zh-CN" altLang="en-US" sz="2000" dirty="0"/>
              <a:t>试</a:t>
            </a:r>
            <a:endParaRPr lang="en-US" altLang="zh-CN" sz="2000" dirty="0"/>
          </a:p>
          <a:p>
            <a:pPr marL="0" indent="0" eaLnBrk="1" hangingPunct="1">
              <a:buFontTx/>
              <a:buNone/>
              <a:defRPr/>
            </a:pPr>
            <a:endParaRPr lang="en-US" altLang="zh-CN" sz="2000" dirty="0"/>
          </a:p>
          <a:p>
            <a:pPr marL="0" indent="0" eaLnBrk="1" hangingPunct="1">
              <a:buFontTx/>
              <a:buNone/>
              <a:defRPr/>
            </a:pPr>
            <a:r>
              <a:rPr lang="en-US" altLang="zh-CN" sz="2000" dirty="0"/>
              <a:t>2.</a:t>
            </a:r>
            <a:r>
              <a:rPr lang="zh-CN" altLang="en-US" sz="2000" dirty="0"/>
              <a:t> </a:t>
            </a:r>
            <a:r>
              <a:rPr lang="en-US" altLang="zh-CN" sz="2000" dirty="0"/>
              <a:t>Find</a:t>
            </a:r>
            <a:r>
              <a:rPr lang="zh-CN" altLang="en-US" sz="2000" dirty="0"/>
              <a:t> </a:t>
            </a:r>
            <a:r>
              <a:rPr lang="en-US" altLang="zh-CN" sz="2000" dirty="0"/>
              <a:t>right</a:t>
            </a:r>
            <a:r>
              <a:rPr lang="zh-CN" altLang="en-US" sz="2000" dirty="0"/>
              <a:t> </a:t>
            </a:r>
            <a:r>
              <a:rPr lang="en-US" altLang="zh-CN" sz="2000" dirty="0"/>
              <a:t>collocation.</a:t>
            </a:r>
          </a:p>
          <a:p>
            <a:pPr marL="0" indent="0" eaLnBrk="1" hangingPunct="1">
              <a:buFontTx/>
              <a:buNone/>
              <a:defRPr/>
            </a:pPr>
            <a:r>
              <a:rPr lang="zh-CN" altLang="en-US" sz="2000" dirty="0"/>
              <a:t>舒服的（）    </a:t>
            </a:r>
            <a:r>
              <a:rPr lang="en-US" altLang="zh-CN" sz="2000" dirty="0"/>
              <a:t>A.</a:t>
            </a:r>
            <a:r>
              <a:rPr lang="zh-CN" altLang="en-US" sz="2000" dirty="0"/>
              <a:t>超市  </a:t>
            </a:r>
            <a:r>
              <a:rPr lang="en-US" altLang="zh-CN" sz="2000" dirty="0"/>
              <a:t>B.</a:t>
            </a:r>
            <a:r>
              <a:rPr lang="zh-CN" altLang="en-US" sz="2000" dirty="0"/>
              <a:t>哪儿</a:t>
            </a:r>
            <a:r>
              <a:rPr lang="en-US" altLang="zh-CN" sz="2000" dirty="0"/>
              <a:t>  C.</a:t>
            </a:r>
            <a:r>
              <a:rPr lang="zh-CN" altLang="en-US" sz="2000" dirty="0"/>
              <a:t> 感觉  </a:t>
            </a:r>
            <a:r>
              <a:rPr lang="en-US" altLang="zh-CN" sz="2000" dirty="0"/>
              <a:t>D.</a:t>
            </a:r>
            <a:r>
              <a:rPr lang="zh-CN" altLang="en-US" sz="2000" dirty="0"/>
              <a:t>年轻</a:t>
            </a:r>
            <a:endParaRPr lang="en-US" altLang="zh-CN" sz="2000" dirty="0"/>
          </a:p>
          <a:p>
            <a:pPr marL="0" indent="0" eaLnBrk="1" hangingPunct="1">
              <a:buFontTx/>
              <a:buNone/>
              <a:defRPr/>
            </a:pPr>
            <a:r>
              <a:rPr lang="zh-CN" altLang="en-US" sz="2000" dirty="0"/>
              <a:t>一种（）     </a:t>
            </a:r>
            <a:r>
              <a:rPr lang="en-US" altLang="zh-CN" sz="2000" dirty="0"/>
              <a:t>A.</a:t>
            </a:r>
            <a:r>
              <a:rPr lang="zh-CN" altLang="en-US" sz="2000" dirty="0"/>
              <a:t> 感觉  </a:t>
            </a:r>
            <a:r>
              <a:rPr lang="en-US" altLang="zh-CN" sz="2000" dirty="0"/>
              <a:t>B.</a:t>
            </a:r>
            <a:r>
              <a:rPr lang="zh-CN" altLang="en-US" sz="2000" dirty="0"/>
              <a:t>啤酒</a:t>
            </a:r>
            <a:r>
              <a:rPr lang="en-US" altLang="zh-CN" sz="2000" dirty="0"/>
              <a:t>  C.</a:t>
            </a:r>
            <a:r>
              <a:rPr lang="zh-CN" altLang="en-US" sz="2000" dirty="0"/>
              <a:t> 蛋糕  </a:t>
            </a:r>
            <a:r>
              <a:rPr lang="en-US" altLang="zh-CN" sz="2000" dirty="0"/>
              <a:t>D.</a:t>
            </a:r>
            <a:r>
              <a:rPr lang="zh-CN" altLang="en-US" sz="2000" dirty="0"/>
              <a:t>为什么</a:t>
            </a:r>
            <a:endParaRPr lang="en-US" altLang="zh-CN" sz="2000" dirty="0"/>
          </a:p>
          <a:p>
            <a:pPr marL="0" indent="0" eaLnBrk="1" hangingPunct="1">
              <a:buFontTx/>
              <a:buNone/>
              <a:defRPr/>
            </a:pPr>
            <a:endParaRPr lang="en-US" altLang="zh-CN" sz="2000" dirty="0"/>
          </a:p>
          <a:p>
            <a:pPr marL="0" indent="0" eaLnBrk="1" hangingPunct="1">
              <a:buFontTx/>
              <a:buNone/>
              <a:defRPr/>
            </a:pPr>
            <a:r>
              <a:rPr lang="en-US" altLang="zh-CN" sz="2000" dirty="0"/>
              <a:t>3.</a:t>
            </a:r>
            <a:r>
              <a:rPr lang="zh-CN" altLang="en-US" sz="2000" dirty="0"/>
              <a:t> </a:t>
            </a:r>
            <a:r>
              <a:rPr lang="en-US" altLang="zh-CN" sz="2000" dirty="0"/>
              <a:t>Fill</a:t>
            </a:r>
            <a:r>
              <a:rPr lang="zh-CN" altLang="en-US" sz="2000" dirty="0"/>
              <a:t> </a:t>
            </a:r>
            <a:r>
              <a:rPr lang="en-US" altLang="zh-CN" sz="2000" dirty="0"/>
              <a:t>in right word.</a:t>
            </a:r>
          </a:p>
          <a:p>
            <a:pPr eaLnBrk="1" hangingPunct="1">
              <a:defRPr/>
            </a:pPr>
            <a:r>
              <a:rPr kumimoji="1" lang="zh-CN" altLang="en-US" sz="2000" dirty="0"/>
              <a:t>我不知道还有谁会有我这种感（）。</a:t>
            </a:r>
          </a:p>
        </p:txBody>
      </p:sp>
      <p:sp>
        <p:nvSpPr>
          <p:cNvPr id="4" name="圆角矩形 3">
            <a:extLst>
              <a:ext uri="{FF2B5EF4-FFF2-40B4-BE49-F238E27FC236}">
                <a16:creationId xmlns:a16="http://schemas.microsoft.com/office/drawing/2014/main" id="{CE1E466D-2B69-C442-856A-6DE954FD9ED8}"/>
              </a:ext>
            </a:extLst>
          </p:cNvPr>
          <p:cNvSpPr/>
          <p:nvPr/>
        </p:nvSpPr>
        <p:spPr>
          <a:xfrm>
            <a:off x="6346825" y="5097463"/>
            <a:ext cx="2514600" cy="598487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kumimoji="1" lang="en-US" altLang="zh-CN" dirty="0">
                <a:hlinkClick r:id="rId2" action="ppaction://hlinksldjump"/>
              </a:rPr>
              <a:t>Click to the next page</a:t>
            </a:r>
            <a:endParaRPr kumimoji="1" lang="zh-CN" altLang="en-US" dirty="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CED0817-D27F-B64C-9D40-FB9BCEACDD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sz="2800" dirty="0"/>
              <a:t>End</a:t>
            </a:r>
            <a:r>
              <a:rPr kumimoji="1" lang="zh-CN" altLang="en-US" sz="2800" dirty="0"/>
              <a:t> </a:t>
            </a:r>
            <a:r>
              <a:rPr kumimoji="1" lang="en-US" altLang="zh-CN" sz="2800" dirty="0"/>
              <a:t>time</a:t>
            </a:r>
            <a:r>
              <a:rPr kumimoji="1" lang="zh-CN" altLang="en-US" sz="2800" dirty="0"/>
              <a:t> </a:t>
            </a:r>
            <a:r>
              <a:rPr kumimoji="1" lang="en-US" altLang="zh-CN" sz="2800" dirty="0"/>
              <a:t>of learning a word </a:t>
            </a:r>
            <a:endParaRPr kumimoji="1" lang="zh-CN" altLang="en-US" sz="2800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077E894-BBC6-7C41-9939-B130BFD1BA5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zh-CN" sz="2000" dirty="0"/>
              <a:t>Please write down the present time (accurate to the minute) on your paper. __________</a:t>
            </a:r>
          </a:p>
          <a:p>
            <a:endParaRPr kumimoji="1" lang="zh-CN" altLang="en-US" dirty="0"/>
          </a:p>
        </p:txBody>
      </p:sp>
      <p:sp>
        <p:nvSpPr>
          <p:cNvPr id="4" name="圆角矩形 3">
            <a:extLst>
              <a:ext uri="{FF2B5EF4-FFF2-40B4-BE49-F238E27FC236}">
                <a16:creationId xmlns:a16="http://schemas.microsoft.com/office/drawing/2014/main" id="{01ADF194-DBE7-8A4C-B5E8-98F40B075572}"/>
              </a:ext>
            </a:extLst>
          </p:cNvPr>
          <p:cNvSpPr/>
          <p:nvPr/>
        </p:nvSpPr>
        <p:spPr>
          <a:xfrm>
            <a:off x="6346825" y="5097463"/>
            <a:ext cx="2514600" cy="598487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kumimoji="1" lang="en-US" altLang="zh-CN" dirty="0">
                <a:hlinkClick r:id="rId2" action="ppaction://hlinksldjump"/>
              </a:rPr>
              <a:t>Next word</a:t>
            </a:r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428992737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CED0817-D27F-B64C-9D40-FB9BCEACDD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sz="2800" dirty="0"/>
              <a:t>Start</a:t>
            </a:r>
            <a:r>
              <a:rPr kumimoji="1" lang="zh-CN" altLang="en-US" sz="2800" dirty="0"/>
              <a:t> </a:t>
            </a:r>
            <a:r>
              <a:rPr kumimoji="1" lang="en-US" altLang="zh-CN" sz="2800" dirty="0"/>
              <a:t>time</a:t>
            </a:r>
            <a:r>
              <a:rPr kumimoji="1" lang="zh-CN" altLang="en-US" sz="2800" dirty="0"/>
              <a:t> </a:t>
            </a:r>
            <a:r>
              <a:rPr kumimoji="1" lang="en-US" altLang="zh-CN" sz="2800" dirty="0"/>
              <a:t>of learning a word </a:t>
            </a:r>
            <a:endParaRPr kumimoji="1" lang="zh-CN" altLang="en-US" sz="2800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077E894-BBC6-7C41-9939-B130BFD1BA5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zh-CN" sz="2000" dirty="0"/>
              <a:t>Please write down the present time (accurate to the minute) on your paper. __________</a:t>
            </a:r>
          </a:p>
          <a:p>
            <a:endParaRPr kumimoji="1" lang="zh-CN" altLang="en-US" dirty="0"/>
          </a:p>
        </p:txBody>
      </p:sp>
      <p:sp>
        <p:nvSpPr>
          <p:cNvPr id="4" name="圆角矩形 3">
            <a:extLst>
              <a:ext uri="{FF2B5EF4-FFF2-40B4-BE49-F238E27FC236}">
                <a16:creationId xmlns:a16="http://schemas.microsoft.com/office/drawing/2014/main" id="{01ADF194-DBE7-8A4C-B5E8-98F40B075572}"/>
              </a:ext>
            </a:extLst>
          </p:cNvPr>
          <p:cNvSpPr/>
          <p:nvPr/>
        </p:nvSpPr>
        <p:spPr>
          <a:xfrm>
            <a:off x="6346825" y="5097463"/>
            <a:ext cx="2514600" cy="598487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kumimoji="1" lang="en-US" altLang="zh-CN" dirty="0">
                <a:hlinkClick r:id="rId2" action="ppaction://hlinksldjump"/>
              </a:rPr>
              <a:t>Click to the next page</a:t>
            </a:r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425708463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1" name="标题 1">
            <a:extLst>
              <a:ext uri="{FF2B5EF4-FFF2-40B4-BE49-F238E27FC236}">
                <a16:creationId xmlns:a16="http://schemas.microsoft.com/office/drawing/2014/main" id="{06570B87-D7AD-9647-9CE5-37739358B28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74637"/>
            <a:ext cx="8229600" cy="1249363"/>
          </a:xfrm>
        </p:spPr>
        <p:txBody>
          <a:bodyPr/>
          <a:lstStyle/>
          <a:p>
            <a:pPr algn="l"/>
            <a:r>
              <a:rPr kumimoji="1" lang="en-US" altLang="zh-CN" sz="2400" dirty="0"/>
              <a:t>How about you know </a:t>
            </a:r>
            <a:r>
              <a:rPr kumimoji="1" lang="zh-CN" altLang="en-US" sz="2400" dirty="0"/>
              <a:t>感觉（</a:t>
            </a:r>
            <a:r>
              <a:rPr kumimoji="1" lang="en-US" altLang="zh-CN" sz="2400" dirty="0"/>
              <a:t>VERB</a:t>
            </a:r>
            <a:r>
              <a:rPr kumimoji="1" lang="zh-CN" altLang="en-US" sz="2400" dirty="0"/>
              <a:t>）？</a:t>
            </a:r>
            <a:br>
              <a:rPr kumimoji="1" lang="en-US" altLang="zh-CN" sz="2400" dirty="0"/>
            </a:br>
            <a:r>
              <a:rPr kumimoji="1" lang="en-US" altLang="zh-CN" sz="2400" dirty="0"/>
              <a:t>Please</a:t>
            </a:r>
            <a:r>
              <a:rPr kumimoji="1" lang="zh-CN" altLang="en-US" sz="2400" dirty="0"/>
              <a:t> </a:t>
            </a:r>
            <a:r>
              <a:rPr kumimoji="1" lang="en-US" altLang="zh-CN" sz="2400" dirty="0"/>
              <a:t>write down the choice on your page and click the choice to jump to the corresponding page</a:t>
            </a:r>
            <a:endParaRPr kumimoji="1" lang="zh-CN" altLang="en-US" sz="2400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30F45E4-88F1-6F47-B1DD-2543870B46A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676400"/>
            <a:ext cx="8229600" cy="3962399"/>
          </a:xfrm>
        </p:spPr>
        <p:txBody>
          <a:bodyPr/>
          <a:lstStyle/>
          <a:p>
            <a:pPr>
              <a:defRPr/>
            </a:pPr>
            <a:r>
              <a:rPr lang="en-US" altLang="zh-CN" sz="2000" dirty="0"/>
              <a:t>I have never seen this word.</a:t>
            </a:r>
          </a:p>
          <a:p>
            <a:pPr marL="0" indent="0">
              <a:buNone/>
              <a:defRPr/>
            </a:pPr>
            <a:r>
              <a:rPr lang="en-US" altLang="zh-CN" sz="2000" dirty="0"/>
              <a:t> </a:t>
            </a:r>
            <a:endParaRPr lang="zh-CN" altLang="zh-CN" sz="2000" dirty="0"/>
          </a:p>
          <a:p>
            <a:pPr>
              <a:defRPr/>
            </a:pPr>
            <a:r>
              <a:rPr lang="en-US" altLang="zh-CN" sz="2000" dirty="0"/>
              <a:t>I don’t know what it means. </a:t>
            </a:r>
          </a:p>
          <a:p>
            <a:pPr>
              <a:defRPr/>
            </a:pPr>
            <a:endParaRPr lang="zh-CN" altLang="zh-CN" sz="2000" dirty="0"/>
          </a:p>
          <a:p>
            <a:pPr>
              <a:defRPr/>
            </a:pPr>
            <a:r>
              <a:rPr lang="en-US" altLang="zh-CN" sz="2000" dirty="0"/>
              <a:t>I know its meaning, but I don’t know its collocations.</a:t>
            </a:r>
          </a:p>
          <a:p>
            <a:pPr>
              <a:defRPr/>
            </a:pPr>
            <a:endParaRPr lang="zh-CN" altLang="zh-CN" sz="2000" dirty="0"/>
          </a:p>
          <a:p>
            <a:pPr>
              <a:defRPr/>
            </a:pPr>
            <a:r>
              <a:rPr lang="en-US" altLang="zh-CN" sz="2000" dirty="0"/>
              <a:t>I know its collocation, but I don’t know how to use it in a sentence.</a:t>
            </a:r>
          </a:p>
          <a:p>
            <a:pPr>
              <a:defRPr/>
            </a:pPr>
            <a:endParaRPr lang="en-US" altLang="zh-CN" sz="2000" dirty="0"/>
          </a:p>
          <a:p>
            <a:pPr>
              <a:defRPr/>
            </a:pPr>
            <a:r>
              <a:rPr lang="en-US" altLang="zh-CN" sz="2000" dirty="0"/>
              <a:t>I can use it in a sentence. </a:t>
            </a:r>
            <a:endParaRPr lang="zh-CN" altLang="zh-CN" sz="1800" dirty="0"/>
          </a:p>
        </p:txBody>
      </p:sp>
      <p:sp>
        <p:nvSpPr>
          <p:cNvPr id="4" name="圆角矩形 3">
            <a:extLst>
              <a:ext uri="{FF2B5EF4-FFF2-40B4-BE49-F238E27FC236}">
                <a16:creationId xmlns:a16="http://schemas.microsoft.com/office/drawing/2014/main" id="{3C106C97-9EF1-AE4E-80B1-861673DC5DA6}"/>
              </a:ext>
            </a:extLst>
          </p:cNvPr>
          <p:cNvSpPr/>
          <p:nvPr/>
        </p:nvSpPr>
        <p:spPr>
          <a:xfrm>
            <a:off x="4191000" y="1752600"/>
            <a:ext cx="762000" cy="3810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kumimoji="1" lang="en-US" altLang="zh-CN" dirty="0">
                <a:hlinkClick r:id="rId2" action="ppaction://hlinksldjump"/>
              </a:rPr>
              <a:t>A</a:t>
            </a:r>
            <a:endParaRPr kumimoji="1" lang="zh-CN" altLang="en-US" dirty="0"/>
          </a:p>
        </p:txBody>
      </p:sp>
      <p:sp>
        <p:nvSpPr>
          <p:cNvPr id="6" name="圆角矩形 5">
            <a:extLst>
              <a:ext uri="{FF2B5EF4-FFF2-40B4-BE49-F238E27FC236}">
                <a16:creationId xmlns:a16="http://schemas.microsoft.com/office/drawing/2014/main" id="{DCF760C6-CAEF-4949-AB75-58AD9F2FC2D8}"/>
              </a:ext>
            </a:extLst>
          </p:cNvPr>
          <p:cNvSpPr/>
          <p:nvPr/>
        </p:nvSpPr>
        <p:spPr>
          <a:xfrm>
            <a:off x="6781800" y="3124200"/>
            <a:ext cx="762000" cy="3810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kumimoji="1" lang="en-US" altLang="zh-CN" dirty="0">
                <a:hlinkClick r:id="rId3" action="ppaction://hlinksldjump"/>
              </a:rPr>
              <a:t>C</a:t>
            </a:r>
            <a:endParaRPr kumimoji="1" lang="zh-CN" altLang="en-US" dirty="0"/>
          </a:p>
        </p:txBody>
      </p:sp>
      <p:sp>
        <p:nvSpPr>
          <p:cNvPr id="7" name="圆角矩形 6">
            <a:extLst>
              <a:ext uri="{FF2B5EF4-FFF2-40B4-BE49-F238E27FC236}">
                <a16:creationId xmlns:a16="http://schemas.microsoft.com/office/drawing/2014/main" id="{D6C5558C-2A94-D340-B88D-3771B105CE99}"/>
              </a:ext>
            </a:extLst>
          </p:cNvPr>
          <p:cNvSpPr/>
          <p:nvPr/>
        </p:nvSpPr>
        <p:spPr>
          <a:xfrm>
            <a:off x="7531395" y="4343400"/>
            <a:ext cx="762000" cy="3810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kumimoji="1" lang="en-US" altLang="zh-CN" dirty="0">
                <a:hlinkClick r:id="rId4" action="ppaction://hlinksldjump"/>
              </a:rPr>
              <a:t>D</a:t>
            </a:r>
            <a:endParaRPr kumimoji="1" lang="zh-CN" altLang="en-US" dirty="0"/>
          </a:p>
        </p:txBody>
      </p:sp>
      <p:sp>
        <p:nvSpPr>
          <p:cNvPr id="8" name="圆角矩形 7">
            <a:extLst>
              <a:ext uri="{FF2B5EF4-FFF2-40B4-BE49-F238E27FC236}">
                <a16:creationId xmlns:a16="http://schemas.microsoft.com/office/drawing/2014/main" id="{E418098F-A830-0E4B-AE1B-BF99FBB77185}"/>
              </a:ext>
            </a:extLst>
          </p:cNvPr>
          <p:cNvSpPr/>
          <p:nvPr/>
        </p:nvSpPr>
        <p:spPr>
          <a:xfrm>
            <a:off x="3962400" y="4648200"/>
            <a:ext cx="762000" cy="3810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kumimoji="1" lang="en-US" altLang="zh-CN" dirty="0">
                <a:hlinkClick r:id="rId5" action="ppaction://hlinksldjump"/>
              </a:rPr>
              <a:t>E</a:t>
            </a:r>
            <a:endParaRPr kumimoji="1" lang="zh-CN" altLang="en-US" dirty="0"/>
          </a:p>
        </p:txBody>
      </p:sp>
      <p:sp>
        <p:nvSpPr>
          <p:cNvPr id="9" name="圆角矩形 8">
            <a:extLst>
              <a:ext uri="{FF2B5EF4-FFF2-40B4-BE49-F238E27FC236}">
                <a16:creationId xmlns:a16="http://schemas.microsoft.com/office/drawing/2014/main" id="{5E955882-84DF-F541-BD1E-BB1F7EDDA2DC}"/>
              </a:ext>
            </a:extLst>
          </p:cNvPr>
          <p:cNvSpPr/>
          <p:nvPr/>
        </p:nvSpPr>
        <p:spPr>
          <a:xfrm>
            <a:off x="4191000" y="2514600"/>
            <a:ext cx="762000" cy="3810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kumimoji="1" lang="en-US" altLang="zh-CN" dirty="0">
                <a:solidFill>
                  <a:schemeClr val="accent1">
                    <a:lumMod val="50000"/>
                  </a:schemeClr>
                </a:solidFill>
                <a:hlinkClick r:id="rId6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B</a:t>
            </a:r>
            <a:endParaRPr kumimoji="1" lang="zh-CN" altLang="en-US" dirty="0">
              <a:solidFill>
                <a:schemeClr val="accent1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28708113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标题 1">
            <a:extLst>
              <a:ext uri="{FF2B5EF4-FFF2-40B4-BE49-F238E27FC236}">
                <a16:creationId xmlns:a16="http://schemas.microsoft.com/office/drawing/2014/main" id="{7845DFAC-DC72-B34E-95EE-A6B0C2617BF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kumimoji="1" lang="zh-CN" altLang="en-US" sz="2800"/>
              <a:t>感觉 </a:t>
            </a:r>
            <a:r>
              <a:rPr kumimoji="1" lang="zh-CN" altLang="zh-CN" sz="2800"/>
              <a:t>gǎnjué </a:t>
            </a:r>
            <a:endParaRPr kumimoji="1" lang="zh-CN" altLang="en-US" sz="2800"/>
          </a:p>
        </p:txBody>
      </p:sp>
      <p:sp>
        <p:nvSpPr>
          <p:cNvPr id="17410" name="内容占位符 2">
            <a:extLst>
              <a:ext uri="{FF2B5EF4-FFF2-40B4-BE49-F238E27FC236}">
                <a16:creationId xmlns:a16="http://schemas.microsoft.com/office/drawing/2014/main" id="{0C65D3AC-3B8B-9640-8D51-840B50B7FF32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zh-CN" altLang="en-US" sz="2000"/>
              <a:t>感 </a:t>
            </a:r>
            <a:r>
              <a:rPr kumimoji="1" lang="zh-CN" altLang="zh-CN" sz="2000"/>
              <a:t>gǎn</a:t>
            </a:r>
            <a:r>
              <a:rPr kumimoji="1" lang="en-US" altLang="zh-CN" sz="2000"/>
              <a:t> </a:t>
            </a:r>
            <a:r>
              <a:rPr lang="en-US" altLang="zh-CN" sz="2000"/>
              <a:t>NOUN</a:t>
            </a:r>
            <a:r>
              <a:rPr lang="zh-CN" altLang="en-US" sz="2000"/>
              <a:t>  </a:t>
            </a:r>
            <a:r>
              <a:rPr lang="en-US" altLang="zh-CN" sz="2000"/>
              <a:t>sense; sensation; feeling; impression</a:t>
            </a:r>
          </a:p>
          <a:p>
            <a:pPr eaLnBrk="1" hangingPunct="1"/>
            <a:r>
              <a:rPr lang="zh-CN" altLang="en-US" sz="2000"/>
              <a:t>觉</a:t>
            </a:r>
            <a:r>
              <a:rPr lang="en-US" altLang="zh-CN" sz="2000"/>
              <a:t> </a:t>
            </a:r>
            <a:r>
              <a:rPr kumimoji="1" lang="zh-CN" altLang="zh-CN" sz="2000"/>
              <a:t>jué</a:t>
            </a:r>
            <a:r>
              <a:rPr kumimoji="1" lang="en-US" altLang="zh-CN" sz="2000"/>
              <a:t> </a:t>
            </a:r>
            <a:r>
              <a:rPr lang="en-US" altLang="zh-CN" sz="2000"/>
              <a:t>VERB  sense; feel</a:t>
            </a:r>
          </a:p>
          <a:p>
            <a:pPr eaLnBrk="1" hangingPunct="1"/>
            <a:r>
              <a:rPr lang="en-US" altLang="zh-CN" sz="2000"/>
              <a:t>VERB</a:t>
            </a:r>
            <a:r>
              <a:rPr lang="zh-CN" altLang="en-US" sz="2000"/>
              <a:t>   </a:t>
            </a:r>
            <a:r>
              <a:rPr lang="zh-CN" altLang="zh-CN" sz="2000"/>
              <a:t>feel;</a:t>
            </a:r>
            <a:r>
              <a:rPr lang="zh-CN" altLang="en-US" sz="2000"/>
              <a:t> </a:t>
            </a:r>
            <a:r>
              <a:rPr lang="zh-CN" altLang="zh-CN" sz="2000"/>
              <a:t>perceive;</a:t>
            </a:r>
            <a:r>
              <a:rPr lang="zh-CN" altLang="en-US" sz="2000"/>
              <a:t> </a:t>
            </a:r>
            <a:r>
              <a:rPr lang="zh-CN" altLang="zh-CN" sz="2000"/>
              <a:t>become aware of; realize</a:t>
            </a:r>
            <a:endParaRPr lang="en-US" altLang="zh-CN" sz="2000"/>
          </a:p>
          <a:p>
            <a:pPr eaLnBrk="1" hangingPunct="1"/>
            <a:r>
              <a:rPr lang="en-US" altLang="zh-CN" sz="2000"/>
              <a:t>Collocation: </a:t>
            </a:r>
          </a:p>
          <a:p>
            <a:pPr eaLnBrk="1" hangingPunct="1"/>
            <a:r>
              <a:rPr lang="zh-CN" altLang="en-US" sz="2000"/>
              <a:t>感觉 舒服（三级）</a:t>
            </a:r>
            <a:r>
              <a:rPr lang="zh-CN" altLang="zh-CN" sz="2000"/>
              <a:t> feel comfortable</a:t>
            </a:r>
            <a:endParaRPr lang="zh-CN" altLang="en-US" sz="2000"/>
          </a:p>
          <a:p>
            <a:pPr eaLnBrk="1" hangingPunct="1"/>
            <a:r>
              <a:rPr lang="zh-CN" altLang="en-US" sz="2000"/>
              <a:t>感觉 到（二级）</a:t>
            </a:r>
            <a:r>
              <a:rPr lang="en-US" altLang="zh-CN" sz="2000"/>
              <a:t> feel</a:t>
            </a:r>
          </a:p>
          <a:p>
            <a:pPr eaLnBrk="1" hangingPunct="1"/>
            <a:r>
              <a:rPr lang="en-US" altLang="zh-CN" sz="2000"/>
              <a:t>Sentence:</a:t>
            </a:r>
          </a:p>
          <a:p>
            <a:pPr eaLnBrk="1" hangingPunct="1"/>
            <a:r>
              <a:rPr kumimoji="1" lang="zh-CN" altLang="en-US" sz="2000"/>
              <a:t>说完，他就出去了，我感觉到他在擦眼泪。</a:t>
            </a:r>
            <a:r>
              <a:rPr kumimoji="1" lang="en-US" altLang="zh-CN" sz="2000"/>
              <a:t>['</a:t>
            </a:r>
            <a:r>
              <a:rPr kumimoji="1" lang="zh-CN" altLang="en-US" sz="2000"/>
              <a:t>擦</a:t>
            </a:r>
            <a:r>
              <a:rPr kumimoji="1" lang="en-US" altLang="zh-CN" sz="2000"/>
              <a:t>’]</a:t>
            </a:r>
          </a:p>
          <a:p>
            <a:pPr eaLnBrk="1" hangingPunct="1"/>
            <a:r>
              <a:rPr kumimoji="1" lang="zh-CN" altLang="en-US" sz="2000"/>
              <a:t>说完</a:t>
            </a:r>
            <a:r>
              <a:rPr kumimoji="1" lang="en-US" altLang="zh-CN" sz="2000"/>
              <a:t>/</a:t>
            </a:r>
            <a:r>
              <a:rPr kumimoji="1" lang="zh-CN" altLang="zh-CN" sz="2000"/>
              <a:t>shuōwán  ，  </a:t>
            </a:r>
            <a:r>
              <a:rPr kumimoji="1" lang="zh-CN" altLang="en-US" sz="2000"/>
              <a:t>他</a:t>
            </a:r>
            <a:r>
              <a:rPr kumimoji="1" lang="en-US" altLang="zh-CN" sz="2000"/>
              <a:t>/</a:t>
            </a:r>
            <a:r>
              <a:rPr kumimoji="1" lang="zh-CN" altLang="zh-CN" sz="2000"/>
              <a:t>tā  </a:t>
            </a:r>
            <a:r>
              <a:rPr kumimoji="1" lang="zh-CN" altLang="en-US" sz="2000"/>
              <a:t>就</a:t>
            </a:r>
            <a:r>
              <a:rPr kumimoji="1" lang="en-US" altLang="zh-CN" sz="2000"/>
              <a:t>/</a:t>
            </a:r>
            <a:r>
              <a:rPr kumimoji="1" lang="zh-CN" altLang="zh-CN" sz="2000"/>
              <a:t>jiù  </a:t>
            </a:r>
            <a:r>
              <a:rPr kumimoji="1" lang="zh-CN" altLang="en-US" sz="2000"/>
              <a:t>出去</a:t>
            </a:r>
            <a:r>
              <a:rPr kumimoji="1" lang="en-US" altLang="zh-CN" sz="2000"/>
              <a:t>/</a:t>
            </a:r>
            <a:r>
              <a:rPr kumimoji="1" lang="zh-CN" altLang="zh-CN" sz="2000"/>
              <a:t>chūqù  </a:t>
            </a:r>
            <a:r>
              <a:rPr kumimoji="1" lang="zh-CN" altLang="en-US" sz="2000"/>
              <a:t>了</a:t>
            </a:r>
            <a:r>
              <a:rPr kumimoji="1" lang="en-US" altLang="zh-CN" sz="2000"/>
              <a:t>/</a:t>
            </a:r>
            <a:r>
              <a:rPr kumimoji="1" lang="zh-CN" altLang="zh-CN" sz="2000"/>
              <a:t>le  ，  </a:t>
            </a:r>
            <a:r>
              <a:rPr kumimoji="1" lang="zh-CN" altLang="en-US" sz="2000"/>
              <a:t>我</a:t>
            </a:r>
            <a:r>
              <a:rPr kumimoji="1" lang="en-US" altLang="zh-CN" sz="2000"/>
              <a:t>/</a:t>
            </a:r>
            <a:r>
              <a:rPr kumimoji="1" lang="zh-CN" altLang="zh-CN" sz="2000"/>
              <a:t>wǒ  </a:t>
            </a:r>
            <a:r>
              <a:rPr kumimoji="1" lang="zh-CN" altLang="en-US" sz="2000"/>
              <a:t>感觉到</a:t>
            </a:r>
            <a:r>
              <a:rPr kumimoji="1" lang="en-US" altLang="zh-CN" sz="2000"/>
              <a:t>/</a:t>
            </a:r>
            <a:r>
              <a:rPr kumimoji="1" lang="zh-CN" altLang="zh-CN" sz="2000"/>
              <a:t>gǎnjuédào  </a:t>
            </a:r>
            <a:r>
              <a:rPr kumimoji="1" lang="zh-CN" altLang="en-US" sz="2000"/>
              <a:t>他</a:t>
            </a:r>
            <a:r>
              <a:rPr kumimoji="1" lang="en-US" altLang="zh-CN" sz="2000"/>
              <a:t>/</a:t>
            </a:r>
            <a:r>
              <a:rPr kumimoji="1" lang="zh-CN" altLang="zh-CN" sz="2000"/>
              <a:t>tā  </a:t>
            </a:r>
            <a:r>
              <a:rPr kumimoji="1" lang="zh-CN" altLang="en-US" sz="2000"/>
              <a:t>在</a:t>
            </a:r>
            <a:r>
              <a:rPr kumimoji="1" lang="en-US" altLang="zh-CN" sz="2000"/>
              <a:t>/</a:t>
            </a:r>
            <a:r>
              <a:rPr kumimoji="1" lang="zh-CN" altLang="zh-CN" sz="2000"/>
              <a:t>zài  </a:t>
            </a:r>
            <a:r>
              <a:rPr kumimoji="1" lang="zh-CN" altLang="en-US" sz="2000"/>
              <a:t>擦</a:t>
            </a:r>
            <a:r>
              <a:rPr kumimoji="1" lang="en-US" altLang="zh-CN" sz="2000"/>
              <a:t>/</a:t>
            </a:r>
            <a:r>
              <a:rPr kumimoji="1" lang="zh-CN" altLang="zh-CN" sz="2000"/>
              <a:t>cā  </a:t>
            </a:r>
            <a:r>
              <a:rPr kumimoji="1" lang="zh-CN" altLang="en-US" sz="2000"/>
              <a:t>眼泪</a:t>
            </a:r>
            <a:r>
              <a:rPr kumimoji="1" lang="en-US" altLang="zh-CN" sz="2000"/>
              <a:t>/</a:t>
            </a:r>
            <a:r>
              <a:rPr kumimoji="1" lang="zh-CN" altLang="zh-CN" sz="2000"/>
              <a:t>yǎnlèi  。</a:t>
            </a:r>
            <a:endParaRPr kumimoji="1" lang="en-US" altLang="zh-CN" sz="2000"/>
          </a:p>
          <a:p>
            <a:pPr eaLnBrk="1" hangingPunct="1"/>
            <a:r>
              <a:rPr kumimoji="1" lang="zh-CN" altLang="zh-CN" sz="2000"/>
              <a:t>After he finished speaking, he went out, and I felt him wiping away his tears.</a:t>
            </a:r>
            <a:endParaRPr kumimoji="1" lang="zh-CN" altLang="en-US" sz="2000"/>
          </a:p>
        </p:txBody>
      </p:sp>
      <p:pic>
        <p:nvPicPr>
          <p:cNvPr id="4" name="感觉.wav" descr="感觉.wav">
            <a:hlinkClick r:id="" action="ppaction://media"/>
            <a:extLst>
              <a:ext uri="{FF2B5EF4-FFF2-40B4-BE49-F238E27FC236}">
                <a16:creationId xmlns:a16="http://schemas.microsoft.com/office/drawing/2014/main" id="{EA9439BC-3461-DD46-AE26-C1553347F922}"/>
              </a:ext>
            </a:extLst>
          </p:cNvPr>
          <p:cNvPicPr>
            <a:picLocks noChangeAspect="1" noChangeArrowheads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67400" y="381000"/>
            <a:ext cx="533400" cy="533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感.wav" descr="感.wav">
            <a:hlinkClick r:id="" action="ppaction://media"/>
            <a:extLst>
              <a:ext uri="{FF2B5EF4-FFF2-40B4-BE49-F238E27FC236}">
                <a16:creationId xmlns:a16="http://schemas.microsoft.com/office/drawing/2014/main" id="{2B88AF78-560C-D549-A0DF-D950F5702691}"/>
              </a:ext>
            </a:extLst>
          </p:cNvPr>
          <p:cNvPicPr>
            <a:picLocks noChangeAspect="1" noChangeArrowheads="1"/>
          </p:cNvPicPr>
          <p:nvPr>
            <a:audi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10400" y="1182688"/>
            <a:ext cx="533400" cy="533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" name="觉.wav" descr="觉.wav">
            <a:hlinkClick r:id="" action="ppaction://media"/>
            <a:extLst>
              <a:ext uri="{FF2B5EF4-FFF2-40B4-BE49-F238E27FC236}">
                <a16:creationId xmlns:a16="http://schemas.microsoft.com/office/drawing/2014/main" id="{5D332A44-27D4-E747-B140-C636B3AE5AD0}"/>
              </a:ext>
            </a:extLst>
          </p:cNvPr>
          <p:cNvPicPr>
            <a:picLocks noChangeAspect="1" noChangeArrowheads="1"/>
          </p:cNvPicPr>
          <p:nvPr>
            <a:audioFile r:link="rId6"/>
            <p:extLst>
              <p:ext uri="{DAA4B4D4-6D71-4841-9C94-3DE7FCFB9230}">
                <p14:media xmlns:p14="http://schemas.microsoft.com/office/powerpoint/2010/main" r:embed="rId5"/>
              </p:ext>
            </p:extLst>
          </p:nvPr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62400" y="1524000"/>
            <a:ext cx="533400" cy="533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" name="感觉舒服.wav" descr="感觉舒服.wav">
            <a:hlinkClick r:id="" action="ppaction://media"/>
            <a:extLst>
              <a:ext uri="{FF2B5EF4-FFF2-40B4-BE49-F238E27FC236}">
                <a16:creationId xmlns:a16="http://schemas.microsoft.com/office/drawing/2014/main" id="{B355EEAD-B7F5-B14C-A538-698A338A97A0}"/>
              </a:ext>
            </a:extLst>
          </p:cNvPr>
          <p:cNvPicPr>
            <a:picLocks noChangeAspect="1" noChangeArrowheads="1"/>
          </p:cNvPicPr>
          <p:nvPr>
            <a:audioFile r:link="rId8"/>
            <p:extLst>
              <p:ext uri="{DAA4B4D4-6D71-4841-9C94-3DE7FCFB9230}">
                <p14:media xmlns:p14="http://schemas.microsoft.com/office/powerpoint/2010/main" r:embed="rId7"/>
              </p:ext>
            </p:extLst>
          </p:nvPr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05400" y="2590800"/>
            <a:ext cx="533400" cy="533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" name="感觉到.wav" descr="感觉到.wav">
            <a:hlinkClick r:id="" action="ppaction://media"/>
            <a:extLst>
              <a:ext uri="{FF2B5EF4-FFF2-40B4-BE49-F238E27FC236}">
                <a16:creationId xmlns:a16="http://schemas.microsoft.com/office/drawing/2014/main" id="{1F4F5BC7-E987-E849-A8E2-8B646C116D64}"/>
              </a:ext>
            </a:extLst>
          </p:cNvPr>
          <p:cNvPicPr>
            <a:picLocks noChangeAspect="1" noChangeArrowheads="1"/>
          </p:cNvPicPr>
          <p:nvPr>
            <a:audioFile r:link="rId10"/>
            <p:extLst>
              <p:ext uri="{DAA4B4D4-6D71-4841-9C94-3DE7FCFB9230}">
                <p14:media xmlns:p14="http://schemas.microsoft.com/office/powerpoint/2010/main" r:embed="rId9"/>
              </p:ext>
            </p:extLst>
          </p:nvPr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29000" y="2971800"/>
            <a:ext cx="533400" cy="533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" name="说完，他就出去了，我感觉到他在擦眼泪。.wav" descr="说完，他就出去了，我感觉到他在擦眼泪。.wav">
            <a:hlinkClick r:id="" action="ppaction://media"/>
            <a:extLst>
              <a:ext uri="{FF2B5EF4-FFF2-40B4-BE49-F238E27FC236}">
                <a16:creationId xmlns:a16="http://schemas.microsoft.com/office/drawing/2014/main" id="{2D6C0B1F-A036-D947-9985-BBCBEC733073}"/>
              </a:ext>
            </a:extLst>
          </p:cNvPr>
          <p:cNvPicPr>
            <a:picLocks noChangeAspect="1" noChangeArrowheads="1"/>
          </p:cNvPicPr>
          <p:nvPr>
            <a:audioFile r:link="rId12"/>
            <p:extLst>
              <p:ext uri="{DAA4B4D4-6D71-4841-9C94-3DE7FCFB9230}">
                <p14:media xmlns:p14="http://schemas.microsoft.com/office/powerpoint/2010/main" r:embed="rId11"/>
              </p:ext>
            </p:extLst>
          </p:nvPr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94450" y="3657600"/>
            <a:ext cx="533400" cy="533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" name="圆角矩形 9">
            <a:extLst>
              <a:ext uri="{FF2B5EF4-FFF2-40B4-BE49-F238E27FC236}">
                <a16:creationId xmlns:a16="http://schemas.microsoft.com/office/drawing/2014/main" id="{DE5C7A4F-1386-3944-9689-E87D5F3DA921}"/>
              </a:ext>
            </a:extLst>
          </p:cNvPr>
          <p:cNvSpPr/>
          <p:nvPr/>
        </p:nvSpPr>
        <p:spPr>
          <a:xfrm>
            <a:off x="6346825" y="5097463"/>
            <a:ext cx="2514600" cy="598487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kumimoji="1" lang="en-US" altLang="zh-CN" dirty="0">
                <a:hlinkClick r:id="rId15" action="ppaction://hlinksldjump"/>
              </a:rPr>
              <a:t>Click to the next page</a:t>
            </a:r>
            <a:endParaRPr kumimoji="1"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972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0" dur="684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4" dur="720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8" dur="1332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22" dur="1116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26" dur="4356" fill="hold"/>
                                        <p:tgtEl>
                                          <p:spTgt spid="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2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  <p:audio>
              <p:cMediaNode vol="80000">
                <p:cTn id="28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5"/>
                </p:tgtEl>
              </p:cMediaNode>
            </p:audio>
            <p:audio>
              <p:cMediaNode vol="80000">
                <p:cTn id="29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  <p:audio>
              <p:cMediaNode vol="80000">
                <p:cTn id="30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"/>
                </p:tgtEl>
              </p:cMediaNode>
            </p:audio>
            <p:audio>
              <p:cMediaNode vol="80000">
                <p:cTn id="31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3"/>
                </p:tgtEl>
              </p:cMediaNode>
            </p:audio>
            <p:audio>
              <p:cMediaNode vol="80000">
                <p:cTn id="32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7"/>
                </p:tgtEl>
              </p:cMediaNode>
            </p:audio>
          </p:childTnLst>
        </p:cTn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标题 1">
            <a:extLst>
              <a:ext uri="{FF2B5EF4-FFF2-40B4-BE49-F238E27FC236}">
                <a16:creationId xmlns:a16="http://schemas.microsoft.com/office/drawing/2014/main" id="{7845DFAC-DC72-B34E-95EE-A6B0C2617BF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kumimoji="1" lang="zh-CN" altLang="en-US" sz="2800"/>
              <a:t>感觉 </a:t>
            </a:r>
            <a:r>
              <a:rPr kumimoji="1" lang="zh-CN" altLang="zh-CN" sz="2800"/>
              <a:t>gǎnjué </a:t>
            </a:r>
            <a:endParaRPr kumimoji="1" lang="zh-CN" altLang="en-US" sz="2800"/>
          </a:p>
        </p:txBody>
      </p:sp>
      <p:sp>
        <p:nvSpPr>
          <p:cNvPr id="17410" name="内容占位符 2">
            <a:extLst>
              <a:ext uri="{FF2B5EF4-FFF2-40B4-BE49-F238E27FC236}">
                <a16:creationId xmlns:a16="http://schemas.microsoft.com/office/drawing/2014/main" id="{0C65D3AC-3B8B-9640-8D51-840B50B7FF32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zh-CN" sz="2000" dirty="0"/>
              <a:t>VERB</a:t>
            </a:r>
            <a:r>
              <a:rPr lang="zh-CN" altLang="en-US" sz="2000" dirty="0"/>
              <a:t>   </a:t>
            </a:r>
            <a:r>
              <a:rPr lang="zh-CN" altLang="zh-CN" sz="2000" dirty="0"/>
              <a:t>feel;</a:t>
            </a:r>
            <a:r>
              <a:rPr lang="zh-CN" altLang="en-US" sz="2000" dirty="0"/>
              <a:t> </a:t>
            </a:r>
            <a:r>
              <a:rPr lang="zh-CN" altLang="zh-CN" sz="2000" dirty="0"/>
              <a:t>perceive;</a:t>
            </a:r>
            <a:r>
              <a:rPr lang="zh-CN" altLang="en-US" sz="2000" dirty="0"/>
              <a:t> </a:t>
            </a:r>
            <a:r>
              <a:rPr lang="zh-CN" altLang="zh-CN" sz="2000" dirty="0"/>
              <a:t>become aware of; realize</a:t>
            </a:r>
            <a:endParaRPr lang="en-US" altLang="zh-CN" sz="2000" dirty="0"/>
          </a:p>
          <a:p>
            <a:pPr eaLnBrk="1" hangingPunct="1"/>
            <a:r>
              <a:rPr lang="en-US" altLang="zh-CN" sz="2000" dirty="0"/>
              <a:t>Collocation: </a:t>
            </a:r>
          </a:p>
          <a:p>
            <a:pPr eaLnBrk="1" hangingPunct="1"/>
            <a:r>
              <a:rPr lang="zh-CN" altLang="en-US" sz="2000" dirty="0"/>
              <a:t>感觉 舒服（三级）</a:t>
            </a:r>
            <a:r>
              <a:rPr lang="zh-CN" altLang="zh-CN" sz="2000" dirty="0"/>
              <a:t> feel comfortable</a:t>
            </a:r>
            <a:endParaRPr lang="zh-CN" altLang="en-US" sz="2000" dirty="0"/>
          </a:p>
          <a:p>
            <a:pPr eaLnBrk="1" hangingPunct="1"/>
            <a:r>
              <a:rPr lang="zh-CN" altLang="en-US" sz="2000" dirty="0"/>
              <a:t>感觉 到（二级）</a:t>
            </a:r>
            <a:r>
              <a:rPr lang="en-US" altLang="zh-CN" sz="2000" dirty="0"/>
              <a:t> feel</a:t>
            </a:r>
          </a:p>
          <a:p>
            <a:pPr eaLnBrk="1" hangingPunct="1"/>
            <a:r>
              <a:rPr lang="en-US" altLang="zh-CN" sz="2000" dirty="0"/>
              <a:t>Sentence:</a:t>
            </a:r>
          </a:p>
          <a:p>
            <a:pPr eaLnBrk="1" hangingPunct="1"/>
            <a:r>
              <a:rPr kumimoji="1" lang="zh-CN" altLang="en-US" sz="2000" dirty="0"/>
              <a:t>说完，他就出去了，我感觉到他在擦眼泪。</a:t>
            </a:r>
            <a:r>
              <a:rPr kumimoji="1" lang="en-US" altLang="zh-CN" sz="2000" dirty="0"/>
              <a:t>['</a:t>
            </a:r>
            <a:r>
              <a:rPr kumimoji="1" lang="zh-CN" altLang="en-US" sz="2000" dirty="0"/>
              <a:t>擦</a:t>
            </a:r>
            <a:r>
              <a:rPr kumimoji="1" lang="en-US" altLang="zh-CN" sz="2000" dirty="0"/>
              <a:t>’]</a:t>
            </a:r>
          </a:p>
          <a:p>
            <a:pPr eaLnBrk="1" hangingPunct="1"/>
            <a:r>
              <a:rPr kumimoji="1" lang="zh-CN" altLang="en-US" sz="2000" dirty="0"/>
              <a:t>说完</a:t>
            </a:r>
            <a:r>
              <a:rPr kumimoji="1" lang="en-US" altLang="zh-CN" sz="2000" dirty="0"/>
              <a:t>/</a:t>
            </a:r>
            <a:r>
              <a:rPr kumimoji="1" lang="zh-CN" altLang="zh-CN" sz="2000" dirty="0"/>
              <a:t>shuōwán  ，  </a:t>
            </a:r>
            <a:r>
              <a:rPr kumimoji="1" lang="zh-CN" altLang="en-US" sz="2000" dirty="0"/>
              <a:t>他</a:t>
            </a:r>
            <a:r>
              <a:rPr kumimoji="1" lang="en-US" altLang="zh-CN" sz="2000" dirty="0"/>
              <a:t>/</a:t>
            </a:r>
            <a:r>
              <a:rPr kumimoji="1" lang="zh-CN" altLang="zh-CN" sz="2000" dirty="0"/>
              <a:t>tā  </a:t>
            </a:r>
            <a:r>
              <a:rPr kumimoji="1" lang="zh-CN" altLang="en-US" sz="2000" dirty="0"/>
              <a:t>就</a:t>
            </a:r>
            <a:r>
              <a:rPr kumimoji="1" lang="en-US" altLang="zh-CN" sz="2000" dirty="0"/>
              <a:t>/</a:t>
            </a:r>
            <a:r>
              <a:rPr kumimoji="1" lang="zh-CN" altLang="zh-CN" sz="2000" dirty="0"/>
              <a:t>jiù  </a:t>
            </a:r>
            <a:r>
              <a:rPr kumimoji="1" lang="zh-CN" altLang="en-US" sz="2000" dirty="0"/>
              <a:t>出去</a:t>
            </a:r>
            <a:r>
              <a:rPr kumimoji="1" lang="en-US" altLang="zh-CN" sz="2000" dirty="0"/>
              <a:t>/</a:t>
            </a:r>
            <a:r>
              <a:rPr kumimoji="1" lang="zh-CN" altLang="zh-CN" sz="2000" dirty="0"/>
              <a:t>chūqù  </a:t>
            </a:r>
            <a:r>
              <a:rPr kumimoji="1" lang="zh-CN" altLang="en-US" sz="2000" dirty="0"/>
              <a:t>了</a:t>
            </a:r>
            <a:r>
              <a:rPr kumimoji="1" lang="en-US" altLang="zh-CN" sz="2000" dirty="0"/>
              <a:t>/</a:t>
            </a:r>
            <a:r>
              <a:rPr kumimoji="1" lang="zh-CN" altLang="zh-CN" sz="2000" dirty="0"/>
              <a:t>le  ，  </a:t>
            </a:r>
            <a:r>
              <a:rPr kumimoji="1" lang="zh-CN" altLang="en-US" sz="2000" dirty="0"/>
              <a:t>我</a:t>
            </a:r>
            <a:r>
              <a:rPr kumimoji="1" lang="en-US" altLang="zh-CN" sz="2000" dirty="0"/>
              <a:t>/</a:t>
            </a:r>
            <a:r>
              <a:rPr kumimoji="1" lang="zh-CN" altLang="zh-CN" sz="2000" dirty="0"/>
              <a:t>wǒ  </a:t>
            </a:r>
            <a:r>
              <a:rPr kumimoji="1" lang="zh-CN" altLang="en-US" sz="2000" dirty="0"/>
              <a:t>感觉到</a:t>
            </a:r>
            <a:r>
              <a:rPr kumimoji="1" lang="en-US" altLang="zh-CN" sz="2000" dirty="0"/>
              <a:t>/</a:t>
            </a:r>
            <a:r>
              <a:rPr kumimoji="1" lang="zh-CN" altLang="zh-CN" sz="2000" dirty="0"/>
              <a:t>gǎnjuédào  </a:t>
            </a:r>
            <a:r>
              <a:rPr kumimoji="1" lang="zh-CN" altLang="en-US" sz="2000" dirty="0"/>
              <a:t>他</a:t>
            </a:r>
            <a:r>
              <a:rPr kumimoji="1" lang="en-US" altLang="zh-CN" sz="2000" dirty="0"/>
              <a:t>/</a:t>
            </a:r>
            <a:r>
              <a:rPr kumimoji="1" lang="zh-CN" altLang="zh-CN" sz="2000" dirty="0"/>
              <a:t>tā  </a:t>
            </a:r>
            <a:r>
              <a:rPr kumimoji="1" lang="zh-CN" altLang="en-US" sz="2000" dirty="0"/>
              <a:t>在</a:t>
            </a:r>
            <a:r>
              <a:rPr kumimoji="1" lang="en-US" altLang="zh-CN" sz="2000" dirty="0"/>
              <a:t>/</a:t>
            </a:r>
            <a:r>
              <a:rPr kumimoji="1" lang="zh-CN" altLang="zh-CN" sz="2000" dirty="0"/>
              <a:t>zài  </a:t>
            </a:r>
            <a:r>
              <a:rPr kumimoji="1" lang="zh-CN" altLang="en-US" sz="2000" dirty="0"/>
              <a:t>擦</a:t>
            </a:r>
            <a:r>
              <a:rPr kumimoji="1" lang="en-US" altLang="zh-CN" sz="2000" dirty="0"/>
              <a:t>/</a:t>
            </a:r>
            <a:r>
              <a:rPr kumimoji="1" lang="zh-CN" altLang="zh-CN" sz="2000" dirty="0"/>
              <a:t>cā  </a:t>
            </a:r>
            <a:r>
              <a:rPr kumimoji="1" lang="zh-CN" altLang="en-US" sz="2000" dirty="0"/>
              <a:t>眼泪</a:t>
            </a:r>
            <a:r>
              <a:rPr kumimoji="1" lang="en-US" altLang="zh-CN" sz="2000" dirty="0"/>
              <a:t>/</a:t>
            </a:r>
            <a:r>
              <a:rPr kumimoji="1" lang="zh-CN" altLang="zh-CN" sz="2000" dirty="0"/>
              <a:t>yǎnlèi  。</a:t>
            </a:r>
            <a:endParaRPr kumimoji="1" lang="en-US" altLang="zh-CN" sz="2000" dirty="0"/>
          </a:p>
          <a:p>
            <a:pPr eaLnBrk="1" hangingPunct="1"/>
            <a:r>
              <a:rPr kumimoji="1" lang="zh-CN" altLang="zh-CN" sz="2000" dirty="0"/>
              <a:t>After he finished speaking, he went out, and I felt him wiping away his tears.</a:t>
            </a:r>
            <a:endParaRPr kumimoji="1" lang="zh-CN" altLang="en-US" sz="2000" dirty="0"/>
          </a:p>
        </p:txBody>
      </p:sp>
      <p:pic>
        <p:nvPicPr>
          <p:cNvPr id="4" name="感觉.wav" descr="感觉.wav">
            <a:hlinkClick r:id="" action="ppaction://media"/>
            <a:extLst>
              <a:ext uri="{FF2B5EF4-FFF2-40B4-BE49-F238E27FC236}">
                <a16:creationId xmlns:a16="http://schemas.microsoft.com/office/drawing/2014/main" id="{EA9439BC-3461-DD46-AE26-C1553347F922}"/>
              </a:ext>
            </a:extLst>
          </p:cNvPr>
          <p:cNvPicPr>
            <a:picLocks noChangeAspect="1" noChangeArrowheads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67400" y="381000"/>
            <a:ext cx="533400" cy="533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" name="感觉舒服.wav" descr="感觉舒服.wav">
            <a:hlinkClick r:id="" action="ppaction://media"/>
            <a:extLst>
              <a:ext uri="{FF2B5EF4-FFF2-40B4-BE49-F238E27FC236}">
                <a16:creationId xmlns:a16="http://schemas.microsoft.com/office/drawing/2014/main" id="{B355EEAD-B7F5-B14C-A538-698A338A97A0}"/>
              </a:ext>
            </a:extLst>
          </p:cNvPr>
          <p:cNvPicPr>
            <a:picLocks noChangeAspect="1" noChangeArrowheads="1"/>
          </p:cNvPicPr>
          <p:nvPr>
            <a:audi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05400" y="1905000"/>
            <a:ext cx="533400" cy="533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" name="感觉到.wav" descr="感觉到.wav">
            <a:hlinkClick r:id="" action="ppaction://media"/>
            <a:extLst>
              <a:ext uri="{FF2B5EF4-FFF2-40B4-BE49-F238E27FC236}">
                <a16:creationId xmlns:a16="http://schemas.microsoft.com/office/drawing/2014/main" id="{1F4F5BC7-E987-E849-A8E2-8B646C116D64}"/>
              </a:ext>
            </a:extLst>
          </p:cNvPr>
          <p:cNvPicPr>
            <a:picLocks noChangeAspect="1" noChangeArrowheads="1"/>
          </p:cNvPicPr>
          <p:nvPr>
            <a:audioFile r:link="rId6"/>
            <p:extLst>
              <p:ext uri="{DAA4B4D4-6D71-4841-9C94-3DE7FCFB9230}">
                <p14:media xmlns:p14="http://schemas.microsoft.com/office/powerpoint/2010/main" r:embed="rId5"/>
              </p:ext>
            </p:extLst>
          </p:nvPr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29000" y="2286000"/>
            <a:ext cx="533400" cy="533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" name="说完，他就出去了，我感觉到他在擦眼泪。.wav" descr="说完，他就出去了，我感觉到他在擦眼泪。.wav">
            <a:hlinkClick r:id="" action="ppaction://media"/>
            <a:extLst>
              <a:ext uri="{FF2B5EF4-FFF2-40B4-BE49-F238E27FC236}">
                <a16:creationId xmlns:a16="http://schemas.microsoft.com/office/drawing/2014/main" id="{2D6C0B1F-A036-D947-9985-BBCBEC733073}"/>
              </a:ext>
            </a:extLst>
          </p:cNvPr>
          <p:cNvPicPr>
            <a:picLocks noChangeAspect="1" noChangeArrowheads="1"/>
          </p:cNvPicPr>
          <p:nvPr>
            <a:audioFile r:link="rId8"/>
            <p:extLst>
              <p:ext uri="{DAA4B4D4-6D71-4841-9C94-3DE7FCFB9230}">
                <p14:media xmlns:p14="http://schemas.microsoft.com/office/powerpoint/2010/main" r:embed="rId7"/>
              </p:ext>
            </p:extLst>
          </p:nvPr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94450" y="2971800"/>
            <a:ext cx="533400" cy="533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" name="圆角矩形 9">
            <a:extLst>
              <a:ext uri="{FF2B5EF4-FFF2-40B4-BE49-F238E27FC236}">
                <a16:creationId xmlns:a16="http://schemas.microsoft.com/office/drawing/2014/main" id="{8C266C37-BBDC-984C-B57E-0B69F9481691}"/>
              </a:ext>
            </a:extLst>
          </p:cNvPr>
          <p:cNvSpPr/>
          <p:nvPr/>
        </p:nvSpPr>
        <p:spPr>
          <a:xfrm>
            <a:off x="6346825" y="5097463"/>
            <a:ext cx="2514600" cy="598487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kumimoji="1" lang="en-US" altLang="zh-CN" dirty="0">
                <a:hlinkClick r:id="rId11" action="ppaction://hlinksldjump"/>
              </a:rPr>
              <a:t>Click to the next page</a:t>
            </a:r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7852161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972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0" dur="1332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4" dur="1116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8" dur="4356" fill="hold"/>
                                        <p:tgtEl>
                                          <p:spTgt spid="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19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  <p:audio>
              <p:cMediaNode vol="80000">
                <p:cTn id="20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"/>
                </p:tgtEl>
              </p:cMediaNode>
            </p:audio>
            <p:audio>
              <p:cMediaNode vol="80000">
                <p:cTn id="21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3"/>
                </p:tgtEl>
              </p:cMediaNode>
            </p:audio>
            <p:audio>
              <p:cMediaNode vol="80000">
                <p:cTn id="22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7"/>
                </p:tgtEl>
              </p:cMediaNode>
            </p:audio>
          </p:childTnLst>
        </p:cTn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标题 1">
            <a:extLst>
              <a:ext uri="{FF2B5EF4-FFF2-40B4-BE49-F238E27FC236}">
                <a16:creationId xmlns:a16="http://schemas.microsoft.com/office/drawing/2014/main" id="{7845DFAC-DC72-B34E-95EE-A6B0C2617BF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kumimoji="1" lang="zh-CN" altLang="en-US" sz="2800"/>
              <a:t>感觉 </a:t>
            </a:r>
            <a:r>
              <a:rPr kumimoji="1" lang="zh-CN" altLang="zh-CN" sz="2800"/>
              <a:t>gǎnjué </a:t>
            </a:r>
            <a:endParaRPr kumimoji="1" lang="zh-CN" altLang="en-US" sz="2800"/>
          </a:p>
        </p:txBody>
      </p:sp>
      <p:sp>
        <p:nvSpPr>
          <p:cNvPr id="17410" name="内容占位符 2">
            <a:extLst>
              <a:ext uri="{FF2B5EF4-FFF2-40B4-BE49-F238E27FC236}">
                <a16:creationId xmlns:a16="http://schemas.microsoft.com/office/drawing/2014/main" id="{0C65D3AC-3B8B-9640-8D51-840B50B7FF32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zh-CN" sz="2000" dirty="0"/>
              <a:t>Collocation: </a:t>
            </a:r>
          </a:p>
          <a:p>
            <a:pPr eaLnBrk="1" hangingPunct="1"/>
            <a:r>
              <a:rPr lang="zh-CN" altLang="en-US" sz="2000" dirty="0"/>
              <a:t>感觉 舒服（三级）</a:t>
            </a:r>
            <a:r>
              <a:rPr lang="zh-CN" altLang="zh-CN" sz="2000" dirty="0"/>
              <a:t> feel comfortable</a:t>
            </a:r>
            <a:endParaRPr lang="zh-CN" altLang="en-US" sz="2000" dirty="0"/>
          </a:p>
          <a:p>
            <a:pPr eaLnBrk="1" hangingPunct="1"/>
            <a:r>
              <a:rPr lang="zh-CN" altLang="en-US" sz="2000" dirty="0"/>
              <a:t>感觉 到（二级）</a:t>
            </a:r>
            <a:r>
              <a:rPr lang="en-US" altLang="zh-CN" sz="2000" dirty="0"/>
              <a:t> feel</a:t>
            </a:r>
          </a:p>
          <a:p>
            <a:pPr eaLnBrk="1" hangingPunct="1"/>
            <a:r>
              <a:rPr lang="en-US" altLang="zh-CN" sz="2000" dirty="0"/>
              <a:t>Sentence:</a:t>
            </a:r>
          </a:p>
          <a:p>
            <a:pPr eaLnBrk="1" hangingPunct="1"/>
            <a:r>
              <a:rPr kumimoji="1" lang="zh-CN" altLang="en-US" sz="2000" dirty="0"/>
              <a:t>说完，他就出去了，我感觉到他在擦眼泪。</a:t>
            </a:r>
            <a:r>
              <a:rPr kumimoji="1" lang="en-US" altLang="zh-CN" sz="2000" dirty="0"/>
              <a:t>['</a:t>
            </a:r>
            <a:r>
              <a:rPr kumimoji="1" lang="zh-CN" altLang="en-US" sz="2000" dirty="0"/>
              <a:t>擦</a:t>
            </a:r>
            <a:r>
              <a:rPr kumimoji="1" lang="en-US" altLang="zh-CN" sz="2000" dirty="0"/>
              <a:t>’]</a:t>
            </a:r>
          </a:p>
          <a:p>
            <a:pPr eaLnBrk="1" hangingPunct="1"/>
            <a:r>
              <a:rPr kumimoji="1" lang="zh-CN" altLang="en-US" sz="2000" dirty="0"/>
              <a:t>说完</a:t>
            </a:r>
            <a:r>
              <a:rPr kumimoji="1" lang="en-US" altLang="zh-CN" sz="2000" dirty="0"/>
              <a:t>/</a:t>
            </a:r>
            <a:r>
              <a:rPr kumimoji="1" lang="zh-CN" altLang="zh-CN" sz="2000" dirty="0"/>
              <a:t>shuōwán  ，  </a:t>
            </a:r>
            <a:r>
              <a:rPr kumimoji="1" lang="zh-CN" altLang="en-US" sz="2000" dirty="0"/>
              <a:t>他</a:t>
            </a:r>
            <a:r>
              <a:rPr kumimoji="1" lang="en-US" altLang="zh-CN" sz="2000" dirty="0"/>
              <a:t>/</a:t>
            </a:r>
            <a:r>
              <a:rPr kumimoji="1" lang="zh-CN" altLang="zh-CN" sz="2000" dirty="0"/>
              <a:t>tā  </a:t>
            </a:r>
            <a:r>
              <a:rPr kumimoji="1" lang="zh-CN" altLang="en-US" sz="2000" dirty="0"/>
              <a:t>就</a:t>
            </a:r>
            <a:r>
              <a:rPr kumimoji="1" lang="en-US" altLang="zh-CN" sz="2000" dirty="0"/>
              <a:t>/</a:t>
            </a:r>
            <a:r>
              <a:rPr kumimoji="1" lang="zh-CN" altLang="zh-CN" sz="2000" dirty="0"/>
              <a:t>jiù  </a:t>
            </a:r>
            <a:r>
              <a:rPr kumimoji="1" lang="zh-CN" altLang="en-US" sz="2000" dirty="0"/>
              <a:t>出去</a:t>
            </a:r>
            <a:r>
              <a:rPr kumimoji="1" lang="en-US" altLang="zh-CN" sz="2000" dirty="0"/>
              <a:t>/</a:t>
            </a:r>
            <a:r>
              <a:rPr kumimoji="1" lang="zh-CN" altLang="zh-CN" sz="2000" dirty="0"/>
              <a:t>chūqù  </a:t>
            </a:r>
            <a:r>
              <a:rPr kumimoji="1" lang="zh-CN" altLang="en-US" sz="2000" dirty="0"/>
              <a:t>了</a:t>
            </a:r>
            <a:r>
              <a:rPr kumimoji="1" lang="en-US" altLang="zh-CN" sz="2000" dirty="0"/>
              <a:t>/</a:t>
            </a:r>
            <a:r>
              <a:rPr kumimoji="1" lang="zh-CN" altLang="zh-CN" sz="2000" dirty="0"/>
              <a:t>le  ，  </a:t>
            </a:r>
            <a:r>
              <a:rPr kumimoji="1" lang="zh-CN" altLang="en-US" sz="2000" dirty="0"/>
              <a:t>我</a:t>
            </a:r>
            <a:r>
              <a:rPr kumimoji="1" lang="en-US" altLang="zh-CN" sz="2000" dirty="0"/>
              <a:t>/</a:t>
            </a:r>
            <a:r>
              <a:rPr kumimoji="1" lang="zh-CN" altLang="zh-CN" sz="2000" dirty="0"/>
              <a:t>wǒ  </a:t>
            </a:r>
            <a:r>
              <a:rPr kumimoji="1" lang="zh-CN" altLang="en-US" sz="2000" dirty="0"/>
              <a:t>感觉到</a:t>
            </a:r>
            <a:r>
              <a:rPr kumimoji="1" lang="en-US" altLang="zh-CN" sz="2000" dirty="0"/>
              <a:t>/</a:t>
            </a:r>
            <a:r>
              <a:rPr kumimoji="1" lang="zh-CN" altLang="zh-CN" sz="2000" dirty="0"/>
              <a:t>gǎnjuédào  </a:t>
            </a:r>
            <a:r>
              <a:rPr kumimoji="1" lang="zh-CN" altLang="en-US" sz="2000" dirty="0"/>
              <a:t>他</a:t>
            </a:r>
            <a:r>
              <a:rPr kumimoji="1" lang="en-US" altLang="zh-CN" sz="2000" dirty="0"/>
              <a:t>/</a:t>
            </a:r>
            <a:r>
              <a:rPr kumimoji="1" lang="zh-CN" altLang="zh-CN" sz="2000" dirty="0"/>
              <a:t>tā  </a:t>
            </a:r>
            <a:r>
              <a:rPr kumimoji="1" lang="zh-CN" altLang="en-US" sz="2000" dirty="0"/>
              <a:t>在</a:t>
            </a:r>
            <a:r>
              <a:rPr kumimoji="1" lang="en-US" altLang="zh-CN" sz="2000" dirty="0"/>
              <a:t>/</a:t>
            </a:r>
            <a:r>
              <a:rPr kumimoji="1" lang="zh-CN" altLang="zh-CN" sz="2000" dirty="0"/>
              <a:t>zài  </a:t>
            </a:r>
            <a:r>
              <a:rPr kumimoji="1" lang="zh-CN" altLang="en-US" sz="2000" dirty="0"/>
              <a:t>擦</a:t>
            </a:r>
            <a:r>
              <a:rPr kumimoji="1" lang="en-US" altLang="zh-CN" sz="2000" dirty="0"/>
              <a:t>/</a:t>
            </a:r>
            <a:r>
              <a:rPr kumimoji="1" lang="zh-CN" altLang="zh-CN" sz="2000" dirty="0"/>
              <a:t>cā  </a:t>
            </a:r>
            <a:r>
              <a:rPr kumimoji="1" lang="zh-CN" altLang="en-US" sz="2000" dirty="0"/>
              <a:t>眼泪</a:t>
            </a:r>
            <a:r>
              <a:rPr kumimoji="1" lang="en-US" altLang="zh-CN" sz="2000" dirty="0"/>
              <a:t>/</a:t>
            </a:r>
            <a:r>
              <a:rPr kumimoji="1" lang="zh-CN" altLang="zh-CN" sz="2000" dirty="0"/>
              <a:t>yǎnlèi  。</a:t>
            </a:r>
            <a:endParaRPr kumimoji="1" lang="en-US" altLang="zh-CN" sz="2000" dirty="0"/>
          </a:p>
          <a:p>
            <a:pPr eaLnBrk="1" hangingPunct="1"/>
            <a:r>
              <a:rPr kumimoji="1" lang="zh-CN" altLang="zh-CN" sz="2000" dirty="0"/>
              <a:t>After he finished speaking, he went out, and I felt him wiping away his tears.</a:t>
            </a:r>
            <a:endParaRPr kumimoji="1" lang="zh-CN" altLang="en-US" sz="2000" dirty="0"/>
          </a:p>
        </p:txBody>
      </p:sp>
      <p:pic>
        <p:nvPicPr>
          <p:cNvPr id="4" name="感觉.wav" descr="感觉.wav">
            <a:hlinkClick r:id="" action="ppaction://media"/>
            <a:extLst>
              <a:ext uri="{FF2B5EF4-FFF2-40B4-BE49-F238E27FC236}">
                <a16:creationId xmlns:a16="http://schemas.microsoft.com/office/drawing/2014/main" id="{EA9439BC-3461-DD46-AE26-C1553347F922}"/>
              </a:ext>
            </a:extLst>
          </p:cNvPr>
          <p:cNvPicPr>
            <a:picLocks noChangeAspect="1" noChangeArrowheads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67400" y="381000"/>
            <a:ext cx="533400" cy="533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" name="感觉舒服.wav" descr="感觉舒服.wav">
            <a:hlinkClick r:id="" action="ppaction://media"/>
            <a:extLst>
              <a:ext uri="{FF2B5EF4-FFF2-40B4-BE49-F238E27FC236}">
                <a16:creationId xmlns:a16="http://schemas.microsoft.com/office/drawing/2014/main" id="{B355EEAD-B7F5-B14C-A538-698A338A97A0}"/>
              </a:ext>
            </a:extLst>
          </p:cNvPr>
          <p:cNvPicPr>
            <a:picLocks noChangeAspect="1" noChangeArrowheads="1"/>
          </p:cNvPicPr>
          <p:nvPr>
            <a:audi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05400" y="1524000"/>
            <a:ext cx="533400" cy="533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" name="感觉到.wav" descr="感觉到.wav">
            <a:hlinkClick r:id="" action="ppaction://media"/>
            <a:extLst>
              <a:ext uri="{FF2B5EF4-FFF2-40B4-BE49-F238E27FC236}">
                <a16:creationId xmlns:a16="http://schemas.microsoft.com/office/drawing/2014/main" id="{1F4F5BC7-E987-E849-A8E2-8B646C116D64}"/>
              </a:ext>
            </a:extLst>
          </p:cNvPr>
          <p:cNvPicPr>
            <a:picLocks noChangeAspect="1" noChangeArrowheads="1"/>
          </p:cNvPicPr>
          <p:nvPr>
            <a:audioFile r:link="rId6"/>
            <p:extLst>
              <p:ext uri="{DAA4B4D4-6D71-4841-9C94-3DE7FCFB9230}">
                <p14:media xmlns:p14="http://schemas.microsoft.com/office/powerpoint/2010/main" r:embed="rId5"/>
              </p:ext>
            </p:extLst>
          </p:nvPr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29000" y="1905000"/>
            <a:ext cx="533400" cy="533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" name="说完，他就出去了，我感觉到他在擦眼泪。.wav" descr="说完，他就出去了，我感觉到他在擦眼泪。.wav">
            <a:hlinkClick r:id="" action="ppaction://media"/>
            <a:extLst>
              <a:ext uri="{FF2B5EF4-FFF2-40B4-BE49-F238E27FC236}">
                <a16:creationId xmlns:a16="http://schemas.microsoft.com/office/drawing/2014/main" id="{2D6C0B1F-A036-D947-9985-BBCBEC733073}"/>
              </a:ext>
            </a:extLst>
          </p:cNvPr>
          <p:cNvPicPr>
            <a:picLocks noChangeAspect="1" noChangeArrowheads="1"/>
          </p:cNvPicPr>
          <p:nvPr>
            <a:audioFile r:link="rId8"/>
            <p:extLst>
              <p:ext uri="{DAA4B4D4-6D71-4841-9C94-3DE7FCFB9230}">
                <p14:media xmlns:p14="http://schemas.microsoft.com/office/powerpoint/2010/main" r:embed="rId7"/>
              </p:ext>
            </p:extLst>
          </p:nvPr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94450" y="2590800"/>
            <a:ext cx="533400" cy="533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" name="圆角矩形 9">
            <a:extLst>
              <a:ext uri="{FF2B5EF4-FFF2-40B4-BE49-F238E27FC236}">
                <a16:creationId xmlns:a16="http://schemas.microsoft.com/office/drawing/2014/main" id="{7645A335-742B-BA45-9130-3A3D19DB8C84}"/>
              </a:ext>
            </a:extLst>
          </p:cNvPr>
          <p:cNvSpPr/>
          <p:nvPr/>
        </p:nvSpPr>
        <p:spPr>
          <a:xfrm>
            <a:off x="6346825" y="5097463"/>
            <a:ext cx="2514600" cy="598487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kumimoji="1" lang="en-US" altLang="zh-CN" dirty="0">
                <a:hlinkClick r:id="rId11" action="ppaction://hlinksldjump"/>
              </a:rPr>
              <a:t>Click to the next page</a:t>
            </a:r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803227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972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0" dur="1332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4" dur="1116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8" dur="4356" fill="hold"/>
                                        <p:tgtEl>
                                          <p:spTgt spid="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19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  <p:audio>
              <p:cMediaNode vol="80000">
                <p:cTn id="20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"/>
                </p:tgtEl>
              </p:cMediaNode>
            </p:audio>
            <p:audio>
              <p:cMediaNode vol="80000">
                <p:cTn id="21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3"/>
                </p:tgtEl>
              </p:cMediaNode>
            </p:audio>
            <p:audio>
              <p:cMediaNode vol="80000">
                <p:cTn id="22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7"/>
                </p:tgtEl>
              </p:cMediaNode>
            </p:audio>
          </p:childTnLst>
        </p:cTn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标题 1">
            <a:extLst>
              <a:ext uri="{FF2B5EF4-FFF2-40B4-BE49-F238E27FC236}">
                <a16:creationId xmlns:a16="http://schemas.microsoft.com/office/drawing/2014/main" id="{7845DFAC-DC72-B34E-95EE-A6B0C2617BF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kumimoji="1" lang="zh-CN" altLang="en-US" sz="2800"/>
              <a:t>感觉 </a:t>
            </a:r>
            <a:r>
              <a:rPr kumimoji="1" lang="zh-CN" altLang="zh-CN" sz="2800"/>
              <a:t>gǎnjué </a:t>
            </a:r>
            <a:endParaRPr kumimoji="1" lang="zh-CN" altLang="en-US" sz="2800"/>
          </a:p>
        </p:txBody>
      </p:sp>
      <p:sp>
        <p:nvSpPr>
          <p:cNvPr id="17410" name="内容占位符 2">
            <a:extLst>
              <a:ext uri="{FF2B5EF4-FFF2-40B4-BE49-F238E27FC236}">
                <a16:creationId xmlns:a16="http://schemas.microsoft.com/office/drawing/2014/main" id="{0C65D3AC-3B8B-9640-8D51-840B50B7FF32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zh-CN" sz="2000" dirty="0"/>
              <a:t>Sentence:</a:t>
            </a:r>
          </a:p>
          <a:p>
            <a:pPr eaLnBrk="1" hangingPunct="1"/>
            <a:r>
              <a:rPr kumimoji="1" lang="zh-CN" altLang="en-US" sz="2000" dirty="0"/>
              <a:t>说完，他就出去了，我感觉到他在擦眼泪。</a:t>
            </a:r>
            <a:r>
              <a:rPr kumimoji="1" lang="en-US" altLang="zh-CN" sz="2000" dirty="0"/>
              <a:t>['</a:t>
            </a:r>
            <a:r>
              <a:rPr kumimoji="1" lang="zh-CN" altLang="en-US" sz="2000" dirty="0"/>
              <a:t>擦</a:t>
            </a:r>
            <a:r>
              <a:rPr kumimoji="1" lang="en-US" altLang="zh-CN" sz="2000" dirty="0"/>
              <a:t>’]</a:t>
            </a:r>
          </a:p>
          <a:p>
            <a:pPr eaLnBrk="1" hangingPunct="1"/>
            <a:r>
              <a:rPr kumimoji="1" lang="zh-CN" altLang="en-US" sz="2000" dirty="0"/>
              <a:t>说完</a:t>
            </a:r>
            <a:r>
              <a:rPr kumimoji="1" lang="en-US" altLang="zh-CN" sz="2000" dirty="0"/>
              <a:t>/</a:t>
            </a:r>
            <a:r>
              <a:rPr kumimoji="1" lang="zh-CN" altLang="zh-CN" sz="2000" dirty="0"/>
              <a:t>shuōwán  ，  </a:t>
            </a:r>
            <a:r>
              <a:rPr kumimoji="1" lang="zh-CN" altLang="en-US" sz="2000" dirty="0"/>
              <a:t>他</a:t>
            </a:r>
            <a:r>
              <a:rPr kumimoji="1" lang="en-US" altLang="zh-CN" sz="2000" dirty="0"/>
              <a:t>/</a:t>
            </a:r>
            <a:r>
              <a:rPr kumimoji="1" lang="zh-CN" altLang="zh-CN" sz="2000" dirty="0"/>
              <a:t>tā  </a:t>
            </a:r>
            <a:r>
              <a:rPr kumimoji="1" lang="zh-CN" altLang="en-US" sz="2000" dirty="0"/>
              <a:t>就</a:t>
            </a:r>
            <a:r>
              <a:rPr kumimoji="1" lang="en-US" altLang="zh-CN" sz="2000" dirty="0"/>
              <a:t>/</a:t>
            </a:r>
            <a:r>
              <a:rPr kumimoji="1" lang="zh-CN" altLang="zh-CN" sz="2000" dirty="0"/>
              <a:t>jiù  </a:t>
            </a:r>
            <a:r>
              <a:rPr kumimoji="1" lang="zh-CN" altLang="en-US" sz="2000" dirty="0"/>
              <a:t>出去</a:t>
            </a:r>
            <a:r>
              <a:rPr kumimoji="1" lang="en-US" altLang="zh-CN" sz="2000" dirty="0"/>
              <a:t>/</a:t>
            </a:r>
            <a:r>
              <a:rPr kumimoji="1" lang="zh-CN" altLang="zh-CN" sz="2000" dirty="0"/>
              <a:t>chūqù  </a:t>
            </a:r>
            <a:r>
              <a:rPr kumimoji="1" lang="zh-CN" altLang="en-US" sz="2000" dirty="0"/>
              <a:t>了</a:t>
            </a:r>
            <a:r>
              <a:rPr kumimoji="1" lang="en-US" altLang="zh-CN" sz="2000" dirty="0"/>
              <a:t>/</a:t>
            </a:r>
            <a:r>
              <a:rPr kumimoji="1" lang="zh-CN" altLang="zh-CN" sz="2000" dirty="0"/>
              <a:t>le  ，  </a:t>
            </a:r>
            <a:r>
              <a:rPr kumimoji="1" lang="zh-CN" altLang="en-US" sz="2000" dirty="0"/>
              <a:t>我</a:t>
            </a:r>
            <a:r>
              <a:rPr kumimoji="1" lang="en-US" altLang="zh-CN" sz="2000" dirty="0"/>
              <a:t>/</a:t>
            </a:r>
            <a:r>
              <a:rPr kumimoji="1" lang="zh-CN" altLang="zh-CN" sz="2000" dirty="0"/>
              <a:t>wǒ  </a:t>
            </a:r>
            <a:r>
              <a:rPr kumimoji="1" lang="zh-CN" altLang="en-US" sz="2000" dirty="0"/>
              <a:t>感觉到</a:t>
            </a:r>
            <a:r>
              <a:rPr kumimoji="1" lang="en-US" altLang="zh-CN" sz="2000" dirty="0"/>
              <a:t>/</a:t>
            </a:r>
            <a:r>
              <a:rPr kumimoji="1" lang="zh-CN" altLang="zh-CN" sz="2000" dirty="0"/>
              <a:t>gǎnjuédào  </a:t>
            </a:r>
            <a:r>
              <a:rPr kumimoji="1" lang="zh-CN" altLang="en-US" sz="2000" dirty="0"/>
              <a:t>他</a:t>
            </a:r>
            <a:r>
              <a:rPr kumimoji="1" lang="en-US" altLang="zh-CN" sz="2000" dirty="0"/>
              <a:t>/</a:t>
            </a:r>
            <a:r>
              <a:rPr kumimoji="1" lang="zh-CN" altLang="zh-CN" sz="2000" dirty="0"/>
              <a:t>tā  </a:t>
            </a:r>
            <a:r>
              <a:rPr kumimoji="1" lang="zh-CN" altLang="en-US" sz="2000" dirty="0"/>
              <a:t>在</a:t>
            </a:r>
            <a:r>
              <a:rPr kumimoji="1" lang="en-US" altLang="zh-CN" sz="2000" dirty="0"/>
              <a:t>/</a:t>
            </a:r>
            <a:r>
              <a:rPr kumimoji="1" lang="zh-CN" altLang="zh-CN" sz="2000" dirty="0"/>
              <a:t>zài  </a:t>
            </a:r>
            <a:r>
              <a:rPr kumimoji="1" lang="zh-CN" altLang="en-US" sz="2000" dirty="0"/>
              <a:t>擦</a:t>
            </a:r>
            <a:r>
              <a:rPr kumimoji="1" lang="en-US" altLang="zh-CN" sz="2000" dirty="0"/>
              <a:t>/</a:t>
            </a:r>
            <a:r>
              <a:rPr kumimoji="1" lang="zh-CN" altLang="zh-CN" sz="2000" dirty="0"/>
              <a:t>cā  </a:t>
            </a:r>
            <a:r>
              <a:rPr kumimoji="1" lang="zh-CN" altLang="en-US" sz="2000" dirty="0"/>
              <a:t>眼泪</a:t>
            </a:r>
            <a:r>
              <a:rPr kumimoji="1" lang="en-US" altLang="zh-CN" sz="2000" dirty="0"/>
              <a:t>/</a:t>
            </a:r>
            <a:r>
              <a:rPr kumimoji="1" lang="zh-CN" altLang="zh-CN" sz="2000" dirty="0"/>
              <a:t>yǎnlèi  。</a:t>
            </a:r>
            <a:endParaRPr kumimoji="1" lang="en-US" altLang="zh-CN" sz="2000" dirty="0"/>
          </a:p>
          <a:p>
            <a:pPr eaLnBrk="1" hangingPunct="1"/>
            <a:r>
              <a:rPr kumimoji="1" lang="zh-CN" altLang="zh-CN" sz="2000" dirty="0"/>
              <a:t>After he finished speaking, he went out, and I felt him wiping away his tears.</a:t>
            </a:r>
            <a:endParaRPr kumimoji="1" lang="zh-CN" altLang="en-US" sz="2000" dirty="0"/>
          </a:p>
        </p:txBody>
      </p:sp>
      <p:pic>
        <p:nvPicPr>
          <p:cNvPr id="4" name="感觉.wav" descr="感觉.wav">
            <a:hlinkClick r:id="" action="ppaction://media"/>
            <a:extLst>
              <a:ext uri="{FF2B5EF4-FFF2-40B4-BE49-F238E27FC236}">
                <a16:creationId xmlns:a16="http://schemas.microsoft.com/office/drawing/2014/main" id="{EA9439BC-3461-DD46-AE26-C1553347F922}"/>
              </a:ext>
            </a:extLst>
          </p:cNvPr>
          <p:cNvPicPr>
            <a:picLocks noChangeAspect="1" noChangeArrowheads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67400" y="381000"/>
            <a:ext cx="533400" cy="533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" name="说完，他就出去了，我感觉到他在擦眼泪。.wav" descr="说完，他就出去了，我感觉到他在擦眼泪。.wav">
            <a:hlinkClick r:id="" action="ppaction://media"/>
            <a:extLst>
              <a:ext uri="{FF2B5EF4-FFF2-40B4-BE49-F238E27FC236}">
                <a16:creationId xmlns:a16="http://schemas.microsoft.com/office/drawing/2014/main" id="{2D6C0B1F-A036-D947-9985-BBCBEC733073}"/>
              </a:ext>
            </a:extLst>
          </p:cNvPr>
          <p:cNvPicPr>
            <a:picLocks noChangeAspect="1" noChangeArrowheads="1"/>
          </p:cNvPicPr>
          <p:nvPr>
            <a:audi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48400" y="1493837"/>
            <a:ext cx="533400" cy="533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" name="圆角矩形 9">
            <a:extLst>
              <a:ext uri="{FF2B5EF4-FFF2-40B4-BE49-F238E27FC236}">
                <a16:creationId xmlns:a16="http://schemas.microsoft.com/office/drawing/2014/main" id="{C1DE8E99-FC12-FB4D-98D5-79BC3E419FAD}"/>
              </a:ext>
            </a:extLst>
          </p:cNvPr>
          <p:cNvSpPr/>
          <p:nvPr/>
        </p:nvSpPr>
        <p:spPr>
          <a:xfrm>
            <a:off x="6346825" y="5097463"/>
            <a:ext cx="2514600" cy="598487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kumimoji="1" lang="en-US" altLang="zh-CN" dirty="0">
                <a:hlinkClick r:id="rId7" action="ppaction://hlinksldjump"/>
              </a:rPr>
              <a:t>Click to the next page</a:t>
            </a:r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4140923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972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0" dur="4356" fill="hold"/>
                                        <p:tgtEl>
                                          <p:spTgt spid="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11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  <p:audio>
              <p:cMediaNode vol="80000">
                <p:cTn id="12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7"/>
                </p:tgtEl>
              </p:cMediaNode>
            </p:audio>
          </p:childTnLst>
        </p:cTn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标题 1">
            <a:extLst>
              <a:ext uri="{FF2B5EF4-FFF2-40B4-BE49-F238E27FC236}">
                <a16:creationId xmlns:a16="http://schemas.microsoft.com/office/drawing/2014/main" id="{28D99E81-62E0-0E42-A7D4-7018786FC39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kumimoji="1" lang="en-US" altLang="zh-CN"/>
              <a:t>practice</a:t>
            </a:r>
            <a:endParaRPr kumimoji="1" lang="zh-CN" alt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51674A3-BFF6-5941-A49B-CBAAE289672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indent="-457200" eaLnBrk="1" hangingPunct="1">
              <a:buFontTx/>
              <a:buAutoNum type="arabicPeriod"/>
              <a:defRPr/>
            </a:pPr>
            <a:r>
              <a:rPr lang="en" altLang="zh-CN" sz="2000" dirty="0"/>
              <a:t>Find</a:t>
            </a:r>
            <a:r>
              <a:rPr lang="zh-CN" altLang="en-US" sz="2000" dirty="0"/>
              <a:t> </a:t>
            </a:r>
            <a:r>
              <a:rPr lang="en-US" altLang="zh-CN" sz="2000" dirty="0"/>
              <a:t>responding</a:t>
            </a:r>
            <a:r>
              <a:rPr lang="zh-CN" altLang="en-US" sz="2000" dirty="0"/>
              <a:t> </a:t>
            </a:r>
            <a:r>
              <a:rPr lang="en" altLang="zh-CN" sz="2000" dirty="0"/>
              <a:t>word. </a:t>
            </a:r>
          </a:p>
          <a:p>
            <a:pPr marL="0" indent="0" eaLnBrk="1" hangingPunct="1">
              <a:buFontTx/>
              <a:buNone/>
              <a:defRPr/>
            </a:pPr>
            <a:r>
              <a:rPr lang="zh-CN" altLang="en-US" sz="2000" dirty="0"/>
              <a:t>（）</a:t>
            </a:r>
            <a:r>
              <a:rPr lang="en" altLang="zh-CN" sz="2000" dirty="0"/>
              <a:t> feel;</a:t>
            </a:r>
            <a:r>
              <a:rPr lang="zh-CN" altLang="en-US" sz="2000" dirty="0"/>
              <a:t> </a:t>
            </a:r>
            <a:r>
              <a:rPr lang="en" altLang="zh-CN" sz="2000" dirty="0"/>
              <a:t>perceive;</a:t>
            </a:r>
            <a:r>
              <a:rPr lang="zh-CN" altLang="en-US" sz="2000" dirty="0"/>
              <a:t> </a:t>
            </a:r>
            <a:r>
              <a:rPr lang="en" altLang="zh-CN" sz="2000" dirty="0"/>
              <a:t>become aware of; realize </a:t>
            </a:r>
          </a:p>
          <a:p>
            <a:pPr marL="0" indent="0" eaLnBrk="1" hangingPunct="1">
              <a:buFontTx/>
              <a:buNone/>
              <a:defRPr/>
            </a:pPr>
            <a:r>
              <a:rPr lang="en-US" altLang="zh-CN" sz="2000" dirty="0"/>
              <a:t>A.</a:t>
            </a:r>
            <a:r>
              <a:rPr lang="zh-CN" altLang="en-US" sz="2000" dirty="0"/>
              <a:t>先  </a:t>
            </a:r>
            <a:r>
              <a:rPr lang="en-US" altLang="zh-CN" sz="2000" dirty="0"/>
              <a:t>B.</a:t>
            </a:r>
            <a:r>
              <a:rPr lang="zh-CN" altLang="en-US" sz="2000" dirty="0"/>
              <a:t>动物  </a:t>
            </a:r>
            <a:r>
              <a:rPr lang="en-US" altLang="zh-CN" sz="2000" dirty="0"/>
              <a:t>C.</a:t>
            </a:r>
            <a:r>
              <a:rPr lang="zh-CN" altLang="en-US" sz="2000" dirty="0"/>
              <a:t>鸡蛋  </a:t>
            </a:r>
            <a:r>
              <a:rPr lang="en-US" altLang="zh-CN" sz="2000" dirty="0"/>
              <a:t>D.</a:t>
            </a:r>
            <a:r>
              <a:rPr lang="zh-CN" altLang="en-US" sz="2000" dirty="0"/>
              <a:t>感觉</a:t>
            </a:r>
            <a:endParaRPr lang="en-US" altLang="zh-CN" sz="2000" dirty="0"/>
          </a:p>
          <a:p>
            <a:pPr marL="0" indent="0" eaLnBrk="1" hangingPunct="1">
              <a:buFontTx/>
              <a:buNone/>
              <a:defRPr/>
            </a:pPr>
            <a:endParaRPr lang="en-US" altLang="zh-CN" sz="2000" dirty="0"/>
          </a:p>
          <a:p>
            <a:pPr marL="0" indent="0" eaLnBrk="1" hangingPunct="1">
              <a:buFontTx/>
              <a:buNone/>
              <a:defRPr/>
            </a:pPr>
            <a:r>
              <a:rPr lang="en-US" altLang="zh-CN" sz="2000" dirty="0"/>
              <a:t>2.</a:t>
            </a:r>
            <a:r>
              <a:rPr lang="zh-CN" altLang="en-US" sz="2000" dirty="0"/>
              <a:t> </a:t>
            </a:r>
            <a:r>
              <a:rPr lang="en-US" altLang="zh-CN" sz="2000" dirty="0"/>
              <a:t>Find</a:t>
            </a:r>
            <a:r>
              <a:rPr lang="zh-CN" altLang="en-US" sz="2000" dirty="0"/>
              <a:t> </a:t>
            </a:r>
            <a:r>
              <a:rPr lang="en-US" altLang="zh-CN" sz="2000" dirty="0"/>
              <a:t>right</a:t>
            </a:r>
            <a:r>
              <a:rPr lang="zh-CN" altLang="en-US" sz="2000" dirty="0"/>
              <a:t> </a:t>
            </a:r>
            <a:r>
              <a:rPr lang="en-US" altLang="zh-CN" sz="2000" dirty="0"/>
              <a:t>collocation.</a:t>
            </a:r>
          </a:p>
          <a:p>
            <a:pPr marL="0" indent="0" eaLnBrk="1" hangingPunct="1">
              <a:buFontTx/>
              <a:buNone/>
              <a:defRPr/>
            </a:pPr>
            <a:r>
              <a:rPr lang="zh-CN" altLang="en-US" sz="2000" dirty="0"/>
              <a:t>（）舒服     </a:t>
            </a:r>
            <a:r>
              <a:rPr lang="en-US" altLang="zh-CN" sz="2000" dirty="0"/>
              <a:t>A.</a:t>
            </a:r>
            <a:r>
              <a:rPr lang="zh-CN" altLang="en-US" sz="2000" dirty="0"/>
              <a:t>照片  </a:t>
            </a:r>
            <a:r>
              <a:rPr lang="en-US" altLang="zh-CN" sz="2000" dirty="0"/>
              <a:t>B.</a:t>
            </a:r>
            <a:r>
              <a:rPr lang="zh-CN" altLang="en-US" sz="2000" dirty="0"/>
              <a:t>块</a:t>
            </a:r>
            <a:r>
              <a:rPr lang="en-US" altLang="zh-CN" sz="2000" dirty="0"/>
              <a:t>  C.</a:t>
            </a:r>
            <a:r>
              <a:rPr lang="zh-CN" altLang="en-US" sz="2000" dirty="0"/>
              <a:t> 感觉  </a:t>
            </a:r>
            <a:r>
              <a:rPr lang="en-US" altLang="zh-CN" sz="2000" dirty="0"/>
              <a:t>D.</a:t>
            </a:r>
            <a:r>
              <a:rPr lang="zh-CN" altLang="en-US" sz="2000" dirty="0"/>
              <a:t>结婚</a:t>
            </a:r>
            <a:endParaRPr lang="en-US" altLang="zh-CN" sz="2000" dirty="0"/>
          </a:p>
          <a:p>
            <a:pPr marL="0" indent="0" eaLnBrk="1" hangingPunct="1">
              <a:buFontTx/>
              <a:buNone/>
              <a:defRPr/>
            </a:pPr>
            <a:r>
              <a:rPr lang="zh-CN" altLang="en-US" sz="2000" dirty="0"/>
              <a:t>（）到    </a:t>
            </a:r>
            <a:r>
              <a:rPr lang="en-US" altLang="zh-CN" sz="2000" dirty="0"/>
              <a:t>A.</a:t>
            </a:r>
            <a:r>
              <a:rPr lang="zh-CN" altLang="en-US" sz="2000" dirty="0"/>
              <a:t> 大  </a:t>
            </a:r>
            <a:r>
              <a:rPr lang="en-US" altLang="zh-CN" sz="2000" dirty="0"/>
              <a:t>B.</a:t>
            </a:r>
            <a:r>
              <a:rPr lang="zh-CN" altLang="en-US" sz="2000" dirty="0"/>
              <a:t>感觉</a:t>
            </a:r>
            <a:r>
              <a:rPr lang="en-US" altLang="zh-CN" sz="2000" dirty="0"/>
              <a:t>  C.</a:t>
            </a:r>
            <a:r>
              <a:rPr lang="zh-CN" altLang="en-US" sz="2000" dirty="0"/>
              <a:t> 灯  </a:t>
            </a:r>
            <a:r>
              <a:rPr lang="en-US" altLang="zh-CN" sz="2000" dirty="0"/>
              <a:t>D.</a:t>
            </a:r>
            <a:r>
              <a:rPr lang="zh-CN" altLang="en-US" sz="2000" dirty="0"/>
              <a:t>还（副词）</a:t>
            </a:r>
            <a:endParaRPr lang="en-US" altLang="zh-CN" sz="2000" dirty="0"/>
          </a:p>
          <a:p>
            <a:pPr marL="0" indent="0" eaLnBrk="1" hangingPunct="1">
              <a:buFontTx/>
              <a:buNone/>
              <a:defRPr/>
            </a:pPr>
            <a:endParaRPr lang="en-US" altLang="zh-CN" sz="2000" dirty="0"/>
          </a:p>
          <a:p>
            <a:pPr marL="0" indent="0" eaLnBrk="1" hangingPunct="1">
              <a:buFontTx/>
              <a:buNone/>
              <a:defRPr/>
            </a:pPr>
            <a:r>
              <a:rPr lang="en-US" altLang="zh-CN" sz="2000" dirty="0"/>
              <a:t>3.</a:t>
            </a:r>
            <a:r>
              <a:rPr lang="zh-CN" altLang="en-US" sz="2000" dirty="0"/>
              <a:t> </a:t>
            </a:r>
            <a:r>
              <a:rPr lang="en-US" altLang="zh-CN" sz="2000" dirty="0"/>
              <a:t>Fill</a:t>
            </a:r>
            <a:r>
              <a:rPr lang="zh-CN" altLang="en-US" sz="2000" dirty="0"/>
              <a:t> </a:t>
            </a:r>
            <a:r>
              <a:rPr lang="en-US" altLang="zh-CN" sz="2000" dirty="0"/>
              <a:t>in right word.</a:t>
            </a:r>
          </a:p>
          <a:p>
            <a:pPr eaLnBrk="1" hangingPunct="1">
              <a:defRPr/>
            </a:pPr>
            <a:r>
              <a:rPr kumimoji="1" lang="zh-CN" altLang="en-US" sz="2000" dirty="0"/>
              <a:t>说完，他就出去了，我感（）到他在擦眼泪。</a:t>
            </a:r>
          </a:p>
        </p:txBody>
      </p:sp>
      <p:sp>
        <p:nvSpPr>
          <p:cNvPr id="4" name="圆角矩形 3">
            <a:extLst>
              <a:ext uri="{FF2B5EF4-FFF2-40B4-BE49-F238E27FC236}">
                <a16:creationId xmlns:a16="http://schemas.microsoft.com/office/drawing/2014/main" id="{AD9A112D-F0AA-0042-9978-516AB8858C9E}"/>
              </a:ext>
            </a:extLst>
          </p:cNvPr>
          <p:cNvSpPr/>
          <p:nvPr/>
        </p:nvSpPr>
        <p:spPr>
          <a:xfrm>
            <a:off x="6346825" y="5097463"/>
            <a:ext cx="2514600" cy="598487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kumimoji="1" lang="en-US" altLang="zh-CN" dirty="0">
                <a:hlinkClick r:id="rId2" action="ppaction://hlinksldjump"/>
              </a:rPr>
              <a:t>Click to the next page</a:t>
            </a:r>
            <a:endParaRPr kumimoji="1" lang="zh-CN" altLang="en-US" dirty="0"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CED0817-D27F-B64C-9D40-FB9BCEACDD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sz="2800" dirty="0"/>
              <a:t>End</a:t>
            </a:r>
            <a:r>
              <a:rPr kumimoji="1" lang="zh-CN" altLang="en-US" sz="2800" dirty="0"/>
              <a:t> </a:t>
            </a:r>
            <a:r>
              <a:rPr kumimoji="1" lang="en-US" altLang="zh-CN" sz="2800" dirty="0"/>
              <a:t>time</a:t>
            </a:r>
            <a:r>
              <a:rPr kumimoji="1" lang="zh-CN" altLang="en-US" sz="2800" dirty="0"/>
              <a:t> </a:t>
            </a:r>
            <a:r>
              <a:rPr kumimoji="1" lang="en-US" altLang="zh-CN" sz="2800" dirty="0"/>
              <a:t>of learning a word </a:t>
            </a:r>
            <a:endParaRPr kumimoji="1" lang="zh-CN" altLang="en-US" sz="2800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077E894-BBC6-7C41-9939-B130BFD1BA5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zh-CN" sz="2000" dirty="0"/>
              <a:t>Please write down the present time (accurate to the minute) on your paper. __________</a:t>
            </a:r>
          </a:p>
          <a:p>
            <a:endParaRPr kumimoji="1" lang="zh-CN" altLang="en-US" dirty="0"/>
          </a:p>
        </p:txBody>
      </p:sp>
      <p:sp>
        <p:nvSpPr>
          <p:cNvPr id="4" name="圆角矩形 3">
            <a:extLst>
              <a:ext uri="{FF2B5EF4-FFF2-40B4-BE49-F238E27FC236}">
                <a16:creationId xmlns:a16="http://schemas.microsoft.com/office/drawing/2014/main" id="{01ADF194-DBE7-8A4C-B5E8-98F40B075572}"/>
              </a:ext>
            </a:extLst>
          </p:cNvPr>
          <p:cNvSpPr/>
          <p:nvPr/>
        </p:nvSpPr>
        <p:spPr>
          <a:xfrm>
            <a:off x="6346825" y="5097463"/>
            <a:ext cx="2514600" cy="598487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kumimoji="1" lang="en-US" altLang="zh-CN" dirty="0">
                <a:hlinkClick r:id="rId2" action="ppaction://hlinksldjump"/>
              </a:rPr>
              <a:t>Next word</a:t>
            </a:r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071732197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CED0817-D27F-B64C-9D40-FB9BCEACDD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sz="2800" dirty="0"/>
              <a:t>Start</a:t>
            </a:r>
            <a:r>
              <a:rPr kumimoji="1" lang="zh-CN" altLang="en-US" sz="2800" dirty="0"/>
              <a:t> </a:t>
            </a:r>
            <a:r>
              <a:rPr kumimoji="1" lang="en-US" altLang="zh-CN" sz="2800" dirty="0"/>
              <a:t>time</a:t>
            </a:r>
            <a:r>
              <a:rPr kumimoji="1" lang="zh-CN" altLang="en-US" sz="2800" dirty="0"/>
              <a:t> </a:t>
            </a:r>
            <a:r>
              <a:rPr kumimoji="1" lang="en-US" altLang="zh-CN" sz="2800" dirty="0"/>
              <a:t>of learning a word </a:t>
            </a:r>
            <a:endParaRPr kumimoji="1" lang="zh-CN" altLang="en-US" sz="2800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077E894-BBC6-7C41-9939-B130BFD1BA5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zh-CN" sz="2000" dirty="0"/>
              <a:t>Please write down the present time (accurate to the minute) on your paper. __________</a:t>
            </a:r>
          </a:p>
          <a:p>
            <a:endParaRPr kumimoji="1" lang="zh-CN" altLang="en-US" dirty="0"/>
          </a:p>
        </p:txBody>
      </p:sp>
      <p:sp>
        <p:nvSpPr>
          <p:cNvPr id="4" name="圆角矩形 3">
            <a:extLst>
              <a:ext uri="{FF2B5EF4-FFF2-40B4-BE49-F238E27FC236}">
                <a16:creationId xmlns:a16="http://schemas.microsoft.com/office/drawing/2014/main" id="{01ADF194-DBE7-8A4C-B5E8-98F40B075572}"/>
              </a:ext>
            </a:extLst>
          </p:cNvPr>
          <p:cNvSpPr/>
          <p:nvPr/>
        </p:nvSpPr>
        <p:spPr>
          <a:xfrm>
            <a:off x="6346825" y="5097463"/>
            <a:ext cx="2514600" cy="598487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kumimoji="1" lang="en-US" altLang="zh-CN" dirty="0">
                <a:hlinkClick r:id="rId2" action="ppaction://hlinksldjump"/>
              </a:rPr>
              <a:t>Click to the next page</a:t>
            </a:r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581009653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1" name="标题 1">
            <a:extLst>
              <a:ext uri="{FF2B5EF4-FFF2-40B4-BE49-F238E27FC236}">
                <a16:creationId xmlns:a16="http://schemas.microsoft.com/office/drawing/2014/main" id="{06570B87-D7AD-9647-9CE5-37739358B28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74637"/>
            <a:ext cx="8229600" cy="1249363"/>
          </a:xfrm>
        </p:spPr>
        <p:txBody>
          <a:bodyPr/>
          <a:lstStyle/>
          <a:p>
            <a:pPr algn="l"/>
            <a:r>
              <a:rPr kumimoji="1" lang="en-US" altLang="zh-CN" sz="2400" dirty="0"/>
              <a:t>How about you know </a:t>
            </a:r>
            <a:r>
              <a:rPr kumimoji="1" lang="zh-CN" altLang="en-US" sz="2400" dirty="0"/>
              <a:t>所有？</a:t>
            </a:r>
            <a:br>
              <a:rPr kumimoji="1" lang="en-US" altLang="zh-CN" sz="2400" dirty="0"/>
            </a:br>
            <a:r>
              <a:rPr kumimoji="1" lang="en-US" altLang="zh-CN" sz="2400" dirty="0"/>
              <a:t>Please</a:t>
            </a:r>
            <a:r>
              <a:rPr kumimoji="1" lang="zh-CN" altLang="en-US" sz="2400" dirty="0"/>
              <a:t> </a:t>
            </a:r>
            <a:r>
              <a:rPr kumimoji="1" lang="en-US" altLang="zh-CN" sz="2400" dirty="0"/>
              <a:t>write down the choice on your page and click the choice to jump to the corresponding page</a:t>
            </a:r>
            <a:endParaRPr kumimoji="1" lang="zh-CN" altLang="en-US" sz="2400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30F45E4-88F1-6F47-B1DD-2543870B46A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676400"/>
            <a:ext cx="8229600" cy="3962399"/>
          </a:xfrm>
        </p:spPr>
        <p:txBody>
          <a:bodyPr/>
          <a:lstStyle/>
          <a:p>
            <a:pPr>
              <a:defRPr/>
            </a:pPr>
            <a:r>
              <a:rPr lang="en-US" altLang="zh-CN" sz="2000" dirty="0"/>
              <a:t>I have never seen this word.</a:t>
            </a:r>
          </a:p>
          <a:p>
            <a:pPr marL="0" indent="0">
              <a:buNone/>
              <a:defRPr/>
            </a:pPr>
            <a:r>
              <a:rPr lang="en-US" altLang="zh-CN" sz="2000" dirty="0"/>
              <a:t> </a:t>
            </a:r>
            <a:endParaRPr lang="zh-CN" altLang="zh-CN" sz="2000" dirty="0"/>
          </a:p>
          <a:p>
            <a:pPr>
              <a:defRPr/>
            </a:pPr>
            <a:r>
              <a:rPr lang="en-US" altLang="zh-CN" sz="2000" dirty="0"/>
              <a:t>I don’t know what it means. </a:t>
            </a:r>
          </a:p>
          <a:p>
            <a:pPr marL="0" indent="0">
              <a:buNone/>
              <a:defRPr/>
            </a:pPr>
            <a:endParaRPr lang="zh-CN" altLang="zh-CN" sz="2000" dirty="0"/>
          </a:p>
          <a:p>
            <a:pPr>
              <a:defRPr/>
            </a:pPr>
            <a:r>
              <a:rPr lang="en-US" altLang="zh-CN" sz="2000" dirty="0"/>
              <a:t>I know its collocation, but I don’t know how to use it in a sentence.</a:t>
            </a:r>
          </a:p>
          <a:p>
            <a:pPr>
              <a:defRPr/>
            </a:pPr>
            <a:endParaRPr lang="en-US" altLang="zh-CN" sz="2000" dirty="0"/>
          </a:p>
          <a:p>
            <a:pPr>
              <a:defRPr/>
            </a:pPr>
            <a:r>
              <a:rPr lang="en-US" altLang="zh-CN" sz="2000" dirty="0"/>
              <a:t>I can use it in a sentence. </a:t>
            </a:r>
            <a:endParaRPr lang="zh-CN" altLang="zh-CN" sz="1800" dirty="0"/>
          </a:p>
        </p:txBody>
      </p:sp>
      <p:sp>
        <p:nvSpPr>
          <p:cNvPr id="4" name="圆角矩形 3">
            <a:extLst>
              <a:ext uri="{FF2B5EF4-FFF2-40B4-BE49-F238E27FC236}">
                <a16:creationId xmlns:a16="http://schemas.microsoft.com/office/drawing/2014/main" id="{3C106C97-9EF1-AE4E-80B1-861673DC5DA6}"/>
              </a:ext>
            </a:extLst>
          </p:cNvPr>
          <p:cNvSpPr/>
          <p:nvPr/>
        </p:nvSpPr>
        <p:spPr>
          <a:xfrm>
            <a:off x="4191000" y="1752600"/>
            <a:ext cx="762000" cy="3810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kumimoji="1" lang="en-US" altLang="zh-CN" dirty="0">
                <a:hlinkClick r:id="rId2" action="ppaction://hlinksldjump"/>
              </a:rPr>
              <a:t>A</a:t>
            </a:r>
            <a:endParaRPr kumimoji="1" lang="zh-CN" altLang="en-US" dirty="0"/>
          </a:p>
        </p:txBody>
      </p:sp>
      <p:sp>
        <p:nvSpPr>
          <p:cNvPr id="7" name="圆角矩形 6">
            <a:extLst>
              <a:ext uri="{FF2B5EF4-FFF2-40B4-BE49-F238E27FC236}">
                <a16:creationId xmlns:a16="http://schemas.microsoft.com/office/drawing/2014/main" id="{D6C5558C-2A94-D340-B88D-3771B105CE99}"/>
              </a:ext>
            </a:extLst>
          </p:cNvPr>
          <p:cNvSpPr/>
          <p:nvPr/>
        </p:nvSpPr>
        <p:spPr>
          <a:xfrm>
            <a:off x="7531395" y="3581400"/>
            <a:ext cx="762000" cy="3810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kumimoji="1" lang="en-US" altLang="zh-CN" dirty="0">
                <a:hlinkClick r:id="rId3" action="ppaction://hlinksldjump"/>
              </a:rPr>
              <a:t>D</a:t>
            </a:r>
            <a:endParaRPr kumimoji="1" lang="zh-CN" altLang="en-US" dirty="0"/>
          </a:p>
        </p:txBody>
      </p:sp>
      <p:sp>
        <p:nvSpPr>
          <p:cNvPr id="8" name="圆角矩形 7">
            <a:extLst>
              <a:ext uri="{FF2B5EF4-FFF2-40B4-BE49-F238E27FC236}">
                <a16:creationId xmlns:a16="http://schemas.microsoft.com/office/drawing/2014/main" id="{E418098F-A830-0E4B-AE1B-BF99FBB77185}"/>
              </a:ext>
            </a:extLst>
          </p:cNvPr>
          <p:cNvSpPr/>
          <p:nvPr/>
        </p:nvSpPr>
        <p:spPr>
          <a:xfrm>
            <a:off x="3962400" y="3962400"/>
            <a:ext cx="762000" cy="3810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kumimoji="1" lang="en-US" altLang="zh-CN" dirty="0">
                <a:hlinkClick r:id="rId4" action="ppaction://hlinksldjump"/>
              </a:rPr>
              <a:t>E</a:t>
            </a:r>
            <a:endParaRPr kumimoji="1" lang="zh-CN" altLang="en-US" dirty="0"/>
          </a:p>
        </p:txBody>
      </p:sp>
      <p:sp>
        <p:nvSpPr>
          <p:cNvPr id="9" name="圆角矩形 8">
            <a:extLst>
              <a:ext uri="{FF2B5EF4-FFF2-40B4-BE49-F238E27FC236}">
                <a16:creationId xmlns:a16="http://schemas.microsoft.com/office/drawing/2014/main" id="{5E955882-84DF-F541-BD1E-BB1F7EDDA2DC}"/>
              </a:ext>
            </a:extLst>
          </p:cNvPr>
          <p:cNvSpPr/>
          <p:nvPr/>
        </p:nvSpPr>
        <p:spPr>
          <a:xfrm>
            <a:off x="4191000" y="2514600"/>
            <a:ext cx="762000" cy="3810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kumimoji="1" lang="en-US" altLang="zh-CN" dirty="0">
                <a:solidFill>
                  <a:schemeClr val="accent1">
                    <a:lumMod val="50000"/>
                  </a:schemeClr>
                </a:solidFill>
                <a:hlinkClick r:id="rId5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B</a:t>
            </a:r>
            <a:endParaRPr kumimoji="1" lang="zh-CN" altLang="en-US" dirty="0">
              <a:solidFill>
                <a:schemeClr val="accent1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78021661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7" name="标题 1">
            <a:extLst>
              <a:ext uri="{FF2B5EF4-FFF2-40B4-BE49-F238E27FC236}">
                <a16:creationId xmlns:a16="http://schemas.microsoft.com/office/drawing/2014/main" id="{4F17BCAA-BB0E-1148-8DEB-F12129F882B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kumimoji="1" lang="zh-CN" altLang="en-US" sz="2800"/>
              <a:t>所有 </a:t>
            </a:r>
            <a:r>
              <a:rPr kumimoji="1" lang="zh-CN" altLang="zh-CN" sz="2800"/>
              <a:t>suǒyǒu </a:t>
            </a:r>
            <a:endParaRPr kumimoji="1" lang="zh-CN" altLang="en-US" sz="2800"/>
          </a:p>
        </p:txBody>
      </p:sp>
      <p:sp>
        <p:nvSpPr>
          <p:cNvPr id="19458" name="内容占位符 2">
            <a:extLst>
              <a:ext uri="{FF2B5EF4-FFF2-40B4-BE49-F238E27FC236}">
                <a16:creationId xmlns:a16="http://schemas.microsoft.com/office/drawing/2014/main" id="{50413C0E-62DD-F049-BC52-5E864328320F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zh-CN" altLang="en-US" sz="2000"/>
              <a:t>所 </a:t>
            </a:r>
            <a:r>
              <a:rPr kumimoji="1" lang="zh-CN" altLang="zh-CN" sz="2000"/>
              <a:t>suǒ </a:t>
            </a:r>
            <a:r>
              <a:rPr lang="en-US" altLang="zh-CN" sz="2000"/>
              <a:t>AUXILIARY</a:t>
            </a:r>
            <a:r>
              <a:rPr lang="zh-CN" altLang="en-US" sz="2000"/>
              <a:t>  </a:t>
            </a:r>
            <a:r>
              <a:rPr lang="en-US" altLang="zh-CN" sz="2000"/>
              <a:t>[</a:t>
            </a:r>
            <a:r>
              <a:rPr lang="zh-CN" altLang="en-US" sz="2000"/>
              <a:t>所</a:t>
            </a:r>
            <a:r>
              <a:rPr lang="en-US" altLang="zh-CN" sz="2000"/>
              <a:t>+verb] [with </a:t>
            </a:r>
            <a:r>
              <a:rPr lang="zh-CN" altLang="en-US" sz="2000"/>
              <a:t>的</a:t>
            </a:r>
            <a:r>
              <a:rPr lang="en-US" altLang="zh-CN" sz="2000"/>
              <a:t> to modify a noun ] </a:t>
            </a:r>
            <a:r>
              <a:rPr lang="zh-CN" altLang="en-US" sz="2000"/>
              <a:t>所有的人</a:t>
            </a:r>
            <a:endParaRPr lang="en-US" altLang="zh-CN" sz="2000"/>
          </a:p>
          <a:p>
            <a:pPr eaLnBrk="1" hangingPunct="1"/>
            <a:r>
              <a:rPr lang="zh-CN" altLang="en-US" sz="2000"/>
              <a:t>有</a:t>
            </a:r>
            <a:r>
              <a:rPr lang="en-US" altLang="zh-CN" sz="2000"/>
              <a:t> </a:t>
            </a:r>
            <a:r>
              <a:rPr kumimoji="1" lang="zh-CN" altLang="zh-CN" sz="2000"/>
              <a:t>yǒu </a:t>
            </a:r>
            <a:r>
              <a:rPr lang="en-US" altLang="zh-CN" sz="2000"/>
              <a:t>VERB</a:t>
            </a:r>
            <a:r>
              <a:rPr lang="zh-CN" altLang="en-US" sz="2000"/>
              <a:t>  </a:t>
            </a:r>
            <a:r>
              <a:rPr lang="en-US" altLang="zh-CN" sz="2000"/>
              <a:t>have; possess; own</a:t>
            </a:r>
          </a:p>
          <a:p>
            <a:pPr eaLnBrk="1" hangingPunct="1"/>
            <a:r>
              <a:rPr lang="en-US" altLang="zh-CN" sz="2000"/>
              <a:t>ADJECTIVE</a:t>
            </a:r>
            <a:r>
              <a:rPr lang="zh-CN" altLang="en-US" sz="2000"/>
              <a:t>   </a:t>
            </a:r>
            <a:r>
              <a:rPr lang="en-US" altLang="zh-CN" sz="2000"/>
              <a:t>all</a:t>
            </a:r>
          </a:p>
          <a:p>
            <a:pPr eaLnBrk="1" hangingPunct="1"/>
            <a:r>
              <a:rPr lang="en-US" altLang="zh-CN" sz="2000"/>
              <a:t>Sentence:</a:t>
            </a:r>
          </a:p>
          <a:p>
            <a:pPr eaLnBrk="1" hangingPunct="1"/>
            <a:r>
              <a:rPr kumimoji="1" lang="zh-CN" altLang="en-US" sz="2000"/>
              <a:t>总之就是要爱所有的人。</a:t>
            </a:r>
            <a:r>
              <a:rPr kumimoji="1" lang="en-US" altLang="zh-CN" sz="2000"/>
              <a:t>['</a:t>
            </a:r>
            <a:r>
              <a:rPr kumimoji="1" lang="zh-CN" altLang="en-US" sz="2000"/>
              <a:t>总之</a:t>
            </a:r>
            <a:r>
              <a:rPr kumimoji="1" lang="en-US" altLang="zh-CN" sz="2000"/>
              <a:t>’]</a:t>
            </a:r>
          </a:p>
          <a:p>
            <a:pPr eaLnBrk="1" hangingPunct="1"/>
            <a:r>
              <a:rPr kumimoji="1" lang="zh-CN" altLang="en-US" sz="2000"/>
              <a:t>总之</a:t>
            </a:r>
            <a:r>
              <a:rPr kumimoji="1" lang="en-US" altLang="zh-CN" sz="2000"/>
              <a:t>/zǒngzhī  </a:t>
            </a:r>
            <a:r>
              <a:rPr kumimoji="1" lang="zh-CN" altLang="en-US" sz="2000"/>
              <a:t>就是</a:t>
            </a:r>
            <a:r>
              <a:rPr kumimoji="1" lang="en-US" altLang="zh-CN" sz="2000"/>
              <a:t>/jiùshì  </a:t>
            </a:r>
            <a:r>
              <a:rPr kumimoji="1" lang="zh-CN" altLang="en-US" sz="2000"/>
              <a:t>要</a:t>
            </a:r>
            <a:r>
              <a:rPr kumimoji="1" lang="en-US" altLang="zh-CN" sz="2000"/>
              <a:t>/yào  </a:t>
            </a:r>
            <a:r>
              <a:rPr kumimoji="1" lang="zh-CN" altLang="en-US" sz="2000"/>
              <a:t>爱</a:t>
            </a:r>
            <a:r>
              <a:rPr kumimoji="1" lang="en-US" altLang="zh-CN" sz="2000"/>
              <a:t>/ài  </a:t>
            </a:r>
            <a:r>
              <a:rPr kumimoji="1" lang="zh-CN" altLang="en-US" sz="2000"/>
              <a:t>所有</a:t>
            </a:r>
            <a:r>
              <a:rPr kumimoji="1" lang="en-US" altLang="zh-CN" sz="2000"/>
              <a:t>/suǒyǒu  </a:t>
            </a:r>
            <a:r>
              <a:rPr kumimoji="1" lang="zh-CN" altLang="en-US" sz="2000"/>
              <a:t>的</a:t>
            </a:r>
            <a:r>
              <a:rPr kumimoji="1" lang="en-US" altLang="zh-CN" sz="2000"/>
              <a:t>/de  </a:t>
            </a:r>
            <a:r>
              <a:rPr kumimoji="1" lang="zh-CN" altLang="en-US" sz="2000"/>
              <a:t>人</a:t>
            </a:r>
            <a:r>
              <a:rPr kumimoji="1" lang="en-US" altLang="zh-CN" sz="2000"/>
              <a:t>/rén  </a:t>
            </a:r>
            <a:r>
              <a:rPr kumimoji="1" lang="zh-CN" altLang="en-US" sz="2000"/>
              <a:t>。</a:t>
            </a:r>
            <a:endParaRPr kumimoji="1" lang="en-US" altLang="zh-CN" sz="2000"/>
          </a:p>
          <a:p>
            <a:pPr eaLnBrk="1" hangingPunct="1"/>
            <a:r>
              <a:rPr kumimoji="1" lang="en-US" altLang="zh-CN" sz="2000"/>
              <a:t>In short, to love all people.</a:t>
            </a:r>
          </a:p>
          <a:p>
            <a:pPr eaLnBrk="1" hangingPunct="1"/>
            <a:endParaRPr kumimoji="1" lang="zh-CN" altLang="en-US" sz="2000"/>
          </a:p>
        </p:txBody>
      </p:sp>
      <p:pic>
        <p:nvPicPr>
          <p:cNvPr id="2" name="所有.wav" descr="所有.wav">
            <a:hlinkClick r:id="" action="ppaction://media"/>
            <a:extLst>
              <a:ext uri="{FF2B5EF4-FFF2-40B4-BE49-F238E27FC236}">
                <a16:creationId xmlns:a16="http://schemas.microsoft.com/office/drawing/2014/main" id="{7AB77AC3-2CE7-EB44-9DD6-3536E49BF0F6}"/>
              </a:ext>
            </a:extLst>
          </p:cNvPr>
          <p:cNvPicPr>
            <a:picLocks noChangeAspect="1" noChangeArrowheads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91200" y="409575"/>
            <a:ext cx="508000" cy="5095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" name="所.wav" descr="所.wav">
            <a:hlinkClick r:id="" action="ppaction://media"/>
            <a:extLst>
              <a:ext uri="{FF2B5EF4-FFF2-40B4-BE49-F238E27FC236}">
                <a16:creationId xmlns:a16="http://schemas.microsoft.com/office/drawing/2014/main" id="{1D14BA89-521C-E843-BD01-F50C7F59438C}"/>
              </a:ext>
            </a:extLst>
          </p:cNvPr>
          <p:cNvPicPr>
            <a:picLocks noChangeAspect="1" noChangeArrowheads="1"/>
          </p:cNvPicPr>
          <p:nvPr>
            <a:audi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80400" y="1201738"/>
            <a:ext cx="508000" cy="50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" name="有.wav" descr="有.wav">
            <a:hlinkClick r:id="" action="ppaction://media"/>
            <a:extLst>
              <a:ext uri="{FF2B5EF4-FFF2-40B4-BE49-F238E27FC236}">
                <a16:creationId xmlns:a16="http://schemas.microsoft.com/office/drawing/2014/main" id="{A68B2DAB-0AF2-E34F-9942-F16E0077F29E}"/>
              </a:ext>
            </a:extLst>
          </p:cNvPr>
          <p:cNvPicPr>
            <a:picLocks noChangeAspect="1" noChangeArrowheads="1"/>
          </p:cNvPicPr>
          <p:nvPr>
            <a:audioFile r:link="rId6"/>
            <p:extLst>
              <p:ext uri="{DAA4B4D4-6D71-4841-9C94-3DE7FCFB9230}">
                <p14:media xmlns:p14="http://schemas.microsoft.com/office/powerpoint/2010/main" r:embed="rId5"/>
              </p:ext>
            </p:extLst>
          </p:nvPr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76800" y="1557338"/>
            <a:ext cx="508000" cy="50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总之就是要爱所有的人。.wav" descr="总之就是要爱所有的人。.wav">
            <a:hlinkClick r:id="" action="ppaction://media"/>
            <a:extLst>
              <a:ext uri="{FF2B5EF4-FFF2-40B4-BE49-F238E27FC236}">
                <a16:creationId xmlns:a16="http://schemas.microsoft.com/office/drawing/2014/main" id="{9DD81700-1D87-BA40-8CED-E34572530653}"/>
              </a:ext>
            </a:extLst>
          </p:cNvPr>
          <p:cNvPicPr>
            <a:picLocks noChangeAspect="1" noChangeArrowheads="1"/>
          </p:cNvPicPr>
          <p:nvPr>
            <a:audioFile r:link="rId8"/>
            <p:extLst>
              <p:ext uri="{DAA4B4D4-6D71-4841-9C94-3DE7FCFB9230}">
                <p14:media xmlns:p14="http://schemas.microsoft.com/office/powerpoint/2010/main" r:embed="rId7"/>
              </p:ext>
            </p:extLst>
          </p:nvPr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48200" y="2616200"/>
            <a:ext cx="508000" cy="50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圆角矩形 7">
            <a:extLst>
              <a:ext uri="{FF2B5EF4-FFF2-40B4-BE49-F238E27FC236}">
                <a16:creationId xmlns:a16="http://schemas.microsoft.com/office/drawing/2014/main" id="{B017275F-8112-6B4A-B9AC-BEEE1A64FAEA}"/>
              </a:ext>
            </a:extLst>
          </p:cNvPr>
          <p:cNvSpPr/>
          <p:nvPr/>
        </p:nvSpPr>
        <p:spPr>
          <a:xfrm>
            <a:off x="6346825" y="5097463"/>
            <a:ext cx="2514600" cy="598487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kumimoji="1" lang="en-US" altLang="zh-CN" dirty="0">
                <a:hlinkClick r:id="rId11" action="ppaction://hlinksldjump"/>
              </a:rPr>
              <a:t>Click to the next page</a:t>
            </a:r>
            <a:endParaRPr kumimoji="1"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900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0" dur="684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4" dur="648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8" dur="2412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19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"/>
                </p:tgtEl>
              </p:cMediaNode>
            </p:audio>
            <p:audio>
              <p:cMediaNode vol="80000">
                <p:cTn id="20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3"/>
                </p:tgtEl>
              </p:cMediaNode>
            </p:audio>
            <p:audio>
              <p:cMediaNode vol="80000">
                <p:cTn id="21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  <p:audio>
              <p:cMediaNode vol="80000">
                <p:cTn id="22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5"/>
                </p:tgtEl>
              </p:cMediaNode>
            </p:audio>
          </p:childTnLst>
        </p:cTn>
      </p:par>
    </p:tn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7" name="标题 1">
            <a:extLst>
              <a:ext uri="{FF2B5EF4-FFF2-40B4-BE49-F238E27FC236}">
                <a16:creationId xmlns:a16="http://schemas.microsoft.com/office/drawing/2014/main" id="{4F17BCAA-BB0E-1148-8DEB-F12129F882B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kumimoji="1" lang="zh-CN" altLang="en-US" sz="2800"/>
              <a:t>所有 </a:t>
            </a:r>
            <a:r>
              <a:rPr kumimoji="1" lang="zh-CN" altLang="zh-CN" sz="2800"/>
              <a:t>suǒyǒu </a:t>
            </a:r>
            <a:endParaRPr kumimoji="1" lang="zh-CN" altLang="en-US" sz="2800"/>
          </a:p>
        </p:txBody>
      </p:sp>
      <p:sp>
        <p:nvSpPr>
          <p:cNvPr id="19458" name="内容占位符 2">
            <a:extLst>
              <a:ext uri="{FF2B5EF4-FFF2-40B4-BE49-F238E27FC236}">
                <a16:creationId xmlns:a16="http://schemas.microsoft.com/office/drawing/2014/main" id="{50413C0E-62DD-F049-BC52-5E864328320F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zh-CN" sz="2000" dirty="0"/>
              <a:t>ADJECTIVE</a:t>
            </a:r>
            <a:r>
              <a:rPr lang="zh-CN" altLang="en-US" sz="2000" dirty="0"/>
              <a:t>   </a:t>
            </a:r>
            <a:r>
              <a:rPr lang="en-US" altLang="zh-CN" sz="2000" dirty="0"/>
              <a:t>all</a:t>
            </a:r>
          </a:p>
          <a:p>
            <a:pPr eaLnBrk="1" hangingPunct="1"/>
            <a:r>
              <a:rPr lang="en-US" altLang="zh-CN" sz="2000" dirty="0"/>
              <a:t>Sentence:</a:t>
            </a:r>
          </a:p>
          <a:p>
            <a:pPr eaLnBrk="1" hangingPunct="1"/>
            <a:r>
              <a:rPr kumimoji="1" lang="zh-CN" altLang="en-US" sz="2000" dirty="0"/>
              <a:t>总之就是要爱所有的人。</a:t>
            </a:r>
            <a:r>
              <a:rPr kumimoji="1" lang="en-US" altLang="zh-CN" sz="2000" dirty="0"/>
              <a:t>['</a:t>
            </a:r>
            <a:r>
              <a:rPr kumimoji="1" lang="zh-CN" altLang="en-US" sz="2000" dirty="0"/>
              <a:t>总之</a:t>
            </a:r>
            <a:r>
              <a:rPr kumimoji="1" lang="en-US" altLang="zh-CN" sz="2000" dirty="0"/>
              <a:t>’]</a:t>
            </a:r>
          </a:p>
          <a:p>
            <a:pPr eaLnBrk="1" hangingPunct="1"/>
            <a:r>
              <a:rPr kumimoji="1" lang="zh-CN" altLang="en-US" sz="2000" dirty="0"/>
              <a:t>总之</a:t>
            </a:r>
            <a:r>
              <a:rPr kumimoji="1" lang="en-US" altLang="zh-CN" sz="2000" dirty="0"/>
              <a:t>/</a:t>
            </a:r>
            <a:r>
              <a:rPr kumimoji="1" lang="en-US" altLang="zh-CN" sz="2000" dirty="0" err="1"/>
              <a:t>zǒngzhī</a:t>
            </a:r>
            <a:r>
              <a:rPr kumimoji="1" lang="en-US" altLang="zh-CN" sz="2000" dirty="0"/>
              <a:t>  </a:t>
            </a:r>
            <a:r>
              <a:rPr kumimoji="1" lang="zh-CN" altLang="en-US" sz="2000" dirty="0"/>
              <a:t>就是</a:t>
            </a:r>
            <a:r>
              <a:rPr kumimoji="1" lang="en-US" altLang="zh-CN" sz="2000" dirty="0"/>
              <a:t>/</a:t>
            </a:r>
            <a:r>
              <a:rPr kumimoji="1" lang="en-US" altLang="zh-CN" sz="2000" dirty="0" err="1"/>
              <a:t>jiùshì</a:t>
            </a:r>
            <a:r>
              <a:rPr kumimoji="1" lang="en-US" altLang="zh-CN" sz="2000" dirty="0"/>
              <a:t>  </a:t>
            </a:r>
            <a:r>
              <a:rPr kumimoji="1" lang="zh-CN" altLang="en-US" sz="2000" dirty="0"/>
              <a:t>要</a:t>
            </a:r>
            <a:r>
              <a:rPr kumimoji="1" lang="en-US" altLang="zh-CN" sz="2000" dirty="0"/>
              <a:t>/</a:t>
            </a:r>
            <a:r>
              <a:rPr kumimoji="1" lang="en-US" altLang="zh-CN" sz="2000" dirty="0" err="1"/>
              <a:t>yào</a:t>
            </a:r>
            <a:r>
              <a:rPr kumimoji="1" lang="en-US" altLang="zh-CN" sz="2000" dirty="0"/>
              <a:t>  </a:t>
            </a:r>
            <a:r>
              <a:rPr kumimoji="1" lang="zh-CN" altLang="en-US" sz="2000" dirty="0"/>
              <a:t>爱</a:t>
            </a:r>
            <a:r>
              <a:rPr kumimoji="1" lang="en-US" altLang="zh-CN" sz="2000" dirty="0"/>
              <a:t>/</a:t>
            </a:r>
            <a:r>
              <a:rPr kumimoji="1" lang="en-US" altLang="zh-CN" sz="2000" dirty="0" err="1"/>
              <a:t>ài</a:t>
            </a:r>
            <a:r>
              <a:rPr kumimoji="1" lang="en-US" altLang="zh-CN" sz="2000" dirty="0"/>
              <a:t>  </a:t>
            </a:r>
            <a:r>
              <a:rPr kumimoji="1" lang="zh-CN" altLang="en-US" sz="2000" dirty="0"/>
              <a:t>所有</a:t>
            </a:r>
            <a:r>
              <a:rPr kumimoji="1" lang="en-US" altLang="zh-CN" sz="2000" dirty="0"/>
              <a:t>/</a:t>
            </a:r>
            <a:r>
              <a:rPr kumimoji="1" lang="en-US" altLang="zh-CN" sz="2000" dirty="0" err="1"/>
              <a:t>suǒyǒu</a:t>
            </a:r>
            <a:r>
              <a:rPr kumimoji="1" lang="en-US" altLang="zh-CN" sz="2000" dirty="0"/>
              <a:t>  </a:t>
            </a:r>
            <a:r>
              <a:rPr kumimoji="1" lang="zh-CN" altLang="en-US" sz="2000" dirty="0"/>
              <a:t>的</a:t>
            </a:r>
            <a:r>
              <a:rPr kumimoji="1" lang="en-US" altLang="zh-CN" sz="2000" dirty="0"/>
              <a:t>/de  </a:t>
            </a:r>
            <a:r>
              <a:rPr kumimoji="1" lang="zh-CN" altLang="en-US" sz="2000" dirty="0"/>
              <a:t>人</a:t>
            </a:r>
            <a:r>
              <a:rPr kumimoji="1" lang="en-US" altLang="zh-CN" sz="2000" dirty="0"/>
              <a:t>/</a:t>
            </a:r>
            <a:r>
              <a:rPr kumimoji="1" lang="en-US" altLang="zh-CN" sz="2000" dirty="0" err="1"/>
              <a:t>rén</a:t>
            </a:r>
            <a:r>
              <a:rPr kumimoji="1" lang="en-US" altLang="zh-CN" sz="2000" dirty="0"/>
              <a:t>  </a:t>
            </a:r>
            <a:r>
              <a:rPr kumimoji="1" lang="zh-CN" altLang="en-US" sz="2000" dirty="0"/>
              <a:t>。</a:t>
            </a:r>
            <a:endParaRPr kumimoji="1" lang="en-US" altLang="zh-CN" sz="2000" dirty="0"/>
          </a:p>
          <a:p>
            <a:pPr eaLnBrk="1" hangingPunct="1"/>
            <a:r>
              <a:rPr kumimoji="1" lang="en-US" altLang="zh-CN" sz="2000" dirty="0"/>
              <a:t>In short, to love all people.</a:t>
            </a:r>
          </a:p>
          <a:p>
            <a:pPr eaLnBrk="1" hangingPunct="1"/>
            <a:endParaRPr kumimoji="1" lang="zh-CN" altLang="en-US" sz="2000" dirty="0"/>
          </a:p>
        </p:txBody>
      </p:sp>
      <p:pic>
        <p:nvPicPr>
          <p:cNvPr id="2" name="所有.wav" descr="所有.wav">
            <a:hlinkClick r:id="" action="ppaction://media"/>
            <a:extLst>
              <a:ext uri="{FF2B5EF4-FFF2-40B4-BE49-F238E27FC236}">
                <a16:creationId xmlns:a16="http://schemas.microsoft.com/office/drawing/2014/main" id="{7AB77AC3-2CE7-EB44-9DD6-3536E49BF0F6}"/>
              </a:ext>
            </a:extLst>
          </p:cNvPr>
          <p:cNvPicPr>
            <a:picLocks noChangeAspect="1" noChangeArrowheads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91200" y="409575"/>
            <a:ext cx="508000" cy="5095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总之就是要爱所有的人。.wav" descr="总之就是要爱所有的人。.wav">
            <a:hlinkClick r:id="" action="ppaction://media"/>
            <a:extLst>
              <a:ext uri="{FF2B5EF4-FFF2-40B4-BE49-F238E27FC236}">
                <a16:creationId xmlns:a16="http://schemas.microsoft.com/office/drawing/2014/main" id="{9DD81700-1D87-BA40-8CED-E34572530653}"/>
              </a:ext>
            </a:extLst>
          </p:cNvPr>
          <p:cNvPicPr>
            <a:picLocks noChangeAspect="1" noChangeArrowheads="1"/>
          </p:cNvPicPr>
          <p:nvPr>
            <a:audi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48200" y="1854200"/>
            <a:ext cx="508000" cy="50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圆角矩形 7">
            <a:extLst>
              <a:ext uri="{FF2B5EF4-FFF2-40B4-BE49-F238E27FC236}">
                <a16:creationId xmlns:a16="http://schemas.microsoft.com/office/drawing/2014/main" id="{C1E9862D-D95F-F541-84CC-212C5F537C2F}"/>
              </a:ext>
            </a:extLst>
          </p:cNvPr>
          <p:cNvSpPr/>
          <p:nvPr/>
        </p:nvSpPr>
        <p:spPr>
          <a:xfrm>
            <a:off x="6346825" y="5097463"/>
            <a:ext cx="2514600" cy="598487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kumimoji="1" lang="en-US" altLang="zh-CN" dirty="0">
                <a:hlinkClick r:id="rId7" action="ppaction://hlinksldjump"/>
              </a:rPr>
              <a:t>Click to the next page</a:t>
            </a:r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2550156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900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0" dur="2412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11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"/>
                </p:tgtEl>
              </p:cMediaNode>
            </p:audio>
            <p:audio>
              <p:cMediaNode vol="80000">
                <p:cTn id="12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5"/>
                </p:tgtEl>
              </p:cMediaNode>
            </p:audio>
          </p:childTnLst>
        </p:cTn>
      </p:par>
    </p:tn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7" name="标题 1">
            <a:extLst>
              <a:ext uri="{FF2B5EF4-FFF2-40B4-BE49-F238E27FC236}">
                <a16:creationId xmlns:a16="http://schemas.microsoft.com/office/drawing/2014/main" id="{4F17BCAA-BB0E-1148-8DEB-F12129F882B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kumimoji="1" lang="zh-CN" altLang="en-US" sz="2800"/>
              <a:t>所有 </a:t>
            </a:r>
            <a:r>
              <a:rPr kumimoji="1" lang="zh-CN" altLang="zh-CN" sz="2800"/>
              <a:t>suǒyǒu </a:t>
            </a:r>
            <a:endParaRPr kumimoji="1" lang="zh-CN" altLang="en-US" sz="2800"/>
          </a:p>
        </p:txBody>
      </p:sp>
      <p:sp>
        <p:nvSpPr>
          <p:cNvPr id="19458" name="内容占位符 2">
            <a:extLst>
              <a:ext uri="{FF2B5EF4-FFF2-40B4-BE49-F238E27FC236}">
                <a16:creationId xmlns:a16="http://schemas.microsoft.com/office/drawing/2014/main" id="{50413C0E-62DD-F049-BC52-5E864328320F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zh-CN" sz="2000" dirty="0"/>
              <a:t>Sentence:</a:t>
            </a:r>
          </a:p>
          <a:p>
            <a:pPr eaLnBrk="1" hangingPunct="1"/>
            <a:r>
              <a:rPr kumimoji="1" lang="zh-CN" altLang="en-US" sz="2000" dirty="0"/>
              <a:t>总之就是要爱所有的人。</a:t>
            </a:r>
            <a:r>
              <a:rPr kumimoji="1" lang="en-US" altLang="zh-CN" sz="2000" dirty="0"/>
              <a:t>['</a:t>
            </a:r>
            <a:r>
              <a:rPr kumimoji="1" lang="zh-CN" altLang="en-US" sz="2000" dirty="0"/>
              <a:t>总之</a:t>
            </a:r>
            <a:r>
              <a:rPr kumimoji="1" lang="en-US" altLang="zh-CN" sz="2000" dirty="0"/>
              <a:t>’]</a:t>
            </a:r>
          </a:p>
          <a:p>
            <a:pPr eaLnBrk="1" hangingPunct="1"/>
            <a:r>
              <a:rPr kumimoji="1" lang="zh-CN" altLang="en-US" sz="2000" dirty="0"/>
              <a:t>总之</a:t>
            </a:r>
            <a:r>
              <a:rPr kumimoji="1" lang="en-US" altLang="zh-CN" sz="2000" dirty="0"/>
              <a:t>/</a:t>
            </a:r>
            <a:r>
              <a:rPr kumimoji="1" lang="en-US" altLang="zh-CN" sz="2000" dirty="0" err="1"/>
              <a:t>zǒngzhī</a:t>
            </a:r>
            <a:r>
              <a:rPr kumimoji="1" lang="en-US" altLang="zh-CN" sz="2000" dirty="0"/>
              <a:t>  </a:t>
            </a:r>
            <a:r>
              <a:rPr kumimoji="1" lang="zh-CN" altLang="en-US" sz="2000" dirty="0"/>
              <a:t>就是</a:t>
            </a:r>
            <a:r>
              <a:rPr kumimoji="1" lang="en-US" altLang="zh-CN" sz="2000" dirty="0"/>
              <a:t>/</a:t>
            </a:r>
            <a:r>
              <a:rPr kumimoji="1" lang="en-US" altLang="zh-CN" sz="2000" dirty="0" err="1"/>
              <a:t>jiùshì</a:t>
            </a:r>
            <a:r>
              <a:rPr kumimoji="1" lang="en-US" altLang="zh-CN" sz="2000" dirty="0"/>
              <a:t>  </a:t>
            </a:r>
            <a:r>
              <a:rPr kumimoji="1" lang="zh-CN" altLang="en-US" sz="2000" dirty="0"/>
              <a:t>要</a:t>
            </a:r>
            <a:r>
              <a:rPr kumimoji="1" lang="en-US" altLang="zh-CN" sz="2000" dirty="0"/>
              <a:t>/</a:t>
            </a:r>
            <a:r>
              <a:rPr kumimoji="1" lang="en-US" altLang="zh-CN" sz="2000" dirty="0" err="1"/>
              <a:t>yào</a:t>
            </a:r>
            <a:r>
              <a:rPr kumimoji="1" lang="en-US" altLang="zh-CN" sz="2000" dirty="0"/>
              <a:t>  </a:t>
            </a:r>
            <a:r>
              <a:rPr kumimoji="1" lang="zh-CN" altLang="en-US" sz="2000" dirty="0"/>
              <a:t>爱</a:t>
            </a:r>
            <a:r>
              <a:rPr kumimoji="1" lang="en-US" altLang="zh-CN" sz="2000" dirty="0"/>
              <a:t>/</a:t>
            </a:r>
            <a:r>
              <a:rPr kumimoji="1" lang="en-US" altLang="zh-CN" sz="2000" dirty="0" err="1"/>
              <a:t>ài</a:t>
            </a:r>
            <a:r>
              <a:rPr kumimoji="1" lang="en-US" altLang="zh-CN" sz="2000" dirty="0"/>
              <a:t>  </a:t>
            </a:r>
            <a:r>
              <a:rPr kumimoji="1" lang="zh-CN" altLang="en-US" sz="2000" dirty="0"/>
              <a:t>所有</a:t>
            </a:r>
            <a:r>
              <a:rPr kumimoji="1" lang="en-US" altLang="zh-CN" sz="2000" dirty="0"/>
              <a:t>/</a:t>
            </a:r>
            <a:r>
              <a:rPr kumimoji="1" lang="en-US" altLang="zh-CN" sz="2000" dirty="0" err="1"/>
              <a:t>suǒyǒu</a:t>
            </a:r>
            <a:r>
              <a:rPr kumimoji="1" lang="en-US" altLang="zh-CN" sz="2000" dirty="0"/>
              <a:t>  </a:t>
            </a:r>
            <a:r>
              <a:rPr kumimoji="1" lang="zh-CN" altLang="en-US" sz="2000" dirty="0"/>
              <a:t>的</a:t>
            </a:r>
            <a:r>
              <a:rPr kumimoji="1" lang="en-US" altLang="zh-CN" sz="2000" dirty="0"/>
              <a:t>/de  </a:t>
            </a:r>
            <a:r>
              <a:rPr kumimoji="1" lang="zh-CN" altLang="en-US" sz="2000" dirty="0"/>
              <a:t>人</a:t>
            </a:r>
            <a:r>
              <a:rPr kumimoji="1" lang="en-US" altLang="zh-CN" sz="2000" dirty="0"/>
              <a:t>/</a:t>
            </a:r>
            <a:r>
              <a:rPr kumimoji="1" lang="en-US" altLang="zh-CN" sz="2000" dirty="0" err="1"/>
              <a:t>rén</a:t>
            </a:r>
            <a:r>
              <a:rPr kumimoji="1" lang="en-US" altLang="zh-CN" sz="2000" dirty="0"/>
              <a:t>  </a:t>
            </a:r>
            <a:r>
              <a:rPr kumimoji="1" lang="zh-CN" altLang="en-US" sz="2000" dirty="0"/>
              <a:t>。</a:t>
            </a:r>
            <a:endParaRPr kumimoji="1" lang="en-US" altLang="zh-CN" sz="2000" dirty="0"/>
          </a:p>
          <a:p>
            <a:pPr eaLnBrk="1" hangingPunct="1"/>
            <a:r>
              <a:rPr kumimoji="1" lang="en-US" altLang="zh-CN" sz="2000" dirty="0"/>
              <a:t>In short, to love all people.</a:t>
            </a:r>
          </a:p>
          <a:p>
            <a:pPr eaLnBrk="1" hangingPunct="1"/>
            <a:endParaRPr kumimoji="1" lang="zh-CN" altLang="en-US" sz="2000" dirty="0"/>
          </a:p>
        </p:txBody>
      </p:sp>
      <p:pic>
        <p:nvPicPr>
          <p:cNvPr id="2" name="所有.wav" descr="所有.wav">
            <a:hlinkClick r:id="" action="ppaction://media"/>
            <a:extLst>
              <a:ext uri="{FF2B5EF4-FFF2-40B4-BE49-F238E27FC236}">
                <a16:creationId xmlns:a16="http://schemas.microsoft.com/office/drawing/2014/main" id="{7AB77AC3-2CE7-EB44-9DD6-3536E49BF0F6}"/>
              </a:ext>
            </a:extLst>
          </p:cNvPr>
          <p:cNvPicPr>
            <a:picLocks noChangeAspect="1" noChangeArrowheads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91200" y="409575"/>
            <a:ext cx="508000" cy="5095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总之就是要爱所有的人。.wav" descr="总之就是要爱所有的人。.wav">
            <a:hlinkClick r:id="" action="ppaction://media"/>
            <a:extLst>
              <a:ext uri="{FF2B5EF4-FFF2-40B4-BE49-F238E27FC236}">
                <a16:creationId xmlns:a16="http://schemas.microsoft.com/office/drawing/2014/main" id="{9DD81700-1D87-BA40-8CED-E34572530653}"/>
              </a:ext>
            </a:extLst>
          </p:cNvPr>
          <p:cNvPicPr>
            <a:picLocks noChangeAspect="1" noChangeArrowheads="1"/>
          </p:cNvPicPr>
          <p:nvPr>
            <a:audi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48200" y="1524000"/>
            <a:ext cx="508000" cy="50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圆角矩形 7">
            <a:extLst>
              <a:ext uri="{FF2B5EF4-FFF2-40B4-BE49-F238E27FC236}">
                <a16:creationId xmlns:a16="http://schemas.microsoft.com/office/drawing/2014/main" id="{E30ACBD6-67B1-0043-981F-0447F06C2312}"/>
              </a:ext>
            </a:extLst>
          </p:cNvPr>
          <p:cNvSpPr/>
          <p:nvPr/>
        </p:nvSpPr>
        <p:spPr>
          <a:xfrm>
            <a:off x="6346825" y="5097463"/>
            <a:ext cx="2514600" cy="598487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kumimoji="1" lang="en-US" altLang="zh-CN" dirty="0">
                <a:hlinkClick r:id="rId7" action="ppaction://hlinksldjump"/>
              </a:rPr>
              <a:t>Click to the next page</a:t>
            </a:r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9503517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900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0" dur="2412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11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"/>
                </p:tgtEl>
              </p:cMediaNode>
            </p:audio>
            <p:audio>
              <p:cMediaNode vol="80000">
                <p:cTn id="12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5"/>
                </p:tgtEl>
              </p:cMediaNode>
            </p:audio>
          </p:childTnLst>
        </p:cTn>
      </p:par>
    </p:tn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1" name="标题 1">
            <a:extLst>
              <a:ext uri="{FF2B5EF4-FFF2-40B4-BE49-F238E27FC236}">
                <a16:creationId xmlns:a16="http://schemas.microsoft.com/office/drawing/2014/main" id="{E4FD4A92-617C-D34A-8258-D5BF27D22FC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kumimoji="1" lang="en-US" altLang="zh-CN"/>
              <a:t>practice</a:t>
            </a:r>
            <a:endParaRPr kumimoji="1" lang="zh-CN" alt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0F9DCE8-F559-9E4C-BF35-CA257A16357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indent="-457200" eaLnBrk="1" hangingPunct="1">
              <a:buFontTx/>
              <a:buAutoNum type="arabicPeriod"/>
              <a:defRPr/>
            </a:pPr>
            <a:r>
              <a:rPr lang="en" altLang="zh-CN" sz="2000" dirty="0"/>
              <a:t>Find</a:t>
            </a:r>
            <a:r>
              <a:rPr lang="zh-CN" altLang="en-US" sz="2000" dirty="0"/>
              <a:t> </a:t>
            </a:r>
            <a:r>
              <a:rPr lang="en-US" altLang="zh-CN" sz="2000" dirty="0"/>
              <a:t>responding</a:t>
            </a:r>
            <a:r>
              <a:rPr lang="zh-CN" altLang="en-US" sz="2000" dirty="0"/>
              <a:t> </a:t>
            </a:r>
            <a:r>
              <a:rPr lang="en" altLang="zh-CN" sz="2000" dirty="0"/>
              <a:t>word. </a:t>
            </a:r>
          </a:p>
          <a:p>
            <a:pPr marL="0" indent="0" eaLnBrk="1" hangingPunct="1">
              <a:buFontTx/>
              <a:buNone/>
              <a:defRPr/>
            </a:pPr>
            <a:r>
              <a:rPr lang="zh-CN" altLang="en-US" sz="2000" dirty="0"/>
              <a:t>（）</a:t>
            </a:r>
            <a:r>
              <a:rPr lang="en" altLang="zh-CN" sz="2000" dirty="0"/>
              <a:t> all   </a:t>
            </a:r>
            <a:r>
              <a:rPr lang="en-US" altLang="zh-CN" sz="2000" dirty="0"/>
              <a:t>A.</a:t>
            </a:r>
            <a:r>
              <a:rPr lang="zh-CN" altLang="en-US" sz="2000" dirty="0"/>
              <a:t>所有  </a:t>
            </a:r>
            <a:r>
              <a:rPr lang="en-US" altLang="zh-CN" sz="2000" dirty="0"/>
              <a:t>B.</a:t>
            </a:r>
            <a:r>
              <a:rPr lang="zh-CN" altLang="en-US" sz="2000" dirty="0"/>
              <a:t>最近  </a:t>
            </a:r>
            <a:r>
              <a:rPr lang="en-US" altLang="zh-CN" sz="2000" dirty="0"/>
              <a:t>C.</a:t>
            </a:r>
            <a:r>
              <a:rPr lang="zh-CN" altLang="en-US" sz="2000" dirty="0"/>
              <a:t>昨天  </a:t>
            </a:r>
            <a:r>
              <a:rPr lang="en-US" altLang="zh-CN" sz="2000" dirty="0"/>
              <a:t>D.</a:t>
            </a:r>
            <a:r>
              <a:rPr lang="zh-CN" altLang="en-US" sz="2000" dirty="0"/>
              <a:t>再见</a:t>
            </a:r>
            <a:endParaRPr lang="en-US" altLang="zh-CN" sz="2000" dirty="0"/>
          </a:p>
          <a:p>
            <a:pPr marL="0" indent="0" eaLnBrk="1" hangingPunct="1">
              <a:buFontTx/>
              <a:buNone/>
              <a:defRPr/>
            </a:pPr>
            <a:endParaRPr lang="en-US" altLang="zh-CN" sz="2000" dirty="0"/>
          </a:p>
          <a:p>
            <a:pPr marL="0" indent="0" eaLnBrk="1" hangingPunct="1">
              <a:buFontTx/>
              <a:buNone/>
              <a:defRPr/>
            </a:pPr>
            <a:r>
              <a:rPr lang="en-US" altLang="zh-CN" sz="2000" dirty="0"/>
              <a:t>2.</a:t>
            </a:r>
            <a:r>
              <a:rPr lang="zh-CN" altLang="en-US" sz="2000" dirty="0"/>
              <a:t> </a:t>
            </a:r>
            <a:r>
              <a:rPr lang="en-US" altLang="zh-CN" sz="2000" dirty="0"/>
              <a:t>Fill</a:t>
            </a:r>
            <a:r>
              <a:rPr lang="zh-CN" altLang="en-US" sz="2000" dirty="0"/>
              <a:t> </a:t>
            </a:r>
            <a:r>
              <a:rPr lang="en-US" altLang="zh-CN" sz="2000" dirty="0"/>
              <a:t>in right word.</a:t>
            </a:r>
          </a:p>
          <a:p>
            <a:pPr eaLnBrk="1" hangingPunct="1">
              <a:defRPr/>
            </a:pPr>
            <a:r>
              <a:rPr kumimoji="1" lang="zh-CN" altLang="en-US" sz="2000" dirty="0"/>
              <a:t>总之就是要爱所（）的人。</a:t>
            </a:r>
          </a:p>
        </p:txBody>
      </p:sp>
      <p:sp>
        <p:nvSpPr>
          <p:cNvPr id="4" name="圆角矩形 3">
            <a:extLst>
              <a:ext uri="{FF2B5EF4-FFF2-40B4-BE49-F238E27FC236}">
                <a16:creationId xmlns:a16="http://schemas.microsoft.com/office/drawing/2014/main" id="{0563DF2A-9F0C-7946-AD99-ED688A8DC0D5}"/>
              </a:ext>
            </a:extLst>
          </p:cNvPr>
          <p:cNvSpPr/>
          <p:nvPr/>
        </p:nvSpPr>
        <p:spPr>
          <a:xfrm>
            <a:off x="6346825" y="5097463"/>
            <a:ext cx="2514600" cy="598487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kumimoji="1" lang="en-US" altLang="zh-CN" dirty="0">
                <a:hlinkClick r:id="rId2" action="ppaction://hlinksldjump"/>
              </a:rPr>
              <a:t>Click to the next page</a:t>
            </a:r>
            <a:endParaRPr kumimoji="1" lang="zh-CN" altLang="en-US" dirty="0"/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CED0817-D27F-B64C-9D40-FB9BCEACDD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sz="2800" dirty="0"/>
              <a:t>End</a:t>
            </a:r>
            <a:r>
              <a:rPr kumimoji="1" lang="zh-CN" altLang="en-US" sz="2800" dirty="0"/>
              <a:t> </a:t>
            </a:r>
            <a:r>
              <a:rPr kumimoji="1" lang="en-US" altLang="zh-CN" sz="2800" dirty="0"/>
              <a:t>time</a:t>
            </a:r>
            <a:r>
              <a:rPr kumimoji="1" lang="zh-CN" altLang="en-US" sz="2800" dirty="0"/>
              <a:t> </a:t>
            </a:r>
            <a:r>
              <a:rPr kumimoji="1" lang="en-US" altLang="zh-CN" sz="2800" dirty="0"/>
              <a:t>of learning a word </a:t>
            </a:r>
            <a:endParaRPr kumimoji="1" lang="zh-CN" altLang="en-US" sz="2800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077E894-BBC6-7C41-9939-B130BFD1BA5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zh-CN" sz="2000" dirty="0"/>
              <a:t>Please write down the present time (accurate to the minute) on your paper. __________</a:t>
            </a:r>
          </a:p>
          <a:p>
            <a:endParaRPr kumimoji="1" lang="zh-CN" altLang="en-US" dirty="0"/>
          </a:p>
        </p:txBody>
      </p:sp>
      <p:sp>
        <p:nvSpPr>
          <p:cNvPr id="4" name="圆角矩形 3">
            <a:extLst>
              <a:ext uri="{FF2B5EF4-FFF2-40B4-BE49-F238E27FC236}">
                <a16:creationId xmlns:a16="http://schemas.microsoft.com/office/drawing/2014/main" id="{01ADF194-DBE7-8A4C-B5E8-98F40B075572}"/>
              </a:ext>
            </a:extLst>
          </p:cNvPr>
          <p:cNvSpPr/>
          <p:nvPr/>
        </p:nvSpPr>
        <p:spPr>
          <a:xfrm>
            <a:off x="6346825" y="5097463"/>
            <a:ext cx="2514600" cy="598487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kumimoji="1" lang="en-US" altLang="zh-CN" dirty="0">
                <a:hlinkClick r:id="rId2" action="ppaction://hlinksldjump"/>
              </a:rPr>
              <a:t>Next word</a:t>
            </a:r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964193253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CED0817-D27F-B64C-9D40-FB9BCEACDD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sz="2800" dirty="0"/>
              <a:t>Start</a:t>
            </a:r>
            <a:r>
              <a:rPr kumimoji="1" lang="zh-CN" altLang="en-US" sz="2800" dirty="0"/>
              <a:t> </a:t>
            </a:r>
            <a:r>
              <a:rPr kumimoji="1" lang="en-US" altLang="zh-CN" sz="2800" dirty="0"/>
              <a:t>time</a:t>
            </a:r>
            <a:r>
              <a:rPr kumimoji="1" lang="zh-CN" altLang="en-US" sz="2800" dirty="0"/>
              <a:t> </a:t>
            </a:r>
            <a:r>
              <a:rPr kumimoji="1" lang="en-US" altLang="zh-CN" sz="2800" dirty="0"/>
              <a:t>of learning a word </a:t>
            </a:r>
            <a:endParaRPr kumimoji="1" lang="zh-CN" altLang="en-US" sz="2800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077E894-BBC6-7C41-9939-B130BFD1BA5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zh-CN" sz="2000" dirty="0"/>
              <a:t>Please write down the present time (accurate to the minute) on your paper. __________</a:t>
            </a:r>
          </a:p>
          <a:p>
            <a:endParaRPr kumimoji="1" lang="zh-CN" altLang="en-US" dirty="0"/>
          </a:p>
        </p:txBody>
      </p:sp>
      <p:sp>
        <p:nvSpPr>
          <p:cNvPr id="4" name="圆角矩形 3">
            <a:extLst>
              <a:ext uri="{FF2B5EF4-FFF2-40B4-BE49-F238E27FC236}">
                <a16:creationId xmlns:a16="http://schemas.microsoft.com/office/drawing/2014/main" id="{01ADF194-DBE7-8A4C-B5E8-98F40B075572}"/>
              </a:ext>
            </a:extLst>
          </p:cNvPr>
          <p:cNvSpPr/>
          <p:nvPr/>
        </p:nvSpPr>
        <p:spPr>
          <a:xfrm>
            <a:off x="6346825" y="5097463"/>
            <a:ext cx="2514600" cy="598487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kumimoji="1" lang="en-US" altLang="zh-CN" dirty="0">
                <a:hlinkClick r:id="rId2" action="ppaction://hlinksldjump"/>
              </a:rPr>
              <a:t>Click to the next page</a:t>
            </a:r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253150786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1" name="标题 1">
            <a:extLst>
              <a:ext uri="{FF2B5EF4-FFF2-40B4-BE49-F238E27FC236}">
                <a16:creationId xmlns:a16="http://schemas.microsoft.com/office/drawing/2014/main" id="{06570B87-D7AD-9647-9CE5-37739358B28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74637"/>
            <a:ext cx="8229600" cy="1249363"/>
          </a:xfrm>
        </p:spPr>
        <p:txBody>
          <a:bodyPr/>
          <a:lstStyle/>
          <a:p>
            <a:pPr algn="l"/>
            <a:r>
              <a:rPr kumimoji="1" lang="en-US" altLang="zh-CN" sz="2400" dirty="0"/>
              <a:t>How about you know </a:t>
            </a:r>
            <a:r>
              <a:rPr kumimoji="1" lang="zh-CN" altLang="en-US" sz="2400" dirty="0"/>
              <a:t>正式？</a:t>
            </a:r>
            <a:br>
              <a:rPr kumimoji="1" lang="en-US" altLang="zh-CN" sz="2400" dirty="0"/>
            </a:br>
            <a:r>
              <a:rPr kumimoji="1" lang="en-US" altLang="zh-CN" sz="2400" dirty="0"/>
              <a:t>Please</a:t>
            </a:r>
            <a:r>
              <a:rPr kumimoji="1" lang="zh-CN" altLang="en-US" sz="2400" dirty="0"/>
              <a:t> </a:t>
            </a:r>
            <a:r>
              <a:rPr kumimoji="1" lang="en-US" altLang="zh-CN" sz="2400" dirty="0"/>
              <a:t>write down the choice on your page and click the choice to jump to the corresponding page</a:t>
            </a:r>
            <a:endParaRPr kumimoji="1" lang="zh-CN" altLang="en-US" sz="2400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30F45E4-88F1-6F47-B1DD-2543870B46A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676400"/>
            <a:ext cx="8229600" cy="3962399"/>
          </a:xfrm>
        </p:spPr>
        <p:txBody>
          <a:bodyPr/>
          <a:lstStyle/>
          <a:p>
            <a:pPr>
              <a:defRPr/>
            </a:pPr>
            <a:r>
              <a:rPr lang="en-US" altLang="zh-CN" sz="2000" dirty="0"/>
              <a:t>I have never seen this word.</a:t>
            </a:r>
          </a:p>
          <a:p>
            <a:pPr marL="0" indent="0">
              <a:buNone/>
              <a:defRPr/>
            </a:pPr>
            <a:r>
              <a:rPr lang="en-US" altLang="zh-CN" sz="2000" dirty="0"/>
              <a:t> </a:t>
            </a:r>
            <a:endParaRPr lang="zh-CN" altLang="zh-CN" sz="2000" dirty="0"/>
          </a:p>
          <a:p>
            <a:pPr>
              <a:defRPr/>
            </a:pPr>
            <a:r>
              <a:rPr lang="en-US" altLang="zh-CN" sz="2000" dirty="0"/>
              <a:t>I don’t know what it means. </a:t>
            </a:r>
          </a:p>
          <a:p>
            <a:pPr>
              <a:defRPr/>
            </a:pPr>
            <a:endParaRPr lang="zh-CN" altLang="zh-CN" sz="2000" dirty="0"/>
          </a:p>
          <a:p>
            <a:pPr>
              <a:defRPr/>
            </a:pPr>
            <a:r>
              <a:rPr lang="en-US" altLang="zh-CN" sz="2000" dirty="0"/>
              <a:t>I know its meaning, but I don’t know its collocations.</a:t>
            </a:r>
          </a:p>
          <a:p>
            <a:pPr>
              <a:defRPr/>
            </a:pPr>
            <a:endParaRPr lang="zh-CN" altLang="zh-CN" sz="2000" dirty="0"/>
          </a:p>
          <a:p>
            <a:pPr>
              <a:defRPr/>
            </a:pPr>
            <a:r>
              <a:rPr lang="en-US" altLang="zh-CN" sz="2000" dirty="0"/>
              <a:t>I know its collocation, but I don’t know how to use it in a sentence.</a:t>
            </a:r>
          </a:p>
          <a:p>
            <a:pPr>
              <a:defRPr/>
            </a:pPr>
            <a:endParaRPr lang="en-US" altLang="zh-CN" sz="2000" dirty="0"/>
          </a:p>
          <a:p>
            <a:pPr>
              <a:defRPr/>
            </a:pPr>
            <a:r>
              <a:rPr lang="en-US" altLang="zh-CN" sz="2000" dirty="0"/>
              <a:t>I can use it in a sentence. </a:t>
            </a:r>
            <a:endParaRPr lang="zh-CN" altLang="zh-CN" sz="1800" dirty="0"/>
          </a:p>
        </p:txBody>
      </p:sp>
      <p:sp>
        <p:nvSpPr>
          <p:cNvPr id="4" name="圆角矩形 3">
            <a:extLst>
              <a:ext uri="{FF2B5EF4-FFF2-40B4-BE49-F238E27FC236}">
                <a16:creationId xmlns:a16="http://schemas.microsoft.com/office/drawing/2014/main" id="{3C106C97-9EF1-AE4E-80B1-861673DC5DA6}"/>
              </a:ext>
            </a:extLst>
          </p:cNvPr>
          <p:cNvSpPr/>
          <p:nvPr/>
        </p:nvSpPr>
        <p:spPr>
          <a:xfrm>
            <a:off x="4191000" y="1752600"/>
            <a:ext cx="762000" cy="3810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kumimoji="1" lang="en-US" altLang="zh-CN" dirty="0">
                <a:hlinkClick r:id="rId2" action="ppaction://hlinksldjump"/>
              </a:rPr>
              <a:t>A</a:t>
            </a:r>
            <a:endParaRPr kumimoji="1" lang="zh-CN" altLang="en-US" dirty="0"/>
          </a:p>
        </p:txBody>
      </p:sp>
      <p:sp>
        <p:nvSpPr>
          <p:cNvPr id="6" name="圆角矩形 5">
            <a:extLst>
              <a:ext uri="{FF2B5EF4-FFF2-40B4-BE49-F238E27FC236}">
                <a16:creationId xmlns:a16="http://schemas.microsoft.com/office/drawing/2014/main" id="{DCF760C6-CAEF-4949-AB75-58AD9F2FC2D8}"/>
              </a:ext>
            </a:extLst>
          </p:cNvPr>
          <p:cNvSpPr/>
          <p:nvPr/>
        </p:nvSpPr>
        <p:spPr>
          <a:xfrm>
            <a:off x="6781800" y="3124200"/>
            <a:ext cx="762000" cy="3810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kumimoji="1" lang="en-US" altLang="zh-CN" dirty="0">
                <a:hlinkClick r:id="rId3" action="ppaction://hlinksldjump"/>
              </a:rPr>
              <a:t>C</a:t>
            </a:r>
            <a:endParaRPr kumimoji="1" lang="zh-CN" altLang="en-US" dirty="0"/>
          </a:p>
        </p:txBody>
      </p:sp>
      <p:sp>
        <p:nvSpPr>
          <p:cNvPr id="7" name="圆角矩形 6">
            <a:extLst>
              <a:ext uri="{FF2B5EF4-FFF2-40B4-BE49-F238E27FC236}">
                <a16:creationId xmlns:a16="http://schemas.microsoft.com/office/drawing/2014/main" id="{D6C5558C-2A94-D340-B88D-3771B105CE99}"/>
              </a:ext>
            </a:extLst>
          </p:cNvPr>
          <p:cNvSpPr/>
          <p:nvPr/>
        </p:nvSpPr>
        <p:spPr>
          <a:xfrm>
            <a:off x="7531395" y="4343400"/>
            <a:ext cx="762000" cy="3810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kumimoji="1" lang="en-US" altLang="zh-CN" dirty="0">
                <a:hlinkClick r:id="rId4" action="ppaction://hlinksldjump"/>
              </a:rPr>
              <a:t>D</a:t>
            </a:r>
            <a:endParaRPr kumimoji="1" lang="zh-CN" altLang="en-US" dirty="0"/>
          </a:p>
        </p:txBody>
      </p:sp>
      <p:sp>
        <p:nvSpPr>
          <p:cNvPr id="8" name="圆角矩形 7">
            <a:extLst>
              <a:ext uri="{FF2B5EF4-FFF2-40B4-BE49-F238E27FC236}">
                <a16:creationId xmlns:a16="http://schemas.microsoft.com/office/drawing/2014/main" id="{E418098F-A830-0E4B-AE1B-BF99FBB77185}"/>
              </a:ext>
            </a:extLst>
          </p:cNvPr>
          <p:cNvSpPr/>
          <p:nvPr/>
        </p:nvSpPr>
        <p:spPr>
          <a:xfrm>
            <a:off x="3962400" y="4648200"/>
            <a:ext cx="762000" cy="3810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kumimoji="1" lang="en-US" altLang="zh-CN" dirty="0">
                <a:hlinkClick r:id="rId5" action="ppaction://hlinksldjump"/>
              </a:rPr>
              <a:t>E</a:t>
            </a:r>
            <a:endParaRPr kumimoji="1" lang="zh-CN" altLang="en-US" dirty="0"/>
          </a:p>
        </p:txBody>
      </p:sp>
      <p:sp>
        <p:nvSpPr>
          <p:cNvPr id="9" name="圆角矩形 8">
            <a:extLst>
              <a:ext uri="{FF2B5EF4-FFF2-40B4-BE49-F238E27FC236}">
                <a16:creationId xmlns:a16="http://schemas.microsoft.com/office/drawing/2014/main" id="{5E955882-84DF-F541-BD1E-BB1F7EDDA2DC}"/>
              </a:ext>
            </a:extLst>
          </p:cNvPr>
          <p:cNvSpPr/>
          <p:nvPr/>
        </p:nvSpPr>
        <p:spPr>
          <a:xfrm>
            <a:off x="4191000" y="2514600"/>
            <a:ext cx="762000" cy="3810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kumimoji="1" lang="en-US" altLang="zh-CN" dirty="0">
                <a:solidFill>
                  <a:schemeClr val="accent1">
                    <a:lumMod val="50000"/>
                  </a:schemeClr>
                </a:solidFill>
                <a:hlinkClick r:id="rId6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B</a:t>
            </a:r>
            <a:endParaRPr kumimoji="1" lang="zh-CN" altLang="en-US" dirty="0">
              <a:solidFill>
                <a:schemeClr val="accent1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50489107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5" name="标题 1">
            <a:extLst>
              <a:ext uri="{FF2B5EF4-FFF2-40B4-BE49-F238E27FC236}">
                <a16:creationId xmlns:a16="http://schemas.microsoft.com/office/drawing/2014/main" id="{FC24309E-0B45-0D42-B04E-7111B47C6F7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kumimoji="1" lang="zh-CN" altLang="en-US"/>
              <a:t>正式 </a:t>
            </a:r>
            <a:r>
              <a:rPr kumimoji="1" lang="zh-CN" altLang="zh-CN"/>
              <a:t>zhèngshì </a:t>
            </a:r>
            <a:endParaRPr kumimoji="1" lang="zh-CN" altLang="en-US"/>
          </a:p>
        </p:txBody>
      </p:sp>
      <p:sp>
        <p:nvSpPr>
          <p:cNvPr id="21506" name="内容占位符 2">
            <a:extLst>
              <a:ext uri="{FF2B5EF4-FFF2-40B4-BE49-F238E27FC236}">
                <a16:creationId xmlns:a16="http://schemas.microsoft.com/office/drawing/2014/main" id="{C77704DF-58DD-5D49-AB1C-FD6DD6629B65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zh-CN" altLang="en-US" sz="2000">
                <a:solidFill>
                  <a:srgbClr val="000000"/>
                </a:solidFill>
              </a:rPr>
              <a:t>正 </a:t>
            </a:r>
            <a:r>
              <a:rPr lang="zh-CN" altLang="zh-CN" sz="2000">
                <a:solidFill>
                  <a:srgbClr val="000000"/>
                </a:solidFill>
              </a:rPr>
              <a:t>zhèng</a:t>
            </a:r>
            <a:r>
              <a:rPr lang="zh-CN" altLang="en-US" sz="2000">
                <a:solidFill>
                  <a:srgbClr val="000000"/>
                </a:solidFill>
              </a:rPr>
              <a:t> </a:t>
            </a:r>
            <a:r>
              <a:rPr lang="en-US" altLang="zh-CN" sz="2000">
                <a:solidFill>
                  <a:srgbClr val="000000"/>
                </a:solidFill>
              </a:rPr>
              <a:t>ADJECTIVE  regular; standard</a:t>
            </a:r>
          </a:p>
          <a:p>
            <a:pPr eaLnBrk="1" hangingPunct="1"/>
            <a:r>
              <a:rPr lang="zh-CN" altLang="en-US" sz="2000">
                <a:solidFill>
                  <a:srgbClr val="000000"/>
                </a:solidFill>
              </a:rPr>
              <a:t>式 </a:t>
            </a:r>
            <a:r>
              <a:rPr lang="zh-CN" altLang="zh-CN" sz="2000">
                <a:solidFill>
                  <a:srgbClr val="000000"/>
                </a:solidFill>
              </a:rPr>
              <a:t>shì NOUN type; style</a:t>
            </a:r>
            <a:endParaRPr lang="en-US" altLang="zh-CN" sz="2000">
              <a:solidFill>
                <a:srgbClr val="000000"/>
              </a:solidFill>
            </a:endParaRPr>
          </a:p>
          <a:p>
            <a:pPr eaLnBrk="1" hangingPunct="1"/>
            <a:r>
              <a:rPr lang="en-US" altLang="zh-CN" sz="2000">
                <a:solidFill>
                  <a:srgbClr val="000000"/>
                </a:solidFill>
              </a:rPr>
              <a:t>ADJECTIVE</a:t>
            </a:r>
            <a:r>
              <a:rPr lang="zh-CN" altLang="en-US" sz="2000">
                <a:solidFill>
                  <a:srgbClr val="000000"/>
                </a:solidFill>
              </a:rPr>
              <a:t>  </a:t>
            </a:r>
            <a:r>
              <a:rPr lang="zh-CN" altLang="zh-CN" sz="2000">
                <a:solidFill>
                  <a:srgbClr val="000000"/>
                </a:solidFill>
              </a:rPr>
              <a:t>formal; official; regular</a:t>
            </a:r>
          </a:p>
          <a:p>
            <a:pPr eaLnBrk="1" hangingPunct="1"/>
            <a:r>
              <a:rPr lang="en-US" altLang="zh-CN" sz="2000">
                <a:solidFill>
                  <a:srgbClr val="000000"/>
                </a:solidFill>
              </a:rPr>
              <a:t>Collocation:</a:t>
            </a:r>
          </a:p>
          <a:p>
            <a:pPr eaLnBrk="1" hangingPunct="1"/>
            <a:r>
              <a:rPr lang="zh-CN" altLang="en-US" sz="2000">
                <a:solidFill>
                  <a:srgbClr val="000000"/>
                </a:solidFill>
              </a:rPr>
              <a:t>正式 开始（二级） </a:t>
            </a:r>
            <a:r>
              <a:rPr lang="zh-CN" altLang="zh-CN" sz="2000">
                <a:solidFill>
                  <a:srgbClr val="000000"/>
                </a:solidFill>
              </a:rPr>
              <a:t>officially begin</a:t>
            </a:r>
            <a:endParaRPr lang="zh-CN" altLang="en-US" sz="2000">
              <a:solidFill>
                <a:srgbClr val="000000"/>
              </a:solidFill>
            </a:endParaRPr>
          </a:p>
          <a:p>
            <a:pPr eaLnBrk="1" hangingPunct="1"/>
            <a:r>
              <a:rPr lang="zh-CN" altLang="en-US" sz="2000">
                <a:solidFill>
                  <a:srgbClr val="000000"/>
                </a:solidFill>
              </a:rPr>
              <a:t>正式 的（一级） 衣服</a:t>
            </a:r>
            <a:r>
              <a:rPr lang="en-US" altLang="zh-CN" sz="2000">
                <a:solidFill>
                  <a:srgbClr val="000000"/>
                </a:solidFill>
              </a:rPr>
              <a:t> formal clothes </a:t>
            </a:r>
            <a:r>
              <a:rPr lang="zh-CN" altLang="en-US" sz="2000">
                <a:solidFill>
                  <a:srgbClr val="000000"/>
                </a:solidFill>
              </a:rPr>
              <a:t>	</a:t>
            </a:r>
            <a:endParaRPr lang="en-US" altLang="zh-CN" sz="2000">
              <a:solidFill>
                <a:srgbClr val="000000"/>
              </a:solidFill>
            </a:endParaRPr>
          </a:p>
          <a:p>
            <a:pPr eaLnBrk="1" hangingPunct="1"/>
            <a:r>
              <a:rPr lang="en-US" altLang="zh-CN" sz="2000">
                <a:solidFill>
                  <a:srgbClr val="000000"/>
                </a:solidFill>
              </a:rPr>
              <a:t>Sentence:</a:t>
            </a:r>
          </a:p>
          <a:p>
            <a:pPr eaLnBrk="1" hangingPunct="1"/>
            <a:r>
              <a:rPr kumimoji="1" lang="zh-CN" altLang="en-US" sz="2000">
                <a:solidFill>
                  <a:srgbClr val="000000"/>
                </a:solidFill>
              </a:rPr>
              <a:t>大会于八月二十四日正式开幕。</a:t>
            </a:r>
            <a:r>
              <a:rPr kumimoji="1" lang="en-US" altLang="zh-CN" sz="2000">
                <a:solidFill>
                  <a:srgbClr val="000000"/>
                </a:solidFill>
              </a:rPr>
              <a:t>[‘</a:t>
            </a:r>
            <a:r>
              <a:rPr kumimoji="1" lang="zh-CN" altLang="en-US" sz="2000">
                <a:solidFill>
                  <a:srgbClr val="000000"/>
                </a:solidFill>
              </a:rPr>
              <a:t>开幕</a:t>
            </a:r>
            <a:r>
              <a:rPr kumimoji="1" lang="en-US" altLang="zh-CN" sz="2000">
                <a:solidFill>
                  <a:srgbClr val="000000"/>
                </a:solidFill>
              </a:rPr>
              <a:t>’]</a:t>
            </a:r>
          </a:p>
          <a:p>
            <a:pPr eaLnBrk="1" hangingPunct="1"/>
            <a:r>
              <a:rPr kumimoji="1" lang="zh-CN" altLang="en-US" sz="2000"/>
              <a:t>大会</a:t>
            </a:r>
            <a:r>
              <a:rPr kumimoji="1" lang="en-US" altLang="zh-CN" sz="2000"/>
              <a:t>/</a:t>
            </a:r>
            <a:r>
              <a:rPr kumimoji="1" lang="zh-CN" altLang="zh-CN" sz="2000"/>
              <a:t>dàhuì  </a:t>
            </a:r>
            <a:r>
              <a:rPr kumimoji="1" lang="zh-CN" altLang="en-US" sz="2000"/>
              <a:t>于</a:t>
            </a:r>
            <a:r>
              <a:rPr kumimoji="1" lang="en-US" altLang="zh-CN" sz="2000"/>
              <a:t>/</a:t>
            </a:r>
            <a:r>
              <a:rPr kumimoji="1" lang="zh-CN" altLang="zh-CN" sz="2000"/>
              <a:t>yú  </a:t>
            </a:r>
            <a:r>
              <a:rPr kumimoji="1" lang="zh-CN" altLang="en-US" sz="2000"/>
              <a:t>八月</a:t>
            </a:r>
            <a:r>
              <a:rPr kumimoji="1" lang="en-US" altLang="zh-CN" sz="2000"/>
              <a:t>/</a:t>
            </a:r>
            <a:r>
              <a:rPr kumimoji="1" lang="zh-CN" altLang="zh-CN" sz="2000"/>
              <a:t>bāyuè  </a:t>
            </a:r>
            <a:r>
              <a:rPr kumimoji="1" lang="zh-CN" altLang="en-US" sz="2000"/>
              <a:t>二十四</a:t>
            </a:r>
            <a:r>
              <a:rPr kumimoji="1" lang="en-US" altLang="zh-CN" sz="2000"/>
              <a:t>/</a:t>
            </a:r>
            <a:r>
              <a:rPr kumimoji="1" lang="zh-CN" altLang="zh-CN" sz="2000"/>
              <a:t>èrshísì  </a:t>
            </a:r>
            <a:r>
              <a:rPr kumimoji="1" lang="zh-CN" altLang="en-US" sz="2000"/>
              <a:t>日</a:t>
            </a:r>
            <a:r>
              <a:rPr kumimoji="1" lang="en-US" altLang="zh-CN" sz="2000"/>
              <a:t>/</a:t>
            </a:r>
            <a:r>
              <a:rPr kumimoji="1" lang="zh-CN" altLang="zh-CN" sz="2000"/>
              <a:t>rì  </a:t>
            </a:r>
            <a:r>
              <a:rPr kumimoji="1" lang="zh-CN" altLang="en-US" sz="2000"/>
              <a:t>正式</a:t>
            </a:r>
            <a:r>
              <a:rPr kumimoji="1" lang="en-US" altLang="zh-CN" sz="2000"/>
              <a:t>/</a:t>
            </a:r>
            <a:r>
              <a:rPr kumimoji="1" lang="zh-CN" altLang="zh-CN" sz="2000"/>
              <a:t>zhèngshì  </a:t>
            </a:r>
            <a:r>
              <a:rPr kumimoji="1" lang="zh-CN" altLang="en-US" sz="2000"/>
              <a:t>开幕</a:t>
            </a:r>
            <a:r>
              <a:rPr kumimoji="1" lang="en-US" altLang="zh-CN" sz="2000"/>
              <a:t>/</a:t>
            </a:r>
            <a:r>
              <a:rPr kumimoji="1" lang="zh-CN" altLang="zh-CN" sz="2000"/>
              <a:t>kāimù  。</a:t>
            </a:r>
            <a:endParaRPr kumimoji="1" lang="en-US" altLang="zh-CN" sz="2000"/>
          </a:p>
          <a:p>
            <a:pPr eaLnBrk="1" hangingPunct="1"/>
            <a:r>
              <a:rPr kumimoji="1" lang="zh-CN" altLang="zh-CN" sz="2000"/>
              <a:t>The conference officially opened on August 24.</a:t>
            </a:r>
            <a:endParaRPr kumimoji="1" lang="zh-CN" altLang="en-US" sz="2000"/>
          </a:p>
        </p:txBody>
      </p:sp>
      <p:pic>
        <p:nvPicPr>
          <p:cNvPr id="2" name="正式.wav" descr="正式.wav">
            <a:hlinkClick r:id="" action="ppaction://media"/>
            <a:extLst>
              <a:ext uri="{FF2B5EF4-FFF2-40B4-BE49-F238E27FC236}">
                <a16:creationId xmlns:a16="http://schemas.microsoft.com/office/drawing/2014/main" id="{3FBC8F27-AE64-DC41-86A7-9FFEB6E6CBB9}"/>
              </a:ext>
            </a:extLst>
          </p:cNvPr>
          <p:cNvPicPr>
            <a:picLocks noChangeAspect="1" noChangeArrowheads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00800" y="457200"/>
            <a:ext cx="533400" cy="533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" name="正.wav" descr="正.wav">
            <a:hlinkClick r:id="" action="ppaction://media"/>
            <a:extLst>
              <a:ext uri="{FF2B5EF4-FFF2-40B4-BE49-F238E27FC236}">
                <a16:creationId xmlns:a16="http://schemas.microsoft.com/office/drawing/2014/main" id="{AB3F28FC-BAFB-6F41-82D8-332986D8F66B}"/>
              </a:ext>
            </a:extLst>
          </p:cNvPr>
          <p:cNvPicPr>
            <a:picLocks noChangeAspect="1" noChangeArrowheads="1"/>
          </p:cNvPicPr>
          <p:nvPr>
            <a:audi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15000" y="1143000"/>
            <a:ext cx="533400" cy="533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" name="式.wav" descr="式.wav">
            <a:hlinkClick r:id="" action="ppaction://media"/>
            <a:extLst>
              <a:ext uri="{FF2B5EF4-FFF2-40B4-BE49-F238E27FC236}">
                <a16:creationId xmlns:a16="http://schemas.microsoft.com/office/drawing/2014/main" id="{9B4A0EFB-408A-A446-AC6F-DCBB2B13FAA8}"/>
              </a:ext>
            </a:extLst>
          </p:cNvPr>
          <p:cNvPicPr>
            <a:picLocks noChangeAspect="1" noChangeArrowheads="1"/>
          </p:cNvPicPr>
          <p:nvPr>
            <a:audioFile r:link="rId6"/>
            <p:extLst>
              <p:ext uri="{DAA4B4D4-6D71-4841-9C94-3DE7FCFB9230}">
                <p14:media xmlns:p14="http://schemas.microsoft.com/office/powerpoint/2010/main" r:embed="rId5"/>
              </p:ext>
            </p:extLst>
          </p:nvPr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30638" y="1473200"/>
            <a:ext cx="533400" cy="533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正式开始.wav" descr="正式开始.wav">
            <a:hlinkClick r:id="" action="ppaction://media"/>
            <a:extLst>
              <a:ext uri="{FF2B5EF4-FFF2-40B4-BE49-F238E27FC236}">
                <a16:creationId xmlns:a16="http://schemas.microsoft.com/office/drawing/2014/main" id="{497CEC02-82BC-E74F-9E19-59470FA2A6FD}"/>
              </a:ext>
            </a:extLst>
          </p:cNvPr>
          <p:cNvPicPr>
            <a:picLocks noChangeAspect="1" noChangeArrowheads="1"/>
          </p:cNvPicPr>
          <p:nvPr>
            <a:audioFile r:link="rId8"/>
            <p:extLst>
              <p:ext uri="{DAA4B4D4-6D71-4841-9C94-3DE7FCFB9230}">
                <p14:media xmlns:p14="http://schemas.microsoft.com/office/powerpoint/2010/main" r:embed="rId7"/>
              </p:ext>
            </p:extLst>
          </p:nvPr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78388" y="2590800"/>
            <a:ext cx="533400" cy="533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" name="正式的衣服.wav" descr="正式的衣服.wav">
            <a:hlinkClick r:id="" action="ppaction://media"/>
            <a:extLst>
              <a:ext uri="{FF2B5EF4-FFF2-40B4-BE49-F238E27FC236}">
                <a16:creationId xmlns:a16="http://schemas.microsoft.com/office/drawing/2014/main" id="{B9EB93A1-174B-C24E-A7C6-BB9F46F86CFB}"/>
              </a:ext>
            </a:extLst>
          </p:cNvPr>
          <p:cNvPicPr>
            <a:picLocks noChangeAspect="1" noChangeArrowheads="1"/>
          </p:cNvPicPr>
          <p:nvPr>
            <a:audioFile r:link="rId10"/>
            <p:extLst>
              <p:ext uri="{DAA4B4D4-6D71-4841-9C94-3DE7FCFB9230}">
                <p14:media xmlns:p14="http://schemas.microsoft.com/office/powerpoint/2010/main" r:embed="rId9"/>
              </p:ext>
            </p:extLst>
          </p:nvPr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84788" y="3048000"/>
            <a:ext cx="533400" cy="533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" name="大会于八月二十四日正式开幕。.wav" descr="大会于八月二十四日正式开幕。.wav">
            <a:hlinkClick r:id="" action="ppaction://media"/>
            <a:extLst>
              <a:ext uri="{FF2B5EF4-FFF2-40B4-BE49-F238E27FC236}">
                <a16:creationId xmlns:a16="http://schemas.microsoft.com/office/drawing/2014/main" id="{1BCEA5F4-B950-114F-8028-46CBFBDF3621}"/>
              </a:ext>
            </a:extLst>
          </p:cNvPr>
          <p:cNvPicPr>
            <a:picLocks noChangeAspect="1" noChangeArrowheads="1"/>
          </p:cNvPicPr>
          <p:nvPr>
            <a:audioFile r:link="rId12"/>
            <p:extLst>
              <p:ext uri="{DAA4B4D4-6D71-4841-9C94-3DE7FCFB9230}">
                <p14:media xmlns:p14="http://schemas.microsoft.com/office/powerpoint/2010/main" r:embed="rId11"/>
              </p:ext>
            </p:extLst>
          </p:nvPr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08600" y="3733800"/>
            <a:ext cx="533400" cy="533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" name="圆角矩形 9">
            <a:extLst>
              <a:ext uri="{FF2B5EF4-FFF2-40B4-BE49-F238E27FC236}">
                <a16:creationId xmlns:a16="http://schemas.microsoft.com/office/drawing/2014/main" id="{ACF2D803-C213-D24C-8562-2A46D3357A60}"/>
              </a:ext>
            </a:extLst>
          </p:cNvPr>
          <p:cNvSpPr/>
          <p:nvPr/>
        </p:nvSpPr>
        <p:spPr>
          <a:xfrm>
            <a:off x="6346825" y="5097463"/>
            <a:ext cx="2514600" cy="598487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kumimoji="1" lang="en-US" altLang="zh-CN" dirty="0">
                <a:hlinkClick r:id="rId15" action="ppaction://hlinksldjump"/>
              </a:rPr>
              <a:t>Click to the next page</a:t>
            </a:r>
            <a:endParaRPr kumimoji="1"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936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0" dur="648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4" dur="720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8" dur="1332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22" dur="1440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26" dur="3240" fill="hold"/>
                                        <p:tgtEl>
                                          <p:spTgt spid="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2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"/>
                </p:tgtEl>
              </p:cMediaNode>
            </p:audio>
            <p:audio>
              <p:cMediaNode vol="80000">
                <p:cTn id="28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3"/>
                </p:tgtEl>
              </p:cMediaNode>
            </p:audio>
            <p:audio>
              <p:cMediaNode vol="80000">
                <p:cTn id="29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  <p:audio>
              <p:cMediaNode vol="80000">
                <p:cTn id="30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5"/>
                </p:tgtEl>
              </p:cMediaNode>
            </p:audio>
            <p:audio>
              <p:cMediaNode vol="80000">
                <p:cTn id="31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  <p:audio>
              <p:cMediaNode vol="80000">
                <p:cTn id="32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7"/>
                </p:tgtEl>
              </p:cMediaNode>
            </p:audio>
          </p:childTnLst>
        </p:cTn>
      </p:par>
    </p:tn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5" name="标题 1">
            <a:extLst>
              <a:ext uri="{FF2B5EF4-FFF2-40B4-BE49-F238E27FC236}">
                <a16:creationId xmlns:a16="http://schemas.microsoft.com/office/drawing/2014/main" id="{FC24309E-0B45-0D42-B04E-7111B47C6F7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kumimoji="1" lang="zh-CN" altLang="en-US"/>
              <a:t>正式 </a:t>
            </a:r>
            <a:r>
              <a:rPr kumimoji="1" lang="zh-CN" altLang="zh-CN"/>
              <a:t>zhèngshì </a:t>
            </a:r>
            <a:endParaRPr kumimoji="1" lang="zh-CN" altLang="en-US"/>
          </a:p>
        </p:txBody>
      </p:sp>
      <p:sp>
        <p:nvSpPr>
          <p:cNvPr id="21506" name="内容占位符 2">
            <a:extLst>
              <a:ext uri="{FF2B5EF4-FFF2-40B4-BE49-F238E27FC236}">
                <a16:creationId xmlns:a16="http://schemas.microsoft.com/office/drawing/2014/main" id="{C77704DF-58DD-5D49-AB1C-FD6DD6629B65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zh-CN" sz="2000" dirty="0">
                <a:solidFill>
                  <a:srgbClr val="000000"/>
                </a:solidFill>
              </a:rPr>
              <a:t>ADJECTIVE</a:t>
            </a:r>
            <a:r>
              <a:rPr lang="zh-CN" altLang="en-US" sz="2000" dirty="0">
                <a:solidFill>
                  <a:srgbClr val="000000"/>
                </a:solidFill>
              </a:rPr>
              <a:t>  </a:t>
            </a:r>
            <a:r>
              <a:rPr lang="zh-CN" altLang="zh-CN" sz="2000" dirty="0">
                <a:solidFill>
                  <a:srgbClr val="000000"/>
                </a:solidFill>
              </a:rPr>
              <a:t>formal; official; regular</a:t>
            </a:r>
          </a:p>
          <a:p>
            <a:pPr eaLnBrk="1" hangingPunct="1"/>
            <a:r>
              <a:rPr lang="en-US" altLang="zh-CN" sz="2000" dirty="0">
                <a:solidFill>
                  <a:srgbClr val="000000"/>
                </a:solidFill>
              </a:rPr>
              <a:t>Collocation:</a:t>
            </a:r>
          </a:p>
          <a:p>
            <a:pPr eaLnBrk="1" hangingPunct="1"/>
            <a:r>
              <a:rPr lang="zh-CN" altLang="en-US" sz="2000" dirty="0">
                <a:solidFill>
                  <a:srgbClr val="000000"/>
                </a:solidFill>
              </a:rPr>
              <a:t>正式 开始（二级） </a:t>
            </a:r>
            <a:r>
              <a:rPr lang="zh-CN" altLang="zh-CN" sz="2000" dirty="0">
                <a:solidFill>
                  <a:srgbClr val="000000"/>
                </a:solidFill>
              </a:rPr>
              <a:t>officially begin</a:t>
            </a:r>
            <a:endParaRPr lang="zh-CN" altLang="en-US" sz="2000" dirty="0">
              <a:solidFill>
                <a:srgbClr val="000000"/>
              </a:solidFill>
            </a:endParaRPr>
          </a:p>
          <a:p>
            <a:pPr eaLnBrk="1" hangingPunct="1"/>
            <a:r>
              <a:rPr lang="zh-CN" altLang="en-US" sz="2000" dirty="0">
                <a:solidFill>
                  <a:srgbClr val="000000"/>
                </a:solidFill>
              </a:rPr>
              <a:t>正式 的（一级） 衣服</a:t>
            </a:r>
            <a:r>
              <a:rPr lang="en-US" altLang="zh-CN" sz="2000" dirty="0">
                <a:solidFill>
                  <a:srgbClr val="000000"/>
                </a:solidFill>
              </a:rPr>
              <a:t> formal clothes </a:t>
            </a:r>
            <a:r>
              <a:rPr lang="zh-CN" altLang="en-US" sz="2000" dirty="0">
                <a:solidFill>
                  <a:srgbClr val="000000"/>
                </a:solidFill>
              </a:rPr>
              <a:t>	</a:t>
            </a:r>
            <a:endParaRPr lang="en-US" altLang="zh-CN" sz="2000" dirty="0">
              <a:solidFill>
                <a:srgbClr val="000000"/>
              </a:solidFill>
            </a:endParaRPr>
          </a:p>
          <a:p>
            <a:pPr eaLnBrk="1" hangingPunct="1"/>
            <a:r>
              <a:rPr lang="en-US" altLang="zh-CN" sz="2000" dirty="0">
                <a:solidFill>
                  <a:srgbClr val="000000"/>
                </a:solidFill>
              </a:rPr>
              <a:t>Sentence:</a:t>
            </a:r>
          </a:p>
          <a:p>
            <a:pPr eaLnBrk="1" hangingPunct="1"/>
            <a:r>
              <a:rPr kumimoji="1" lang="zh-CN" altLang="en-US" sz="2000" dirty="0">
                <a:solidFill>
                  <a:srgbClr val="000000"/>
                </a:solidFill>
              </a:rPr>
              <a:t>大会于八月二十四日正式开幕。</a:t>
            </a:r>
            <a:r>
              <a:rPr kumimoji="1" lang="en-US" altLang="zh-CN" sz="2000" dirty="0">
                <a:solidFill>
                  <a:srgbClr val="000000"/>
                </a:solidFill>
              </a:rPr>
              <a:t>[‘</a:t>
            </a:r>
            <a:r>
              <a:rPr kumimoji="1" lang="zh-CN" altLang="en-US" sz="2000" dirty="0">
                <a:solidFill>
                  <a:srgbClr val="000000"/>
                </a:solidFill>
              </a:rPr>
              <a:t>开幕</a:t>
            </a:r>
            <a:r>
              <a:rPr kumimoji="1" lang="en-US" altLang="zh-CN" sz="2000" dirty="0">
                <a:solidFill>
                  <a:srgbClr val="000000"/>
                </a:solidFill>
              </a:rPr>
              <a:t>’]</a:t>
            </a:r>
          </a:p>
          <a:p>
            <a:pPr eaLnBrk="1" hangingPunct="1"/>
            <a:r>
              <a:rPr kumimoji="1" lang="zh-CN" altLang="en-US" sz="2000" dirty="0"/>
              <a:t>大会</a:t>
            </a:r>
            <a:r>
              <a:rPr kumimoji="1" lang="en-US" altLang="zh-CN" sz="2000" dirty="0"/>
              <a:t>/</a:t>
            </a:r>
            <a:r>
              <a:rPr kumimoji="1" lang="zh-CN" altLang="zh-CN" sz="2000" dirty="0"/>
              <a:t>dàhuì  </a:t>
            </a:r>
            <a:r>
              <a:rPr kumimoji="1" lang="zh-CN" altLang="en-US" sz="2000" dirty="0"/>
              <a:t>于</a:t>
            </a:r>
            <a:r>
              <a:rPr kumimoji="1" lang="en-US" altLang="zh-CN" sz="2000" dirty="0"/>
              <a:t>/</a:t>
            </a:r>
            <a:r>
              <a:rPr kumimoji="1" lang="zh-CN" altLang="zh-CN" sz="2000" dirty="0"/>
              <a:t>yú  </a:t>
            </a:r>
            <a:r>
              <a:rPr kumimoji="1" lang="zh-CN" altLang="en-US" sz="2000" dirty="0"/>
              <a:t>八月</a:t>
            </a:r>
            <a:r>
              <a:rPr kumimoji="1" lang="en-US" altLang="zh-CN" sz="2000" dirty="0"/>
              <a:t>/</a:t>
            </a:r>
            <a:r>
              <a:rPr kumimoji="1" lang="zh-CN" altLang="zh-CN" sz="2000" dirty="0"/>
              <a:t>bāyuè  </a:t>
            </a:r>
            <a:r>
              <a:rPr kumimoji="1" lang="zh-CN" altLang="en-US" sz="2000" dirty="0"/>
              <a:t>二十四</a:t>
            </a:r>
            <a:r>
              <a:rPr kumimoji="1" lang="en-US" altLang="zh-CN" sz="2000" dirty="0"/>
              <a:t>/</a:t>
            </a:r>
            <a:r>
              <a:rPr kumimoji="1" lang="zh-CN" altLang="zh-CN" sz="2000" dirty="0"/>
              <a:t>èrshísì  </a:t>
            </a:r>
            <a:r>
              <a:rPr kumimoji="1" lang="zh-CN" altLang="en-US" sz="2000" dirty="0"/>
              <a:t>日</a:t>
            </a:r>
            <a:r>
              <a:rPr kumimoji="1" lang="en-US" altLang="zh-CN" sz="2000" dirty="0"/>
              <a:t>/</a:t>
            </a:r>
            <a:r>
              <a:rPr kumimoji="1" lang="zh-CN" altLang="zh-CN" sz="2000" dirty="0"/>
              <a:t>rì  </a:t>
            </a:r>
            <a:r>
              <a:rPr kumimoji="1" lang="zh-CN" altLang="en-US" sz="2000" dirty="0"/>
              <a:t>正式</a:t>
            </a:r>
            <a:r>
              <a:rPr kumimoji="1" lang="en-US" altLang="zh-CN" sz="2000" dirty="0"/>
              <a:t>/</a:t>
            </a:r>
            <a:r>
              <a:rPr kumimoji="1" lang="zh-CN" altLang="zh-CN" sz="2000" dirty="0"/>
              <a:t>zhèngshì  </a:t>
            </a:r>
            <a:r>
              <a:rPr kumimoji="1" lang="zh-CN" altLang="en-US" sz="2000" dirty="0"/>
              <a:t>开幕</a:t>
            </a:r>
            <a:r>
              <a:rPr kumimoji="1" lang="en-US" altLang="zh-CN" sz="2000" dirty="0"/>
              <a:t>/</a:t>
            </a:r>
            <a:r>
              <a:rPr kumimoji="1" lang="zh-CN" altLang="zh-CN" sz="2000" dirty="0"/>
              <a:t>kāimù  。</a:t>
            </a:r>
            <a:endParaRPr kumimoji="1" lang="en-US" altLang="zh-CN" sz="2000" dirty="0"/>
          </a:p>
          <a:p>
            <a:pPr eaLnBrk="1" hangingPunct="1"/>
            <a:r>
              <a:rPr kumimoji="1" lang="zh-CN" altLang="zh-CN" sz="2000" dirty="0"/>
              <a:t>The conference officially opened on August 24.</a:t>
            </a:r>
            <a:endParaRPr kumimoji="1" lang="zh-CN" altLang="en-US" sz="2000" dirty="0"/>
          </a:p>
        </p:txBody>
      </p:sp>
      <p:pic>
        <p:nvPicPr>
          <p:cNvPr id="2" name="正式.wav" descr="正式.wav">
            <a:hlinkClick r:id="" action="ppaction://media"/>
            <a:extLst>
              <a:ext uri="{FF2B5EF4-FFF2-40B4-BE49-F238E27FC236}">
                <a16:creationId xmlns:a16="http://schemas.microsoft.com/office/drawing/2014/main" id="{3FBC8F27-AE64-DC41-86A7-9FFEB6E6CBB9}"/>
              </a:ext>
            </a:extLst>
          </p:cNvPr>
          <p:cNvPicPr>
            <a:picLocks noChangeAspect="1" noChangeArrowheads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00800" y="457200"/>
            <a:ext cx="533400" cy="533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正式开始.wav" descr="正式开始.wav">
            <a:hlinkClick r:id="" action="ppaction://media"/>
            <a:extLst>
              <a:ext uri="{FF2B5EF4-FFF2-40B4-BE49-F238E27FC236}">
                <a16:creationId xmlns:a16="http://schemas.microsoft.com/office/drawing/2014/main" id="{497CEC02-82BC-E74F-9E19-59470FA2A6FD}"/>
              </a:ext>
            </a:extLst>
          </p:cNvPr>
          <p:cNvPicPr>
            <a:picLocks noChangeAspect="1" noChangeArrowheads="1"/>
          </p:cNvPicPr>
          <p:nvPr>
            <a:audi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78388" y="1828800"/>
            <a:ext cx="533400" cy="533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" name="正式的衣服.wav" descr="正式的衣服.wav">
            <a:hlinkClick r:id="" action="ppaction://media"/>
            <a:extLst>
              <a:ext uri="{FF2B5EF4-FFF2-40B4-BE49-F238E27FC236}">
                <a16:creationId xmlns:a16="http://schemas.microsoft.com/office/drawing/2014/main" id="{B9EB93A1-174B-C24E-A7C6-BB9F46F86CFB}"/>
              </a:ext>
            </a:extLst>
          </p:cNvPr>
          <p:cNvPicPr>
            <a:picLocks noChangeAspect="1" noChangeArrowheads="1"/>
          </p:cNvPicPr>
          <p:nvPr>
            <a:audioFile r:link="rId6"/>
            <p:extLst>
              <p:ext uri="{DAA4B4D4-6D71-4841-9C94-3DE7FCFB9230}">
                <p14:media xmlns:p14="http://schemas.microsoft.com/office/powerpoint/2010/main" r:embed="rId5"/>
              </p:ext>
            </p:extLst>
          </p:nvPr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84788" y="2286000"/>
            <a:ext cx="533400" cy="533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" name="大会于八月二十四日正式开幕。.wav" descr="大会于八月二十四日正式开幕。.wav">
            <a:hlinkClick r:id="" action="ppaction://media"/>
            <a:extLst>
              <a:ext uri="{FF2B5EF4-FFF2-40B4-BE49-F238E27FC236}">
                <a16:creationId xmlns:a16="http://schemas.microsoft.com/office/drawing/2014/main" id="{1BCEA5F4-B950-114F-8028-46CBFBDF3621}"/>
              </a:ext>
            </a:extLst>
          </p:cNvPr>
          <p:cNvPicPr>
            <a:picLocks noChangeAspect="1" noChangeArrowheads="1"/>
          </p:cNvPicPr>
          <p:nvPr>
            <a:audioFile r:link="rId8"/>
            <p:extLst>
              <p:ext uri="{DAA4B4D4-6D71-4841-9C94-3DE7FCFB9230}">
                <p14:media xmlns:p14="http://schemas.microsoft.com/office/powerpoint/2010/main" r:embed="rId7"/>
              </p:ext>
            </p:extLst>
          </p:nvPr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08600" y="2971800"/>
            <a:ext cx="533400" cy="533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" name="圆角矩形 9">
            <a:extLst>
              <a:ext uri="{FF2B5EF4-FFF2-40B4-BE49-F238E27FC236}">
                <a16:creationId xmlns:a16="http://schemas.microsoft.com/office/drawing/2014/main" id="{D2448F95-3288-584B-B8FC-D1A10F0D0870}"/>
              </a:ext>
            </a:extLst>
          </p:cNvPr>
          <p:cNvSpPr/>
          <p:nvPr/>
        </p:nvSpPr>
        <p:spPr>
          <a:xfrm>
            <a:off x="6346825" y="5097463"/>
            <a:ext cx="2514600" cy="598487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kumimoji="1" lang="en-US" altLang="zh-CN" dirty="0">
                <a:hlinkClick r:id="rId11" action="ppaction://hlinksldjump"/>
              </a:rPr>
              <a:t>Click to the next page</a:t>
            </a:r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7391374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936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0" dur="1332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4" dur="1440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8" dur="3240" fill="hold"/>
                                        <p:tgtEl>
                                          <p:spTgt spid="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19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"/>
                </p:tgtEl>
              </p:cMediaNode>
            </p:audio>
            <p:audio>
              <p:cMediaNode vol="80000">
                <p:cTn id="20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5"/>
                </p:tgtEl>
              </p:cMediaNode>
            </p:audio>
            <p:audio>
              <p:cMediaNode vol="80000">
                <p:cTn id="21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  <p:audio>
              <p:cMediaNode vol="80000">
                <p:cTn id="22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7"/>
                </p:tgtEl>
              </p:cMediaNode>
            </p:audio>
          </p:childTnLst>
        </p:cTn>
      </p:par>
    </p:tn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5" name="标题 1">
            <a:extLst>
              <a:ext uri="{FF2B5EF4-FFF2-40B4-BE49-F238E27FC236}">
                <a16:creationId xmlns:a16="http://schemas.microsoft.com/office/drawing/2014/main" id="{FC24309E-0B45-0D42-B04E-7111B47C6F7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kumimoji="1" lang="zh-CN" altLang="en-US"/>
              <a:t>正式 </a:t>
            </a:r>
            <a:r>
              <a:rPr kumimoji="1" lang="zh-CN" altLang="zh-CN"/>
              <a:t>zhèngshì </a:t>
            </a:r>
            <a:endParaRPr kumimoji="1" lang="zh-CN" altLang="en-US"/>
          </a:p>
        </p:txBody>
      </p:sp>
      <p:sp>
        <p:nvSpPr>
          <p:cNvPr id="21506" name="内容占位符 2">
            <a:extLst>
              <a:ext uri="{FF2B5EF4-FFF2-40B4-BE49-F238E27FC236}">
                <a16:creationId xmlns:a16="http://schemas.microsoft.com/office/drawing/2014/main" id="{C77704DF-58DD-5D49-AB1C-FD6DD6629B65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zh-CN" sz="2000" dirty="0">
                <a:solidFill>
                  <a:srgbClr val="000000"/>
                </a:solidFill>
              </a:rPr>
              <a:t>Collocation:</a:t>
            </a:r>
          </a:p>
          <a:p>
            <a:pPr eaLnBrk="1" hangingPunct="1"/>
            <a:r>
              <a:rPr lang="zh-CN" altLang="en-US" sz="2000" dirty="0">
                <a:solidFill>
                  <a:srgbClr val="000000"/>
                </a:solidFill>
              </a:rPr>
              <a:t>正式 开始（二级） </a:t>
            </a:r>
            <a:r>
              <a:rPr lang="zh-CN" altLang="zh-CN" sz="2000" dirty="0">
                <a:solidFill>
                  <a:srgbClr val="000000"/>
                </a:solidFill>
              </a:rPr>
              <a:t>officially begin</a:t>
            </a:r>
            <a:endParaRPr lang="zh-CN" altLang="en-US" sz="2000" dirty="0">
              <a:solidFill>
                <a:srgbClr val="000000"/>
              </a:solidFill>
            </a:endParaRPr>
          </a:p>
          <a:p>
            <a:pPr eaLnBrk="1" hangingPunct="1"/>
            <a:r>
              <a:rPr lang="zh-CN" altLang="en-US" sz="2000" dirty="0">
                <a:solidFill>
                  <a:srgbClr val="000000"/>
                </a:solidFill>
              </a:rPr>
              <a:t>正式 的（一级） 衣服</a:t>
            </a:r>
            <a:r>
              <a:rPr lang="en-US" altLang="zh-CN" sz="2000" dirty="0">
                <a:solidFill>
                  <a:srgbClr val="000000"/>
                </a:solidFill>
              </a:rPr>
              <a:t> formal clothes </a:t>
            </a:r>
            <a:r>
              <a:rPr lang="zh-CN" altLang="en-US" sz="2000" dirty="0">
                <a:solidFill>
                  <a:srgbClr val="000000"/>
                </a:solidFill>
              </a:rPr>
              <a:t>	</a:t>
            </a:r>
            <a:endParaRPr lang="en-US" altLang="zh-CN" sz="2000" dirty="0">
              <a:solidFill>
                <a:srgbClr val="000000"/>
              </a:solidFill>
            </a:endParaRPr>
          </a:p>
          <a:p>
            <a:pPr eaLnBrk="1" hangingPunct="1"/>
            <a:r>
              <a:rPr lang="en-US" altLang="zh-CN" sz="2000" dirty="0">
                <a:solidFill>
                  <a:srgbClr val="000000"/>
                </a:solidFill>
              </a:rPr>
              <a:t>Sentence:</a:t>
            </a:r>
          </a:p>
          <a:p>
            <a:pPr eaLnBrk="1" hangingPunct="1"/>
            <a:r>
              <a:rPr kumimoji="1" lang="zh-CN" altLang="en-US" sz="2000" dirty="0">
                <a:solidFill>
                  <a:srgbClr val="000000"/>
                </a:solidFill>
              </a:rPr>
              <a:t>大会于八月二十四日正式开幕。</a:t>
            </a:r>
            <a:r>
              <a:rPr kumimoji="1" lang="en-US" altLang="zh-CN" sz="2000" dirty="0">
                <a:solidFill>
                  <a:srgbClr val="000000"/>
                </a:solidFill>
              </a:rPr>
              <a:t>[‘</a:t>
            </a:r>
            <a:r>
              <a:rPr kumimoji="1" lang="zh-CN" altLang="en-US" sz="2000" dirty="0">
                <a:solidFill>
                  <a:srgbClr val="000000"/>
                </a:solidFill>
              </a:rPr>
              <a:t>开幕</a:t>
            </a:r>
            <a:r>
              <a:rPr kumimoji="1" lang="en-US" altLang="zh-CN" sz="2000" dirty="0">
                <a:solidFill>
                  <a:srgbClr val="000000"/>
                </a:solidFill>
              </a:rPr>
              <a:t>’]</a:t>
            </a:r>
          </a:p>
          <a:p>
            <a:pPr eaLnBrk="1" hangingPunct="1"/>
            <a:r>
              <a:rPr kumimoji="1" lang="zh-CN" altLang="en-US" sz="2000" dirty="0"/>
              <a:t>大会</a:t>
            </a:r>
            <a:r>
              <a:rPr kumimoji="1" lang="en-US" altLang="zh-CN" sz="2000" dirty="0"/>
              <a:t>/</a:t>
            </a:r>
            <a:r>
              <a:rPr kumimoji="1" lang="zh-CN" altLang="zh-CN" sz="2000" dirty="0"/>
              <a:t>dàhuì  </a:t>
            </a:r>
            <a:r>
              <a:rPr kumimoji="1" lang="zh-CN" altLang="en-US" sz="2000" dirty="0"/>
              <a:t>于</a:t>
            </a:r>
            <a:r>
              <a:rPr kumimoji="1" lang="en-US" altLang="zh-CN" sz="2000" dirty="0"/>
              <a:t>/</a:t>
            </a:r>
            <a:r>
              <a:rPr kumimoji="1" lang="zh-CN" altLang="zh-CN" sz="2000" dirty="0"/>
              <a:t>yú  </a:t>
            </a:r>
            <a:r>
              <a:rPr kumimoji="1" lang="zh-CN" altLang="en-US" sz="2000" dirty="0"/>
              <a:t>八月</a:t>
            </a:r>
            <a:r>
              <a:rPr kumimoji="1" lang="en-US" altLang="zh-CN" sz="2000" dirty="0"/>
              <a:t>/</a:t>
            </a:r>
            <a:r>
              <a:rPr kumimoji="1" lang="zh-CN" altLang="zh-CN" sz="2000" dirty="0"/>
              <a:t>bāyuè  </a:t>
            </a:r>
            <a:r>
              <a:rPr kumimoji="1" lang="zh-CN" altLang="en-US" sz="2000" dirty="0"/>
              <a:t>二十四</a:t>
            </a:r>
            <a:r>
              <a:rPr kumimoji="1" lang="en-US" altLang="zh-CN" sz="2000" dirty="0"/>
              <a:t>/</a:t>
            </a:r>
            <a:r>
              <a:rPr kumimoji="1" lang="zh-CN" altLang="zh-CN" sz="2000" dirty="0"/>
              <a:t>èrshísì  </a:t>
            </a:r>
            <a:r>
              <a:rPr kumimoji="1" lang="zh-CN" altLang="en-US" sz="2000" dirty="0"/>
              <a:t>日</a:t>
            </a:r>
            <a:r>
              <a:rPr kumimoji="1" lang="en-US" altLang="zh-CN" sz="2000" dirty="0"/>
              <a:t>/</a:t>
            </a:r>
            <a:r>
              <a:rPr kumimoji="1" lang="zh-CN" altLang="zh-CN" sz="2000" dirty="0"/>
              <a:t>rì  </a:t>
            </a:r>
            <a:r>
              <a:rPr kumimoji="1" lang="zh-CN" altLang="en-US" sz="2000" dirty="0"/>
              <a:t>正式</a:t>
            </a:r>
            <a:r>
              <a:rPr kumimoji="1" lang="en-US" altLang="zh-CN" sz="2000" dirty="0"/>
              <a:t>/</a:t>
            </a:r>
            <a:r>
              <a:rPr kumimoji="1" lang="zh-CN" altLang="zh-CN" sz="2000" dirty="0"/>
              <a:t>zhèngshì  </a:t>
            </a:r>
            <a:r>
              <a:rPr kumimoji="1" lang="zh-CN" altLang="en-US" sz="2000" dirty="0"/>
              <a:t>开幕</a:t>
            </a:r>
            <a:r>
              <a:rPr kumimoji="1" lang="en-US" altLang="zh-CN" sz="2000" dirty="0"/>
              <a:t>/</a:t>
            </a:r>
            <a:r>
              <a:rPr kumimoji="1" lang="zh-CN" altLang="zh-CN" sz="2000" dirty="0"/>
              <a:t>kāimù  。</a:t>
            </a:r>
            <a:endParaRPr kumimoji="1" lang="en-US" altLang="zh-CN" sz="2000" dirty="0"/>
          </a:p>
          <a:p>
            <a:pPr eaLnBrk="1" hangingPunct="1"/>
            <a:r>
              <a:rPr kumimoji="1" lang="zh-CN" altLang="zh-CN" sz="2000" dirty="0"/>
              <a:t>The conference officially opened on August 24.</a:t>
            </a:r>
            <a:endParaRPr kumimoji="1" lang="zh-CN" altLang="en-US" sz="2000" dirty="0"/>
          </a:p>
        </p:txBody>
      </p:sp>
      <p:pic>
        <p:nvPicPr>
          <p:cNvPr id="2" name="正式.wav" descr="正式.wav">
            <a:hlinkClick r:id="" action="ppaction://media"/>
            <a:extLst>
              <a:ext uri="{FF2B5EF4-FFF2-40B4-BE49-F238E27FC236}">
                <a16:creationId xmlns:a16="http://schemas.microsoft.com/office/drawing/2014/main" id="{3FBC8F27-AE64-DC41-86A7-9FFEB6E6CBB9}"/>
              </a:ext>
            </a:extLst>
          </p:cNvPr>
          <p:cNvPicPr>
            <a:picLocks noChangeAspect="1" noChangeArrowheads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00800" y="457200"/>
            <a:ext cx="533400" cy="533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正式开始.wav" descr="正式开始.wav">
            <a:hlinkClick r:id="" action="ppaction://media"/>
            <a:extLst>
              <a:ext uri="{FF2B5EF4-FFF2-40B4-BE49-F238E27FC236}">
                <a16:creationId xmlns:a16="http://schemas.microsoft.com/office/drawing/2014/main" id="{497CEC02-82BC-E74F-9E19-59470FA2A6FD}"/>
              </a:ext>
            </a:extLst>
          </p:cNvPr>
          <p:cNvPicPr>
            <a:picLocks noChangeAspect="1" noChangeArrowheads="1"/>
          </p:cNvPicPr>
          <p:nvPr>
            <a:audi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78388" y="1447800"/>
            <a:ext cx="533400" cy="533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" name="正式的衣服.wav" descr="正式的衣服.wav">
            <a:hlinkClick r:id="" action="ppaction://media"/>
            <a:extLst>
              <a:ext uri="{FF2B5EF4-FFF2-40B4-BE49-F238E27FC236}">
                <a16:creationId xmlns:a16="http://schemas.microsoft.com/office/drawing/2014/main" id="{B9EB93A1-174B-C24E-A7C6-BB9F46F86CFB}"/>
              </a:ext>
            </a:extLst>
          </p:cNvPr>
          <p:cNvPicPr>
            <a:picLocks noChangeAspect="1" noChangeArrowheads="1"/>
          </p:cNvPicPr>
          <p:nvPr>
            <a:audioFile r:link="rId6"/>
            <p:extLst>
              <p:ext uri="{DAA4B4D4-6D71-4841-9C94-3DE7FCFB9230}">
                <p14:media xmlns:p14="http://schemas.microsoft.com/office/powerpoint/2010/main" r:embed="rId5"/>
              </p:ext>
            </p:extLst>
          </p:nvPr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84788" y="1905000"/>
            <a:ext cx="533400" cy="533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" name="大会于八月二十四日正式开幕。.wav" descr="大会于八月二十四日正式开幕。.wav">
            <a:hlinkClick r:id="" action="ppaction://media"/>
            <a:extLst>
              <a:ext uri="{FF2B5EF4-FFF2-40B4-BE49-F238E27FC236}">
                <a16:creationId xmlns:a16="http://schemas.microsoft.com/office/drawing/2014/main" id="{1BCEA5F4-B950-114F-8028-46CBFBDF3621}"/>
              </a:ext>
            </a:extLst>
          </p:cNvPr>
          <p:cNvPicPr>
            <a:picLocks noChangeAspect="1" noChangeArrowheads="1"/>
          </p:cNvPicPr>
          <p:nvPr>
            <a:audioFile r:link="rId8"/>
            <p:extLst>
              <p:ext uri="{DAA4B4D4-6D71-4841-9C94-3DE7FCFB9230}">
                <p14:media xmlns:p14="http://schemas.microsoft.com/office/powerpoint/2010/main" r:embed="rId7"/>
              </p:ext>
            </p:extLst>
          </p:nvPr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08600" y="2590800"/>
            <a:ext cx="533400" cy="533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" name="圆角矩形 9">
            <a:extLst>
              <a:ext uri="{FF2B5EF4-FFF2-40B4-BE49-F238E27FC236}">
                <a16:creationId xmlns:a16="http://schemas.microsoft.com/office/drawing/2014/main" id="{33BF05C2-2FAB-FA48-B92F-909077AE56C1}"/>
              </a:ext>
            </a:extLst>
          </p:cNvPr>
          <p:cNvSpPr/>
          <p:nvPr/>
        </p:nvSpPr>
        <p:spPr>
          <a:xfrm>
            <a:off x="6346825" y="5097463"/>
            <a:ext cx="2514600" cy="598487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kumimoji="1" lang="en-US" altLang="zh-CN" dirty="0">
                <a:hlinkClick r:id="rId11" action="ppaction://hlinksldjump"/>
              </a:rPr>
              <a:t>Click to the next page</a:t>
            </a:r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3839461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936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0" dur="1332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4" dur="1440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8" dur="3240" fill="hold"/>
                                        <p:tgtEl>
                                          <p:spTgt spid="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19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"/>
                </p:tgtEl>
              </p:cMediaNode>
            </p:audio>
            <p:audio>
              <p:cMediaNode vol="80000">
                <p:cTn id="20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5"/>
                </p:tgtEl>
              </p:cMediaNode>
            </p:audio>
            <p:audio>
              <p:cMediaNode vol="80000">
                <p:cTn id="21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  <p:audio>
              <p:cMediaNode vol="80000">
                <p:cTn id="22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7"/>
                </p:tgtEl>
              </p:cMediaNode>
            </p:audio>
          </p:childTnLst>
        </p:cTn>
      </p:par>
    </p:tn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5" name="标题 1">
            <a:extLst>
              <a:ext uri="{FF2B5EF4-FFF2-40B4-BE49-F238E27FC236}">
                <a16:creationId xmlns:a16="http://schemas.microsoft.com/office/drawing/2014/main" id="{FC24309E-0B45-0D42-B04E-7111B47C6F7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kumimoji="1" lang="zh-CN" altLang="en-US"/>
              <a:t>正式 </a:t>
            </a:r>
            <a:r>
              <a:rPr kumimoji="1" lang="zh-CN" altLang="zh-CN"/>
              <a:t>zhèngshì </a:t>
            </a:r>
            <a:endParaRPr kumimoji="1" lang="zh-CN" altLang="en-US"/>
          </a:p>
        </p:txBody>
      </p:sp>
      <p:sp>
        <p:nvSpPr>
          <p:cNvPr id="21506" name="内容占位符 2">
            <a:extLst>
              <a:ext uri="{FF2B5EF4-FFF2-40B4-BE49-F238E27FC236}">
                <a16:creationId xmlns:a16="http://schemas.microsoft.com/office/drawing/2014/main" id="{C77704DF-58DD-5D49-AB1C-FD6DD6629B65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zh-CN" sz="2000" dirty="0">
                <a:solidFill>
                  <a:srgbClr val="000000"/>
                </a:solidFill>
              </a:rPr>
              <a:t>Sentence:</a:t>
            </a:r>
          </a:p>
          <a:p>
            <a:pPr eaLnBrk="1" hangingPunct="1"/>
            <a:r>
              <a:rPr kumimoji="1" lang="zh-CN" altLang="en-US" sz="2000" dirty="0">
                <a:solidFill>
                  <a:srgbClr val="000000"/>
                </a:solidFill>
              </a:rPr>
              <a:t>大会于八月二十四日正式开幕。</a:t>
            </a:r>
            <a:r>
              <a:rPr kumimoji="1" lang="en-US" altLang="zh-CN" sz="2000" dirty="0">
                <a:solidFill>
                  <a:srgbClr val="000000"/>
                </a:solidFill>
              </a:rPr>
              <a:t>[‘</a:t>
            </a:r>
            <a:r>
              <a:rPr kumimoji="1" lang="zh-CN" altLang="en-US" sz="2000" dirty="0">
                <a:solidFill>
                  <a:srgbClr val="000000"/>
                </a:solidFill>
              </a:rPr>
              <a:t>开幕</a:t>
            </a:r>
            <a:r>
              <a:rPr kumimoji="1" lang="en-US" altLang="zh-CN" sz="2000" dirty="0">
                <a:solidFill>
                  <a:srgbClr val="000000"/>
                </a:solidFill>
              </a:rPr>
              <a:t>’]</a:t>
            </a:r>
          </a:p>
          <a:p>
            <a:pPr eaLnBrk="1" hangingPunct="1"/>
            <a:r>
              <a:rPr kumimoji="1" lang="zh-CN" altLang="en-US" sz="2000" dirty="0"/>
              <a:t>大会</a:t>
            </a:r>
            <a:r>
              <a:rPr kumimoji="1" lang="en-US" altLang="zh-CN" sz="2000" dirty="0"/>
              <a:t>/</a:t>
            </a:r>
            <a:r>
              <a:rPr kumimoji="1" lang="zh-CN" altLang="zh-CN" sz="2000" dirty="0"/>
              <a:t>dàhuì  </a:t>
            </a:r>
            <a:r>
              <a:rPr kumimoji="1" lang="zh-CN" altLang="en-US" sz="2000" dirty="0"/>
              <a:t>于</a:t>
            </a:r>
            <a:r>
              <a:rPr kumimoji="1" lang="en-US" altLang="zh-CN" sz="2000" dirty="0"/>
              <a:t>/</a:t>
            </a:r>
            <a:r>
              <a:rPr kumimoji="1" lang="zh-CN" altLang="zh-CN" sz="2000" dirty="0"/>
              <a:t>yú  </a:t>
            </a:r>
            <a:r>
              <a:rPr kumimoji="1" lang="zh-CN" altLang="en-US" sz="2000" dirty="0"/>
              <a:t>八月</a:t>
            </a:r>
            <a:r>
              <a:rPr kumimoji="1" lang="en-US" altLang="zh-CN" sz="2000" dirty="0"/>
              <a:t>/</a:t>
            </a:r>
            <a:r>
              <a:rPr kumimoji="1" lang="zh-CN" altLang="zh-CN" sz="2000" dirty="0"/>
              <a:t>bāyuè  </a:t>
            </a:r>
            <a:r>
              <a:rPr kumimoji="1" lang="zh-CN" altLang="en-US" sz="2000" dirty="0"/>
              <a:t>二十四</a:t>
            </a:r>
            <a:r>
              <a:rPr kumimoji="1" lang="en-US" altLang="zh-CN" sz="2000" dirty="0"/>
              <a:t>/</a:t>
            </a:r>
            <a:r>
              <a:rPr kumimoji="1" lang="zh-CN" altLang="zh-CN" sz="2000" dirty="0"/>
              <a:t>èrshísì  </a:t>
            </a:r>
            <a:r>
              <a:rPr kumimoji="1" lang="zh-CN" altLang="en-US" sz="2000" dirty="0"/>
              <a:t>日</a:t>
            </a:r>
            <a:r>
              <a:rPr kumimoji="1" lang="en-US" altLang="zh-CN" sz="2000" dirty="0"/>
              <a:t>/</a:t>
            </a:r>
            <a:r>
              <a:rPr kumimoji="1" lang="zh-CN" altLang="zh-CN" sz="2000" dirty="0"/>
              <a:t>rì  </a:t>
            </a:r>
            <a:r>
              <a:rPr kumimoji="1" lang="zh-CN" altLang="en-US" sz="2000" dirty="0"/>
              <a:t>正式</a:t>
            </a:r>
            <a:r>
              <a:rPr kumimoji="1" lang="en-US" altLang="zh-CN" sz="2000" dirty="0"/>
              <a:t>/</a:t>
            </a:r>
            <a:r>
              <a:rPr kumimoji="1" lang="zh-CN" altLang="zh-CN" sz="2000" dirty="0"/>
              <a:t>zhèngshì  </a:t>
            </a:r>
            <a:r>
              <a:rPr kumimoji="1" lang="zh-CN" altLang="en-US" sz="2000" dirty="0"/>
              <a:t>开幕</a:t>
            </a:r>
            <a:r>
              <a:rPr kumimoji="1" lang="en-US" altLang="zh-CN" sz="2000" dirty="0"/>
              <a:t>/</a:t>
            </a:r>
            <a:r>
              <a:rPr kumimoji="1" lang="zh-CN" altLang="zh-CN" sz="2000" dirty="0"/>
              <a:t>kāimù  。</a:t>
            </a:r>
            <a:endParaRPr kumimoji="1" lang="en-US" altLang="zh-CN" sz="2000" dirty="0"/>
          </a:p>
          <a:p>
            <a:pPr eaLnBrk="1" hangingPunct="1"/>
            <a:r>
              <a:rPr kumimoji="1" lang="zh-CN" altLang="zh-CN" sz="2000" dirty="0"/>
              <a:t>The conference officially opened on August 24.</a:t>
            </a:r>
            <a:endParaRPr kumimoji="1" lang="zh-CN" altLang="en-US" sz="2000" dirty="0"/>
          </a:p>
        </p:txBody>
      </p:sp>
      <p:pic>
        <p:nvPicPr>
          <p:cNvPr id="2" name="正式.wav" descr="正式.wav">
            <a:hlinkClick r:id="" action="ppaction://media"/>
            <a:extLst>
              <a:ext uri="{FF2B5EF4-FFF2-40B4-BE49-F238E27FC236}">
                <a16:creationId xmlns:a16="http://schemas.microsoft.com/office/drawing/2014/main" id="{3FBC8F27-AE64-DC41-86A7-9FFEB6E6CBB9}"/>
              </a:ext>
            </a:extLst>
          </p:cNvPr>
          <p:cNvPicPr>
            <a:picLocks noChangeAspect="1" noChangeArrowheads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00800" y="457200"/>
            <a:ext cx="533400" cy="533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" name="大会于八月二十四日正式开幕。.wav" descr="大会于八月二十四日正式开幕。.wav">
            <a:hlinkClick r:id="" action="ppaction://media"/>
            <a:extLst>
              <a:ext uri="{FF2B5EF4-FFF2-40B4-BE49-F238E27FC236}">
                <a16:creationId xmlns:a16="http://schemas.microsoft.com/office/drawing/2014/main" id="{1BCEA5F4-B950-114F-8028-46CBFBDF3621}"/>
              </a:ext>
            </a:extLst>
          </p:cNvPr>
          <p:cNvPicPr>
            <a:picLocks noChangeAspect="1" noChangeArrowheads="1"/>
          </p:cNvPicPr>
          <p:nvPr>
            <a:audi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57800" y="1524000"/>
            <a:ext cx="533400" cy="533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" name="圆角矩形 9">
            <a:extLst>
              <a:ext uri="{FF2B5EF4-FFF2-40B4-BE49-F238E27FC236}">
                <a16:creationId xmlns:a16="http://schemas.microsoft.com/office/drawing/2014/main" id="{C31C4AC7-A20A-B14E-9844-62DA0B602BDB}"/>
              </a:ext>
            </a:extLst>
          </p:cNvPr>
          <p:cNvSpPr/>
          <p:nvPr/>
        </p:nvSpPr>
        <p:spPr>
          <a:xfrm>
            <a:off x="6346825" y="5097463"/>
            <a:ext cx="2514600" cy="598487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kumimoji="1" lang="en-US" altLang="zh-CN" dirty="0">
                <a:hlinkClick r:id="rId7" action="ppaction://hlinksldjump"/>
              </a:rPr>
              <a:t>Click to the next page</a:t>
            </a:r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5408011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936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0" dur="3240" fill="hold"/>
                                        <p:tgtEl>
                                          <p:spTgt spid="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11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"/>
                </p:tgtEl>
              </p:cMediaNode>
            </p:audio>
            <p:audio>
              <p:cMediaNode vol="80000">
                <p:cTn id="12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7"/>
                </p:tgtEl>
              </p:cMediaNode>
            </p:audio>
          </p:childTnLst>
        </p:cTn>
      </p:par>
    </p:tn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29" name="标题 1">
            <a:extLst>
              <a:ext uri="{FF2B5EF4-FFF2-40B4-BE49-F238E27FC236}">
                <a16:creationId xmlns:a16="http://schemas.microsoft.com/office/drawing/2014/main" id="{03278E1E-474A-0943-B7FB-A944336ED6D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kumimoji="1" lang="en-US" altLang="zh-CN"/>
              <a:t>practice</a:t>
            </a:r>
            <a:endParaRPr kumimoji="1" lang="zh-CN" alt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0C155F3-CB9C-8043-BB5F-FBE678E4F05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indent="-457200" eaLnBrk="1" hangingPunct="1">
              <a:buFontTx/>
              <a:buAutoNum type="arabicPeriod"/>
              <a:defRPr/>
            </a:pPr>
            <a:r>
              <a:rPr lang="en" altLang="zh-CN" sz="2000" dirty="0"/>
              <a:t>Find</a:t>
            </a:r>
            <a:r>
              <a:rPr lang="zh-CN" altLang="en-US" sz="2000" dirty="0"/>
              <a:t> </a:t>
            </a:r>
            <a:r>
              <a:rPr lang="en-US" altLang="zh-CN" sz="2000" dirty="0"/>
              <a:t>responding</a:t>
            </a:r>
            <a:r>
              <a:rPr lang="zh-CN" altLang="en-US" sz="2000" dirty="0"/>
              <a:t> </a:t>
            </a:r>
            <a:r>
              <a:rPr lang="en" altLang="zh-CN" sz="2000" dirty="0"/>
              <a:t>word. </a:t>
            </a:r>
          </a:p>
          <a:p>
            <a:pPr marL="0" indent="0" eaLnBrk="1" hangingPunct="1">
              <a:buFontTx/>
              <a:buNone/>
              <a:defRPr/>
            </a:pPr>
            <a:r>
              <a:rPr lang="zh-CN" altLang="en-US" sz="2000" dirty="0"/>
              <a:t>（）</a:t>
            </a:r>
            <a:r>
              <a:rPr lang="en-US" altLang="zh-CN" sz="2000" dirty="0">
                <a:solidFill>
                  <a:srgbClr val="000000"/>
                </a:solidFill>
              </a:rPr>
              <a:t> </a:t>
            </a:r>
            <a:r>
              <a:rPr lang="en" altLang="zh-CN" sz="2000" dirty="0">
                <a:solidFill>
                  <a:srgbClr val="000000"/>
                </a:solidFill>
              </a:rPr>
              <a:t>formal; official; regular</a:t>
            </a:r>
            <a:endParaRPr lang="en-US" altLang="zh-CN" sz="2000" dirty="0">
              <a:solidFill>
                <a:srgbClr val="000000"/>
              </a:solidFill>
            </a:endParaRPr>
          </a:p>
          <a:p>
            <a:pPr marL="0" indent="0" eaLnBrk="1" hangingPunct="1">
              <a:buFontTx/>
              <a:buNone/>
              <a:defRPr/>
            </a:pPr>
            <a:r>
              <a:rPr lang="zh-CN" altLang="en-US" sz="2000" dirty="0"/>
              <a:t>   </a:t>
            </a:r>
            <a:r>
              <a:rPr lang="en-US" altLang="zh-CN" sz="2000" dirty="0"/>
              <a:t>A.</a:t>
            </a:r>
            <a:r>
              <a:rPr lang="zh-CN" altLang="en-US" sz="2000" dirty="0"/>
              <a:t>船  </a:t>
            </a:r>
            <a:r>
              <a:rPr lang="en-US" altLang="zh-CN" sz="2000" dirty="0"/>
              <a:t>B.</a:t>
            </a:r>
            <a:r>
              <a:rPr lang="zh-CN" altLang="en-US" sz="2000" dirty="0"/>
              <a:t>觉得  </a:t>
            </a:r>
            <a:r>
              <a:rPr lang="en-US" altLang="zh-CN" sz="2000" dirty="0"/>
              <a:t>C.</a:t>
            </a:r>
            <a:r>
              <a:rPr lang="zh-CN" altLang="en-US" sz="2000" dirty="0"/>
              <a:t>正式  </a:t>
            </a:r>
            <a:r>
              <a:rPr lang="en-US" altLang="zh-CN" sz="2000" dirty="0"/>
              <a:t>D.</a:t>
            </a:r>
            <a:r>
              <a:rPr lang="zh-CN" altLang="en-US" sz="2000" dirty="0"/>
              <a:t>种（量词）</a:t>
            </a:r>
            <a:endParaRPr lang="en-US" altLang="zh-CN" sz="2000" dirty="0"/>
          </a:p>
          <a:p>
            <a:pPr marL="0" indent="0" eaLnBrk="1" hangingPunct="1">
              <a:buFontTx/>
              <a:buNone/>
              <a:defRPr/>
            </a:pPr>
            <a:endParaRPr lang="en-US" altLang="zh-CN" sz="2000" dirty="0"/>
          </a:p>
          <a:p>
            <a:pPr marL="0" indent="0" eaLnBrk="1" hangingPunct="1">
              <a:buFontTx/>
              <a:buNone/>
              <a:defRPr/>
            </a:pPr>
            <a:r>
              <a:rPr lang="en-US" altLang="zh-CN" sz="2000" dirty="0"/>
              <a:t>2.</a:t>
            </a:r>
            <a:r>
              <a:rPr lang="zh-CN" altLang="en-US" sz="2000" dirty="0"/>
              <a:t> </a:t>
            </a:r>
            <a:r>
              <a:rPr lang="en-US" altLang="zh-CN" sz="2000" dirty="0"/>
              <a:t>Find</a:t>
            </a:r>
            <a:r>
              <a:rPr lang="zh-CN" altLang="en-US" sz="2000" dirty="0"/>
              <a:t> </a:t>
            </a:r>
            <a:r>
              <a:rPr lang="en-US" altLang="zh-CN" sz="2000" dirty="0"/>
              <a:t>right</a:t>
            </a:r>
            <a:r>
              <a:rPr lang="zh-CN" altLang="en-US" sz="2000" dirty="0"/>
              <a:t> </a:t>
            </a:r>
            <a:r>
              <a:rPr lang="en-US" altLang="zh-CN" sz="2000" dirty="0"/>
              <a:t>collocation.</a:t>
            </a:r>
          </a:p>
          <a:p>
            <a:pPr marL="0" indent="0" eaLnBrk="1" hangingPunct="1">
              <a:buFontTx/>
              <a:buNone/>
              <a:defRPr/>
            </a:pPr>
            <a:r>
              <a:rPr lang="zh-CN" altLang="en-US" sz="2000" dirty="0">
                <a:solidFill>
                  <a:srgbClr val="000000"/>
                </a:solidFill>
              </a:rPr>
              <a:t>（）开始  </a:t>
            </a:r>
            <a:r>
              <a:rPr lang="en-US" altLang="zh-CN" sz="2000" dirty="0"/>
              <a:t>A.</a:t>
            </a:r>
            <a:r>
              <a:rPr lang="zh-CN" altLang="en-US" sz="2000" dirty="0"/>
              <a:t>北方</a:t>
            </a:r>
            <a:r>
              <a:rPr lang="en-US" altLang="zh-CN" sz="2000" dirty="0"/>
              <a:t>  B.</a:t>
            </a:r>
            <a:r>
              <a:rPr lang="zh-CN" altLang="en-US" sz="2000" dirty="0"/>
              <a:t>正式 </a:t>
            </a:r>
            <a:r>
              <a:rPr lang="en-US" altLang="zh-CN" sz="2000" dirty="0"/>
              <a:t> C.</a:t>
            </a:r>
            <a:r>
              <a:rPr lang="zh-CN" altLang="en-US" sz="2000" dirty="0"/>
              <a:t>觉  </a:t>
            </a:r>
            <a:r>
              <a:rPr lang="en-US" altLang="zh-CN" sz="2000" dirty="0"/>
              <a:t>D.</a:t>
            </a:r>
            <a:r>
              <a:rPr lang="zh-CN" altLang="en-US" sz="2000" dirty="0"/>
              <a:t>特别</a:t>
            </a:r>
            <a:endParaRPr lang="zh-CN" altLang="en-US" sz="2000" dirty="0">
              <a:solidFill>
                <a:srgbClr val="000000"/>
              </a:solidFill>
            </a:endParaRPr>
          </a:p>
          <a:p>
            <a:pPr marL="0" indent="0" eaLnBrk="1" hangingPunct="1">
              <a:buFontTx/>
              <a:buNone/>
              <a:defRPr/>
            </a:pPr>
            <a:r>
              <a:rPr lang="zh-CN" altLang="en-US" sz="2000" dirty="0">
                <a:solidFill>
                  <a:srgbClr val="000000"/>
                </a:solidFill>
              </a:rPr>
              <a:t>（）的衣服  </a:t>
            </a:r>
            <a:r>
              <a:rPr lang="en-US" altLang="zh-CN" sz="2000" dirty="0"/>
              <a:t>A.</a:t>
            </a:r>
            <a:r>
              <a:rPr lang="zh-CN" altLang="en-US" sz="2000" dirty="0"/>
              <a:t>叫</a:t>
            </a:r>
            <a:r>
              <a:rPr lang="en-US" altLang="zh-CN" sz="2000" dirty="0"/>
              <a:t>  B.</a:t>
            </a:r>
            <a:r>
              <a:rPr lang="zh-CN" altLang="en-US" sz="2000" dirty="0"/>
              <a:t>根据</a:t>
            </a:r>
            <a:r>
              <a:rPr lang="en-US" altLang="zh-CN" sz="2000" dirty="0"/>
              <a:t>  C.</a:t>
            </a:r>
            <a:r>
              <a:rPr lang="zh-CN" altLang="en-US" sz="2000" dirty="0"/>
              <a:t>信用  </a:t>
            </a:r>
            <a:r>
              <a:rPr lang="en-US" altLang="zh-CN" sz="2000" dirty="0"/>
              <a:t>D.</a:t>
            </a:r>
            <a:r>
              <a:rPr lang="zh-CN" altLang="en-US" sz="2000" dirty="0"/>
              <a:t>正式</a:t>
            </a:r>
            <a:endParaRPr lang="en-US" altLang="zh-CN" sz="2000" dirty="0"/>
          </a:p>
          <a:p>
            <a:pPr marL="0" indent="0" eaLnBrk="1" hangingPunct="1">
              <a:buFontTx/>
              <a:buNone/>
              <a:defRPr/>
            </a:pPr>
            <a:endParaRPr lang="en-US" altLang="zh-CN" sz="2000" dirty="0"/>
          </a:p>
          <a:p>
            <a:pPr marL="0" indent="0" eaLnBrk="1" hangingPunct="1">
              <a:buFontTx/>
              <a:buNone/>
              <a:defRPr/>
            </a:pPr>
            <a:r>
              <a:rPr lang="en-US" altLang="zh-CN" sz="2000" dirty="0"/>
              <a:t>3.</a:t>
            </a:r>
            <a:r>
              <a:rPr lang="zh-CN" altLang="en-US" sz="2000" dirty="0"/>
              <a:t> </a:t>
            </a:r>
            <a:r>
              <a:rPr lang="en-US" altLang="zh-CN" sz="2000" dirty="0"/>
              <a:t>Fill</a:t>
            </a:r>
            <a:r>
              <a:rPr lang="zh-CN" altLang="en-US" sz="2000" dirty="0"/>
              <a:t> </a:t>
            </a:r>
            <a:r>
              <a:rPr lang="en-US" altLang="zh-CN" sz="2000" dirty="0"/>
              <a:t>in right word.</a:t>
            </a:r>
          </a:p>
          <a:p>
            <a:pPr marL="0" indent="0" eaLnBrk="1" hangingPunct="1">
              <a:buFontTx/>
              <a:buNone/>
              <a:defRPr/>
            </a:pPr>
            <a:r>
              <a:rPr lang="en-US" altLang="zh-CN" sz="2000" dirty="0"/>
              <a:t>		</a:t>
            </a:r>
            <a:r>
              <a:rPr lang="zh-CN" altLang="en-US" sz="2000" dirty="0"/>
              <a:t>          </a:t>
            </a:r>
            <a:r>
              <a:rPr lang="en-US" altLang="zh-CN" sz="2000" dirty="0"/>
              <a:t>s__</a:t>
            </a:r>
          </a:p>
          <a:p>
            <a:pPr marL="0" indent="0" eaLnBrk="1" hangingPunct="1">
              <a:buFontTx/>
              <a:buNone/>
              <a:defRPr/>
            </a:pPr>
            <a:r>
              <a:rPr kumimoji="1" lang="zh-CN" altLang="en-US" sz="2000" dirty="0">
                <a:solidFill>
                  <a:srgbClr val="000000"/>
                </a:solidFill>
              </a:rPr>
              <a:t>大会于八月二十四日正（）开幕。</a:t>
            </a:r>
            <a:endParaRPr kumimoji="1" lang="zh-CN" altLang="en-US" sz="2000" dirty="0"/>
          </a:p>
        </p:txBody>
      </p:sp>
      <p:sp>
        <p:nvSpPr>
          <p:cNvPr id="4" name="圆角矩形 3">
            <a:extLst>
              <a:ext uri="{FF2B5EF4-FFF2-40B4-BE49-F238E27FC236}">
                <a16:creationId xmlns:a16="http://schemas.microsoft.com/office/drawing/2014/main" id="{35565F3A-5715-4148-B7AD-C89FC0CBF821}"/>
              </a:ext>
            </a:extLst>
          </p:cNvPr>
          <p:cNvSpPr/>
          <p:nvPr/>
        </p:nvSpPr>
        <p:spPr>
          <a:xfrm>
            <a:off x="6346825" y="5097463"/>
            <a:ext cx="2514600" cy="598487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kumimoji="1" lang="en-US" altLang="zh-CN" dirty="0">
                <a:hlinkClick r:id="rId2" action="ppaction://hlinksldjump"/>
              </a:rPr>
              <a:t>Click to the next page</a:t>
            </a:r>
            <a:endParaRPr kumimoji="1" lang="zh-CN" altLang="en-US" dirty="0"/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CED0817-D27F-B64C-9D40-FB9BCEACDD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sz="2800" dirty="0"/>
              <a:t>End</a:t>
            </a:r>
            <a:r>
              <a:rPr kumimoji="1" lang="zh-CN" altLang="en-US" sz="2800" dirty="0"/>
              <a:t> </a:t>
            </a:r>
            <a:r>
              <a:rPr kumimoji="1" lang="en-US" altLang="zh-CN" sz="2800" dirty="0"/>
              <a:t>time</a:t>
            </a:r>
            <a:r>
              <a:rPr kumimoji="1" lang="zh-CN" altLang="en-US" sz="2800" dirty="0"/>
              <a:t> </a:t>
            </a:r>
            <a:r>
              <a:rPr kumimoji="1" lang="en-US" altLang="zh-CN" sz="2800" dirty="0"/>
              <a:t>of learning a word </a:t>
            </a:r>
            <a:endParaRPr kumimoji="1" lang="zh-CN" altLang="en-US" sz="2800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077E894-BBC6-7C41-9939-B130BFD1BA5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zh-CN" sz="2000" dirty="0"/>
              <a:t>Please write down the present time (accurate to the minute) on your paper. __________</a:t>
            </a:r>
          </a:p>
          <a:p>
            <a:endParaRPr kumimoji="1" lang="zh-CN" altLang="en-US" dirty="0"/>
          </a:p>
        </p:txBody>
      </p:sp>
      <p:sp>
        <p:nvSpPr>
          <p:cNvPr id="4" name="圆角矩形 3">
            <a:extLst>
              <a:ext uri="{FF2B5EF4-FFF2-40B4-BE49-F238E27FC236}">
                <a16:creationId xmlns:a16="http://schemas.microsoft.com/office/drawing/2014/main" id="{01ADF194-DBE7-8A4C-B5E8-98F40B075572}"/>
              </a:ext>
            </a:extLst>
          </p:cNvPr>
          <p:cNvSpPr/>
          <p:nvPr/>
        </p:nvSpPr>
        <p:spPr>
          <a:xfrm>
            <a:off x="6346825" y="5097463"/>
            <a:ext cx="2514600" cy="598487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kumimoji="1" lang="en-US" altLang="zh-CN" dirty="0">
                <a:hlinkClick r:id="rId2" action="ppaction://hlinksldjump"/>
              </a:rPr>
              <a:t>Next word</a:t>
            </a:r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211733801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CED0817-D27F-B64C-9D40-FB9BCEACDD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sz="2800" dirty="0"/>
              <a:t>Start</a:t>
            </a:r>
            <a:r>
              <a:rPr kumimoji="1" lang="zh-CN" altLang="en-US" sz="2800" dirty="0"/>
              <a:t> </a:t>
            </a:r>
            <a:r>
              <a:rPr kumimoji="1" lang="en-US" altLang="zh-CN" sz="2800" dirty="0"/>
              <a:t>time</a:t>
            </a:r>
            <a:r>
              <a:rPr kumimoji="1" lang="zh-CN" altLang="en-US" sz="2800" dirty="0"/>
              <a:t> </a:t>
            </a:r>
            <a:r>
              <a:rPr kumimoji="1" lang="en-US" altLang="zh-CN" sz="2800" dirty="0"/>
              <a:t>of learning a word </a:t>
            </a:r>
            <a:endParaRPr kumimoji="1" lang="zh-CN" altLang="en-US" sz="2800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077E894-BBC6-7C41-9939-B130BFD1BA5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zh-CN" sz="2000" dirty="0"/>
              <a:t>Please write down the present time (accurate to the minute) on your paper. __________</a:t>
            </a:r>
          </a:p>
          <a:p>
            <a:endParaRPr kumimoji="1" lang="zh-CN" altLang="en-US" dirty="0"/>
          </a:p>
        </p:txBody>
      </p:sp>
      <p:sp>
        <p:nvSpPr>
          <p:cNvPr id="4" name="圆角矩形 3">
            <a:extLst>
              <a:ext uri="{FF2B5EF4-FFF2-40B4-BE49-F238E27FC236}">
                <a16:creationId xmlns:a16="http://schemas.microsoft.com/office/drawing/2014/main" id="{01ADF194-DBE7-8A4C-B5E8-98F40B075572}"/>
              </a:ext>
            </a:extLst>
          </p:cNvPr>
          <p:cNvSpPr/>
          <p:nvPr/>
        </p:nvSpPr>
        <p:spPr>
          <a:xfrm>
            <a:off x="6346825" y="5097463"/>
            <a:ext cx="2514600" cy="598487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kumimoji="1" lang="en-US" altLang="zh-CN" dirty="0">
                <a:hlinkClick r:id="rId2" action="ppaction://hlinksldjump"/>
              </a:rPr>
              <a:t>Click to the next page</a:t>
            </a:r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220023532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1" name="标题 1">
            <a:extLst>
              <a:ext uri="{FF2B5EF4-FFF2-40B4-BE49-F238E27FC236}">
                <a16:creationId xmlns:a16="http://schemas.microsoft.com/office/drawing/2014/main" id="{06570B87-D7AD-9647-9CE5-37739358B28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74637"/>
            <a:ext cx="8229600" cy="1249363"/>
          </a:xfrm>
        </p:spPr>
        <p:txBody>
          <a:bodyPr/>
          <a:lstStyle/>
          <a:p>
            <a:pPr algn="l"/>
            <a:r>
              <a:rPr kumimoji="1" lang="en-US" altLang="zh-CN" sz="2400" dirty="0"/>
              <a:t>How about you know </a:t>
            </a:r>
            <a:r>
              <a:rPr kumimoji="1" lang="zh-CN" altLang="en-US" sz="2400" dirty="0"/>
              <a:t>号码？</a:t>
            </a:r>
            <a:br>
              <a:rPr kumimoji="1" lang="en-US" altLang="zh-CN" sz="2400" dirty="0"/>
            </a:br>
            <a:r>
              <a:rPr kumimoji="1" lang="en-US" altLang="zh-CN" sz="2400" dirty="0"/>
              <a:t>Please</a:t>
            </a:r>
            <a:r>
              <a:rPr kumimoji="1" lang="zh-CN" altLang="en-US" sz="2400" dirty="0"/>
              <a:t> </a:t>
            </a:r>
            <a:r>
              <a:rPr kumimoji="1" lang="en-US" altLang="zh-CN" sz="2400" dirty="0"/>
              <a:t>write down the choice on your page and click the choice to jump to the corresponding page</a:t>
            </a:r>
            <a:endParaRPr kumimoji="1" lang="zh-CN" altLang="en-US" sz="2400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30F45E4-88F1-6F47-B1DD-2543870B46A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676400"/>
            <a:ext cx="8229600" cy="3962399"/>
          </a:xfrm>
        </p:spPr>
        <p:txBody>
          <a:bodyPr/>
          <a:lstStyle/>
          <a:p>
            <a:pPr>
              <a:defRPr/>
            </a:pPr>
            <a:r>
              <a:rPr lang="en-US" altLang="zh-CN" sz="2000" dirty="0"/>
              <a:t>I have never seen this word.</a:t>
            </a:r>
          </a:p>
          <a:p>
            <a:pPr marL="0" indent="0">
              <a:buNone/>
              <a:defRPr/>
            </a:pPr>
            <a:r>
              <a:rPr lang="en-US" altLang="zh-CN" sz="2000" dirty="0"/>
              <a:t> </a:t>
            </a:r>
            <a:endParaRPr lang="zh-CN" altLang="zh-CN" sz="2000" dirty="0"/>
          </a:p>
          <a:p>
            <a:pPr>
              <a:defRPr/>
            </a:pPr>
            <a:r>
              <a:rPr lang="en-US" altLang="zh-CN" sz="2000" dirty="0"/>
              <a:t>I don’t know what it means. </a:t>
            </a:r>
          </a:p>
          <a:p>
            <a:pPr>
              <a:defRPr/>
            </a:pPr>
            <a:endParaRPr lang="zh-CN" altLang="zh-CN" sz="2000" dirty="0"/>
          </a:p>
          <a:p>
            <a:pPr>
              <a:defRPr/>
            </a:pPr>
            <a:r>
              <a:rPr lang="en-US" altLang="zh-CN" sz="2000" dirty="0"/>
              <a:t>I know its meaning, but I don’t know its collocations.</a:t>
            </a:r>
          </a:p>
          <a:p>
            <a:pPr>
              <a:defRPr/>
            </a:pPr>
            <a:endParaRPr lang="zh-CN" altLang="zh-CN" sz="2000" dirty="0"/>
          </a:p>
          <a:p>
            <a:pPr>
              <a:defRPr/>
            </a:pPr>
            <a:r>
              <a:rPr lang="en-US" altLang="zh-CN" sz="2000" dirty="0"/>
              <a:t>I know its collocation, but I don’t know how to use it in a sentence.</a:t>
            </a:r>
          </a:p>
          <a:p>
            <a:pPr>
              <a:defRPr/>
            </a:pPr>
            <a:endParaRPr lang="en-US" altLang="zh-CN" sz="2000" dirty="0"/>
          </a:p>
          <a:p>
            <a:pPr>
              <a:defRPr/>
            </a:pPr>
            <a:r>
              <a:rPr lang="en-US" altLang="zh-CN" sz="2000" dirty="0"/>
              <a:t>I can use it in a sentence. </a:t>
            </a:r>
            <a:endParaRPr lang="zh-CN" altLang="zh-CN" sz="1800" dirty="0"/>
          </a:p>
        </p:txBody>
      </p:sp>
      <p:sp>
        <p:nvSpPr>
          <p:cNvPr id="4" name="圆角矩形 3">
            <a:extLst>
              <a:ext uri="{FF2B5EF4-FFF2-40B4-BE49-F238E27FC236}">
                <a16:creationId xmlns:a16="http://schemas.microsoft.com/office/drawing/2014/main" id="{3C106C97-9EF1-AE4E-80B1-861673DC5DA6}"/>
              </a:ext>
            </a:extLst>
          </p:cNvPr>
          <p:cNvSpPr/>
          <p:nvPr/>
        </p:nvSpPr>
        <p:spPr>
          <a:xfrm>
            <a:off x="4191000" y="1752600"/>
            <a:ext cx="762000" cy="3810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kumimoji="1" lang="en-US" altLang="zh-CN" dirty="0">
                <a:hlinkClick r:id="rId2" action="ppaction://hlinksldjump"/>
              </a:rPr>
              <a:t>A</a:t>
            </a:r>
            <a:endParaRPr kumimoji="1" lang="zh-CN" altLang="en-US" dirty="0"/>
          </a:p>
        </p:txBody>
      </p:sp>
      <p:sp>
        <p:nvSpPr>
          <p:cNvPr id="6" name="圆角矩形 5">
            <a:extLst>
              <a:ext uri="{FF2B5EF4-FFF2-40B4-BE49-F238E27FC236}">
                <a16:creationId xmlns:a16="http://schemas.microsoft.com/office/drawing/2014/main" id="{DCF760C6-CAEF-4949-AB75-58AD9F2FC2D8}"/>
              </a:ext>
            </a:extLst>
          </p:cNvPr>
          <p:cNvSpPr/>
          <p:nvPr/>
        </p:nvSpPr>
        <p:spPr>
          <a:xfrm>
            <a:off x="6781800" y="3124200"/>
            <a:ext cx="762000" cy="3810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kumimoji="1" lang="en-US" altLang="zh-CN" dirty="0">
                <a:hlinkClick r:id="rId3" action="ppaction://hlinksldjump"/>
              </a:rPr>
              <a:t>C</a:t>
            </a:r>
            <a:endParaRPr kumimoji="1" lang="zh-CN" altLang="en-US" dirty="0"/>
          </a:p>
        </p:txBody>
      </p:sp>
      <p:sp>
        <p:nvSpPr>
          <p:cNvPr id="7" name="圆角矩形 6">
            <a:extLst>
              <a:ext uri="{FF2B5EF4-FFF2-40B4-BE49-F238E27FC236}">
                <a16:creationId xmlns:a16="http://schemas.microsoft.com/office/drawing/2014/main" id="{D6C5558C-2A94-D340-B88D-3771B105CE99}"/>
              </a:ext>
            </a:extLst>
          </p:cNvPr>
          <p:cNvSpPr/>
          <p:nvPr/>
        </p:nvSpPr>
        <p:spPr>
          <a:xfrm>
            <a:off x="7531395" y="4343400"/>
            <a:ext cx="762000" cy="3810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kumimoji="1" lang="en-US" altLang="zh-CN" dirty="0">
                <a:hlinkClick r:id="rId4" action="ppaction://hlinksldjump"/>
              </a:rPr>
              <a:t>D</a:t>
            </a:r>
            <a:endParaRPr kumimoji="1" lang="zh-CN" altLang="en-US" dirty="0"/>
          </a:p>
        </p:txBody>
      </p:sp>
      <p:sp>
        <p:nvSpPr>
          <p:cNvPr id="8" name="圆角矩形 7">
            <a:extLst>
              <a:ext uri="{FF2B5EF4-FFF2-40B4-BE49-F238E27FC236}">
                <a16:creationId xmlns:a16="http://schemas.microsoft.com/office/drawing/2014/main" id="{E418098F-A830-0E4B-AE1B-BF99FBB77185}"/>
              </a:ext>
            </a:extLst>
          </p:cNvPr>
          <p:cNvSpPr/>
          <p:nvPr/>
        </p:nvSpPr>
        <p:spPr>
          <a:xfrm>
            <a:off x="3962400" y="4648200"/>
            <a:ext cx="762000" cy="3810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kumimoji="1" lang="en-US" altLang="zh-CN" dirty="0">
                <a:hlinkClick r:id="rId5" action="ppaction://hlinksldjump"/>
              </a:rPr>
              <a:t>E</a:t>
            </a:r>
            <a:endParaRPr kumimoji="1" lang="zh-CN" altLang="en-US" dirty="0"/>
          </a:p>
        </p:txBody>
      </p:sp>
      <p:sp>
        <p:nvSpPr>
          <p:cNvPr id="9" name="圆角矩形 8">
            <a:extLst>
              <a:ext uri="{FF2B5EF4-FFF2-40B4-BE49-F238E27FC236}">
                <a16:creationId xmlns:a16="http://schemas.microsoft.com/office/drawing/2014/main" id="{5E955882-84DF-F541-BD1E-BB1F7EDDA2DC}"/>
              </a:ext>
            </a:extLst>
          </p:cNvPr>
          <p:cNvSpPr/>
          <p:nvPr/>
        </p:nvSpPr>
        <p:spPr>
          <a:xfrm>
            <a:off x="4191000" y="2514600"/>
            <a:ext cx="762000" cy="3810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kumimoji="1" lang="en-US" altLang="zh-CN" dirty="0">
                <a:solidFill>
                  <a:schemeClr val="accent1">
                    <a:lumMod val="50000"/>
                  </a:schemeClr>
                </a:solidFill>
                <a:hlinkClick r:id="rId6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B</a:t>
            </a:r>
            <a:endParaRPr kumimoji="1" lang="zh-CN" altLang="en-US" dirty="0">
              <a:solidFill>
                <a:schemeClr val="accent1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09868851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3" name="标题 1">
            <a:extLst>
              <a:ext uri="{FF2B5EF4-FFF2-40B4-BE49-F238E27FC236}">
                <a16:creationId xmlns:a16="http://schemas.microsoft.com/office/drawing/2014/main" id="{DFEC7F08-C820-E245-88DE-854E3CA876B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kumimoji="1" lang="zh-CN" altLang="en-US"/>
              <a:t>号码 </a:t>
            </a:r>
            <a:r>
              <a:rPr kumimoji="1" lang="zh-CN" altLang="zh-CN"/>
              <a:t>hàomǎ </a:t>
            </a:r>
            <a:endParaRPr kumimoji="1" lang="zh-CN" altLang="en-US"/>
          </a:p>
        </p:txBody>
      </p:sp>
      <p:sp>
        <p:nvSpPr>
          <p:cNvPr id="23554" name="内容占位符 2">
            <a:extLst>
              <a:ext uri="{FF2B5EF4-FFF2-40B4-BE49-F238E27FC236}">
                <a16:creationId xmlns:a16="http://schemas.microsoft.com/office/drawing/2014/main" id="{DD367B2F-0A62-0146-AB17-6900D2990A7E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zh-CN" altLang="en-US" sz="2000" dirty="0">
                <a:solidFill>
                  <a:srgbClr val="000000"/>
                </a:solidFill>
              </a:rPr>
              <a:t>号 </a:t>
            </a:r>
            <a:r>
              <a:rPr kumimoji="1" lang="zh-CN" altLang="zh-CN" sz="2000" dirty="0"/>
              <a:t>hào</a:t>
            </a:r>
            <a:r>
              <a:rPr kumimoji="1" lang="zh-CN" altLang="en-US" sz="2000" dirty="0"/>
              <a:t> </a:t>
            </a:r>
            <a:r>
              <a:rPr kumimoji="1" lang="en-US" altLang="zh-CN" sz="2000" dirty="0"/>
              <a:t>NOUN</a:t>
            </a:r>
            <a:r>
              <a:rPr kumimoji="1" lang="zh-CN" altLang="en-US" sz="2000" dirty="0"/>
              <a:t> </a:t>
            </a:r>
            <a:r>
              <a:rPr kumimoji="1" lang="en-US" altLang="zh-CN" sz="2000" dirty="0"/>
              <a:t>number</a:t>
            </a:r>
            <a:endParaRPr lang="en-US" altLang="zh-CN" sz="2000" dirty="0">
              <a:solidFill>
                <a:srgbClr val="000000"/>
              </a:solidFill>
            </a:endParaRPr>
          </a:p>
          <a:p>
            <a:pPr eaLnBrk="1" hangingPunct="1"/>
            <a:r>
              <a:rPr lang="zh-CN" altLang="en-US" sz="2000" dirty="0">
                <a:solidFill>
                  <a:srgbClr val="000000"/>
                </a:solidFill>
              </a:rPr>
              <a:t>码 </a:t>
            </a:r>
            <a:r>
              <a:rPr kumimoji="1" lang="zh-CN" altLang="zh-CN" sz="2000" dirty="0"/>
              <a:t>mǎ NOUN sign or figure representing a number</a:t>
            </a:r>
            <a:endParaRPr lang="en-US" altLang="zh-CN" sz="2000" dirty="0">
              <a:solidFill>
                <a:srgbClr val="000000"/>
              </a:solidFill>
            </a:endParaRPr>
          </a:p>
          <a:p>
            <a:pPr eaLnBrk="1" hangingPunct="1"/>
            <a:r>
              <a:rPr lang="en-US" altLang="zh-CN" sz="2000" dirty="0">
                <a:solidFill>
                  <a:srgbClr val="000000"/>
                </a:solidFill>
              </a:rPr>
              <a:t>NOUN  number</a:t>
            </a:r>
            <a:endParaRPr lang="zh-CN" altLang="zh-CN" sz="2000" dirty="0">
              <a:solidFill>
                <a:srgbClr val="000000"/>
              </a:solidFill>
            </a:endParaRPr>
          </a:p>
          <a:p>
            <a:pPr eaLnBrk="1" hangingPunct="1"/>
            <a:r>
              <a:rPr lang="en-US" altLang="zh-CN" sz="2000" dirty="0">
                <a:solidFill>
                  <a:srgbClr val="000000"/>
                </a:solidFill>
              </a:rPr>
              <a:t>Collocation:</a:t>
            </a:r>
          </a:p>
          <a:p>
            <a:pPr eaLnBrk="1" hangingPunct="1"/>
            <a:r>
              <a:rPr lang="zh-CN" altLang="en-US" sz="2000" dirty="0">
                <a:solidFill>
                  <a:srgbClr val="000000"/>
                </a:solidFill>
              </a:rPr>
              <a:t>知道（二级） 号码</a:t>
            </a:r>
            <a:r>
              <a:rPr lang="en-US" altLang="zh-CN" sz="2000" dirty="0">
                <a:solidFill>
                  <a:srgbClr val="000000"/>
                </a:solidFill>
              </a:rPr>
              <a:t>  know the number</a:t>
            </a:r>
            <a:endParaRPr lang="zh-CN" altLang="en-US" sz="2000" dirty="0">
              <a:solidFill>
                <a:srgbClr val="000000"/>
              </a:solidFill>
            </a:endParaRPr>
          </a:p>
          <a:p>
            <a:pPr eaLnBrk="1" hangingPunct="1"/>
            <a:r>
              <a:rPr lang="zh-CN" altLang="en-US" sz="2000" dirty="0">
                <a:solidFill>
                  <a:srgbClr val="000000"/>
                </a:solidFill>
              </a:rPr>
              <a:t>告诉（二级） 号码</a:t>
            </a:r>
            <a:r>
              <a:rPr lang="en-US" altLang="zh-CN" sz="2000" dirty="0">
                <a:solidFill>
                  <a:srgbClr val="000000"/>
                </a:solidFill>
              </a:rPr>
              <a:t>  tell the number</a:t>
            </a:r>
          </a:p>
          <a:p>
            <a:pPr eaLnBrk="1" hangingPunct="1"/>
            <a:r>
              <a:rPr lang="en-US" altLang="zh-CN" sz="2000" dirty="0">
                <a:solidFill>
                  <a:srgbClr val="000000"/>
                </a:solidFill>
              </a:rPr>
              <a:t>Sentence:</a:t>
            </a:r>
          </a:p>
          <a:p>
            <a:pPr eaLnBrk="1" hangingPunct="1"/>
            <a:r>
              <a:rPr kumimoji="1" lang="zh-CN" altLang="en-US" sz="2000" dirty="0">
                <a:solidFill>
                  <a:srgbClr val="000000"/>
                </a:solidFill>
              </a:rPr>
              <a:t>我的电话响了，看号码似乎是公司的。</a:t>
            </a:r>
            <a:r>
              <a:rPr kumimoji="1" lang="en-US" altLang="zh-CN" sz="2000" dirty="0">
                <a:solidFill>
                  <a:srgbClr val="000000"/>
                </a:solidFill>
              </a:rPr>
              <a:t>[‘</a:t>
            </a:r>
            <a:r>
              <a:rPr kumimoji="1" lang="zh-CN" altLang="en-US" sz="2000" dirty="0">
                <a:solidFill>
                  <a:srgbClr val="000000"/>
                </a:solidFill>
              </a:rPr>
              <a:t>似乎</a:t>
            </a:r>
            <a:r>
              <a:rPr kumimoji="1" lang="en-US" altLang="zh-CN" sz="2000" dirty="0">
                <a:solidFill>
                  <a:srgbClr val="000000"/>
                </a:solidFill>
              </a:rPr>
              <a:t>’]</a:t>
            </a:r>
          </a:p>
          <a:p>
            <a:pPr eaLnBrk="1" hangingPunct="1"/>
            <a:r>
              <a:rPr kumimoji="1" lang="zh-CN" altLang="en-US" sz="2000" dirty="0"/>
              <a:t>我</a:t>
            </a:r>
            <a:r>
              <a:rPr kumimoji="1" lang="en-US" altLang="zh-CN" sz="2000" dirty="0"/>
              <a:t>/</a:t>
            </a:r>
            <a:r>
              <a:rPr kumimoji="1" lang="zh-CN" altLang="zh-CN" sz="2000" dirty="0"/>
              <a:t>wǒ  </a:t>
            </a:r>
            <a:r>
              <a:rPr kumimoji="1" lang="zh-CN" altLang="en-US" sz="2000" dirty="0"/>
              <a:t>的</a:t>
            </a:r>
            <a:r>
              <a:rPr kumimoji="1" lang="en-US" altLang="zh-CN" sz="2000" dirty="0"/>
              <a:t>/</a:t>
            </a:r>
            <a:r>
              <a:rPr kumimoji="1" lang="zh-CN" altLang="zh-CN" sz="2000" dirty="0"/>
              <a:t>de  </a:t>
            </a:r>
            <a:r>
              <a:rPr kumimoji="1" lang="zh-CN" altLang="en-US" sz="2000" dirty="0"/>
              <a:t>电话</a:t>
            </a:r>
            <a:r>
              <a:rPr kumimoji="1" lang="en-US" altLang="zh-CN" sz="2000" dirty="0"/>
              <a:t>/</a:t>
            </a:r>
            <a:r>
              <a:rPr kumimoji="1" lang="zh-CN" altLang="zh-CN" sz="2000" dirty="0"/>
              <a:t>diànhuà  </a:t>
            </a:r>
            <a:r>
              <a:rPr kumimoji="1" lang="zh-CN" altLang="en-US" sz="2000" dirty="0"/>
              <a:t>响</a:t>
            </a:r>
            <a:r>
              <a:rPr kumimoji="1" lang="en-US" altLang="zh-CN" sz="2000" dirty="0"/>
              <a:t>/</a:t>
            </a:r>
            <a:r>
              <a:rPr kumimoji="1" lang="zh-CN" altLang="zh-CN" sz="2000" dirty="0"/>
              <a:t>xiǎng  </a:t>
            </a:r>
            <a:r>
              <a:rPr kumimoji="1" lang="zh-CN" altLang="en-US" sz="2000" dirty="0"/>
              <a:t>了</a:t>
            </a:r>
            <a:r>
              <a:rPr kumimoji="1" lang="en-US" altLang="zh-CN" sz="2000" dirty="0"/>
              <a:t>/</a:t>
            </a:r>
            <a:r>
              <a:rPr kumimoji="1" lang="zh-CN" altLang="zh-CN" sz="2000" dirty="0"/>
              <a:t>le  ，  </a:t>
            </a:r>
            <a:r>
              <a:rPr kumimoji="1" lang="zh-CN" altLang="en-US" sz="2000" dirty="0"/>
              <a:t>看</a:t>
            </a:r>
            <a:r>
              <a:rPr kumimoji="1" lang="en-US" altLang="zh-CN" sz="2000" dirty="0"/>
              <a:t>/</a:t>
            </a:r>
            <a:r>
              <a:rPr kumimoji="1" lang="zh-CN" altLang="zh-CN" sz="2000" dirty="0"/>
              <a:t>kàn  </a:t>
            </a:r>
            <a:r>
              <a:rPr kumimoji="1" lang="zh-CN" altLang="en-US" sz="2000" dirty="0"/>
              <a:t>号码</a:t>
            </a:r>
            <a:r>
              <a:rPr kumimoji="1" lang="en-US" altLang="zh-CN" sz="2000" dirty="0"/>
              <a:t>/</a:t>
            </a:r>
            <a:r>
              <a:rPr kumimoji="1" lang="zh-CN" altLang="zh-CN" sz="2000" dirty="0"/>
              <a:t>hàomǎ  </a:t>
            </a:r>
            <a:r>
              <a:rPr kumimoji="1" lang="zh-CN" altLang="en-US" sz="2000" dirty="0"/>
              <a:t>似乎</a:t>
            </a:r>
            <a:r>
              <a:rPr kumimoji="1" lang="en-US" altLang="zh-CN" sz="2000" dirty="0"/>
              <a:t>/</a:t>
            </a:r>
            <a:r>
              <a:rPr kumimoji="1" lang="zh-CN" altLang="zh-CN" sz="2000" dirty="0"/>
              <a:t>sìhū  </a:t>
            </a:r>
            <a:r>
              <a:rPr kumimoji="1" lang="zh-CN" altLang="en-US" sz="2000" dirty="0"/>
              <a:t>是</a:t>
            </a:r>
            <a:r>
              <a:rPr kumimoji="1" lang="en-US" altLang="zh-CN" sz="2000" dirty="0"/>
              <a:t>/</a:t>
            </a:r>
            <a:r>
              <a:rPr kumimoji="1" lang="zh-CN" altLang="zh-CN" sz="2000" dirty="0"/>
              <a:t>shì  </a:t>
            </a:r>
            <a:r>
              <a:rPr kumimoji="1" lang="zh-CN" altLang="en-US" sz="2000" dirty="0"/>
              <a:t>公司</a:t>
            </a:r>
            <a:r>
              <a:rPr kumimoji="1" lang="en-US" altLang="zh-CN" sz="2000" dirty="0"/>
              <a:t>/</a:t>
            </a:r>
            <a:r>
              <a:rPr kumimoji="1" lang="zh-CN" altLang="zh-CN" sz="2000" dirty="0"/>
              <a:t>gōngsī  </a:t>
            </a:r>
            <a:r>
              <a:rPr kumimoji="1" lang="zh-CN" altLang="en-US" sz="2000" dirty="0"/>
              <a:t>的</a:t>
            </a:r>
            <a:r>
              <a:rPr kumimoji="1" lang="en-US" altLang="zh-CN" sz="2000" dirty="0"/>
              <a:t>/</a:t>
            </a:r>
            <a:r>
              <a:rPr kumimoji="1" lang="zh-CN" altLang="zh-CN" sz="2000" dirty="0"/>
              <a:t>de  。</a:t>
            </a:r>
            <a:endParaRPr kumimoji="1" lang="en-US" altLang="zh-CN" sz="2000" dirty="0"/>
          </a:p>
          <a:p>
            <a:pPr eaLnBrk="1" hangingPunct="1"/>
            <a:r>
              <a:rPr kumimoji="1" lang="zh-CN" altLang="zh-CN" sz="2000" dirty="0"/>
              <a:t>My phone rang and the number appeared to be from the company.</a:t>
            </a:r>
            <a:endParaRPr kumimoji="1" lang="zh-CN" altLang="en-US" sz="2000" dirty="0"/>
          </a:p>
        </p:txBody>
      </p:sp>
      <p:pic>
        <p:nvPicPr>
          <p:cNvPr id="2" name="号码.wav" descr="号码.wav">
            <a:hlinkClick r:id="" action="ppaction://media"/>
            <a:extLst>
              <a:ext uri="{FF2B5EF4-FFF2-40B4-BE49-F238E27FC236}">
                <a16:creationId xmlns:a16="http://schemas.microsoft.com/office/drawing/2014/main" id="{6C51366E-A921-6A47-A87E-67A6CDC292C7}"/>
              </a:ext>
            </a:extLst>
          </p:cNvPr>
          <p:cNvPicPr>
            <a:picLocks noChangeAspect="1" noChangeArrowheads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72200" y="381000"/>
            <a:ext cx="533400" cy="533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" name="号.wav" descr="号.wav">
            <a:hlinkClick r:id="" action="ppaction://media"/>
            <a:extLst>
              <a:ext uri="{FF2B5EF4-FFF2-40B4-BE49-F238E27FC236}">
                <a16:creationId xmlns:a16="http://schemas.microsoft.com/office/drawing/2014/main" id="{7397913D-9533-9B49-A74E-B509A4C2F968}"/>
              </a:ext>
            </a:extLst>
          </p:cNvPr>
          <p:cNvPicPr>
            <a:picLocks noChangeAspect="1" noChangeArrowheads="1"/>
          </p:cNvPicPr>
          <p:nvPr>
            <a:audi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05200" y="1143000"/>
            <a:ext cx="533400" cy="533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" name="码.wav" descr="码.wav">
            <a:hlinkClick r:id="" action="ppaction://media"/>
            <a:extLst>
              <a:ext uri="{FF2B5EF4-FFF2-40B4-BE49-F238E27FC236}">
                <a16:creationId xmlns:a16="http://schemas.microsoft.com/office/drawing/2014/main" id="{F68E1C11-9D41-2344-B06F-7E7C6A1C6500}"/>
              </a:ext>
            </a:extLst>
          </p:cNvPr>
          <p:cNvPicPr>
            <a:picLocks noChangeAspect="1" noChangeArrowheads="1"/>
          </p:cNvPicPr>
          <p:nvPr>
            <a:audioFile r:link="rId6"/>
            <p:extLst>
              <p:ext uri="{DAA4B4D4-6D71-4841-9C94-3DE7FCFB9230}">
                <p14:media xmlns:p14="http://schemas.microsoft.com/office/powerpoint/2010/main" r:embed="rId5"/>
              </p:ext>
            </p:extLst>
          </p:nvPr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05600" y="1524000"/>
            <a:ext cx="533400" cy="533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知道号码.wav" descr="知道号码.wav">
            <a:hlinkClick r:id="" action="ppaction://media"/>
            <a:extLst>
              <a:ext uri="{FF2B5EF4-FFF2-40B4-BE49-F238E27FC236}">
                <a16:creationId xmlns:a16="http://schemas.microsoft.com/office/drawing/2014/main" id="{48A01F14-84E9-EB43-85CD-B4AEF8B6CA8C}"/>
              </a:ext>
            </a:extLst>
          </p:cNvPr>
          <p:cNvPicPr>
            <a:picLocks noChangeAspect="1" noChangeArrowheads="1"/>
          </p:cNvPicPr>
          <p:nvPr>
            <a:audioFile r:link="rId8"/>
            <p:extLst>
              <p:ext uri="{DAA4B4D4-6D71-4841-9C94-3DE7FCFB9230}">
                <p14:media xmlns:p14="http://schemas.microsoft.com/office/powerpoint/2010/main" r:embed="rId7"/>
              </p:ext>
            </p:extLst>
          </p:nvPr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59400" y="2514600"/>
            <a:ext cx="533400" cy="533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" name="告诉号码.wav" descr="告诉号码.wav">
            <a:hlinkClick r:id="" action="ppaction://media"/>
            <a:extLst>
              <a:ext uri="{FF2B5EF4-FFF2-40B4-BE49-F238E27FC236}">
                <a16:creationId xmlns:a16="http://schemas.microsoft.com/office/drawing/2014/main" id="{088D10E6-E6E3-9A46-895D-7F6C707E825E}"/>
              </a:ext>
            </a:extLst>
          </p:cNvPr>
          <p:cNvPicPr>
            <a:picLocks noChangeAspect="1" noChangeArrowheads="1"/>
          </p:cNvPicPr>
          <p:nvPr>
            <a:audioFile r:link="rId10"/>
            <p:extLst>
              <p:ext uri="{DAA4B4D4-6D71-4841-9C94-3DE7FCFB9230}">
                <p14:media xmlns:p14="http://schemas.microsoft.com/office/powerpoint/2010/main" r:embed="rId9"/>
              </p:ext>
            </p:extLst>
          </p:nvPr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05400" y="3022600"/>
            <a:ext cx="533400" cy="533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" name="我的电话响了，看号码似乎是公司的。.wav" descr="我的电话响了，看号码似乎是公司的。.wav">
            <a:hlinkClick r:id="" action="ppaction://media"/>
            <a:extLst>
              <a:ext uri="{FF2B5EF4-FFF2-40B4-BE49-F238E27FC236}">
                <a16:creationId xmlns:a16="http://schemas.microsoft.com/office/drawing/2014/main" id="{E5603E64-7629-F844-8BFF-2DB697A57585}"/>
              </a:ext>
            </a:extLst>
          </p:cNvPr>
          <p:cNvPicPr>
            <a:picLocks noChangeAspect="1" noChangeArrowheads="1"/>
          </p:cNvPicPr>
          <p:nvPr>
            <a:audioFile r:link="rId12"/>
            <p:extLst>
              <p:ext uri="{DAA4B4D4-6D71-4841-9C94-3DE7FCFB9230}">
                <p14:media xmlns:p14="http://schemas.microsoft.com/office/powerpoint/2010/main" r:embed="rId11"/>
              </p:ext>
            </p:extLst>
          </p:nvPr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89700" y="3733800"/>
            <a:ext cx="533400" cy="533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" name="圆角矩形 9">
            <a:extLst>
              <a:ext uri="{FF2B5EF4-FFF2-40B4-BE49-F238E27FC236}">
                <a16:creationId xmlns:a16="http://schemas.microsoft.com/office/drawing/2014/main" id="{326F4DAB-1291-EB42-B6F5-716BCF92E5B3}"/>
              </a:ext>
            </a:extLst>
          </p:cNvPr>
          <p:cNvSpPr/>
          <p:nvPr/>
        </p:nvSpPr>
        <p:spPr>
          <a:xfrm>
            <a:off x="6346825" y="5097463"/>
            <a:ext cx="2514600" cy="598487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kumimoji="1" lang="en-US" altLang="zh-CN" dirty="0">
                <a:hlinkClick r:id="rId15" action="ppaction://hlinksldjump"/>
              </a:rPr>
              <a:t>Click to the next page</a:t>
            </a:r>
            <a:endParaRPr kumimoji="1"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972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0" dur="720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4" dur="648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8" dur="1296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22" dur="1368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26" dur="3852" fill="hold"/>
                                        <p:tgtEl>
                                          <p:spTgt spid="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2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"/>
                </p:tgtEl>
              </p:cMediaNode>
            </p:audio>
            <p:audio>
              <p:cMediaNode vol="80000">
                <p:cTn id="28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3"/>
                </p:tgtEl>
              </p:cMediaNode>
            </p:audio>
            <p:audio>
              <p:cMediaNode vol="80000">
                <p:cTn id="29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  <p:audio>
              <p:cMediaNode vol="80000">
                <p:cTn id="30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5"/>
                </p:tgtEl>
              </p:cMediaNode>
            </p:audio>
            <p:audio>
              <p:cMediaNode vol="80000">
                <p:cTn id="31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  <p:audio>
              <p:cMediaNode vol="80000">
                <p:cTn id="32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7"/>
                </p:tgtEl>
              </p:cMediaNode>
            </p:audio>
          </p:childTnLst>
        </p:cTn>
      </p:par>
    </p:tnLst>
  </p:timing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3" name="标题 1">
            <a:extLst>
              <a:ext uri="{FF2B5EF4-FFF2-40B4-BE49-F238E27FC236}">
                <a16:creationId xmlns:a16="http://schemas.microsoft.com/office/drawing/2014/main" id="{DFEC7F08-C820-E245-88DE-854E3CA876B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kumimoji="1" lang="zh-CN" altLang="en-US"/>
              <a:t>号码 </a:t>
            </a:r>
            <a:r>
              <a:rPr kumimoji="1" lang="zh-CN" altLang="zh-CN"/>
              <a:t>hàomǎ </a:t>
            </a:r>
            <a:endParaRPr kumimoji="1" lang="zh-CN" altLang="en-US"/>
          </a:p>
        </p:txBody>
      </p:sp>
      <p:sp>
        <p:nvSpPr>
          <p:cNvPr id="23554" name="内容占位符 2">
            <a:extLst>
              <a:ext uri="{FF2B5EF4-FFF2-40B4-BE49-F238E27FC236}">
                <a16:creationId xmlns:a16="http://schemas.microsoft.com/office/drawing/2014/main" id="{DD367B2F-0A62-0146-AB17-6900D2990A7E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zh-CN" sz="2000" dirty="0">
                <a:solidFill>
                  <a:srgbClr val="000000"/>
                </a:solidFill>
              </a:rPr>
              <a:t>NOUN  number</a:t>
            </a:r>
            <a:endParaRPr lang="zh-CN" altLang="zh-CN" sz="2000" dirty="0">
              <a:solidFill>
                <a:srgbClr val="000000"/>
              </a:solidFill>
            </a:endParaRPr>
          </a:p>
          <a:p>
            <a:pPr eaLnBrk="1" hangingPunct="1"/>
            <a:r>
              <a:rPr lang="en-US" altLang="zh-CN" sz="2000" dirty="0">
                <a:solidFill>
                  <a:srgbClr val="000000"/>
                </a:solidFill>
              </a:rPr>
              <a:t>Collocation:</a:t>
            </a:r>
          </a:p>
          <a:p>
            <a:pPr eaLnBrk="1" hangingPunct="1"/>
            <a:r>
              <a:rPr lang="zh-CN" altLang="en-US" sz="2000" dirty="0">
                <a:solidFill>
                  <a:srgbClr val="000000"/>
                </a:solidFill>
              </a:rPr>
              <a:t>知道（二级） 号码</a:t>
            </a:r>
            <a:r>
              <a:rPr lang="en-US" altLang="zh-CN" sz="2000" dirty="0">
                <a:solidFill>
                  <a:srgbClr val="000000"/>
                </a:solidFill>
              </a:rPr>
              <a:t>  know the number</a:t>
            </a:r>
            <a:endParaRPr lang="zh-CN" altLang="en-US" sz="2000" dirty="0">
              <a:solidFill>
                <a:srgbClr val="000000"/>
              </a:solidFill>
            </a:endParaRPr>
          </a:p>
          <a:p>
            <a:pPr eaLnBrk="1" hangingPunct="1"/>
            <a:r>
              <a:rPr lang="zh-CN" altLang="en-US" sz="2000" dirty="0">
                <a:solidFill>
                  <a:srgbClr val="000000"/>
                </a:solidFill>
              </a:rPr>
              <a:t>告诉（二级） 号码</a:t>
            </a:r>
            <a:r>
              <a:rPr lang="en-US" altLang="zh-CN" sz="2000" dirty="0">
                <a:solidFill>
                  <a:srgbClr val="000000"/>
                </a:solidFill>
              </a:rPr>
              <a:t>  tell the number</a:t>
            </a:r>
          </a:p>
          <a:p>
            <a:pPr eaLnBrk="1" hangingPunct="1"/>
            <a:r>
              <a:rPr lang="en-US" altLang="zh-CN" sz="2000" dirty="0">
                <a:solidFill>
                  <a:srgbClr val="000000"/>
                </a:solidFill>
              </a:rPr>
              <a:t>Sentence:</a:t>
            </a:r>
          </a:p>
          <a:p>
            <a:pPr eaLnBrk="1" hangingPunct="1"/>
            <a:r>
              <a:rPr kumimoji="1" lang="zh-CN" altLang="en-US" sz="2000" dirty="0">
                <a:solidFill>
                  <a:srgbClr val="000000"/>
                </a:solidFill>
              </a:rPr>
              <a:t>我的电话响了，看号码似乎是公司的。</a:t>
            </a:r>
            <a:r>
              <a:rPr kumimoji="1" lang="en-US" altLang="zh-CN" sz="2000" dirty="0">
                <a:solidFill>
                  <a:srgbClr val="000000"/>
                </a:solidFill>
              </a:rPr>
              <a:t>[‘</a:t>
            </a:r>
            <a:r>
              <a:rPr kumimoji="1" lang="zh-CN" altLang="en-US" sz="2000" dirty="0">
                <a:solidFill>
                  <a:srgbClr val="000000"/>
                </a:solidFill>
              </a:rPr>
              <a:t>似乎</a:t>
            </a:r>
            <a:r>
              <a:rPr kumimoji="1" lang="en-US" altLang="zh-CN" sz="2000" dirty="0">
                <a:solidFill>
                  <a:srgbClr val="000000"/>
                </a:solidFill>
              </a:rPr>
              <a:t>’]</a:t>
            </a:r>
          </a:p>
          <a:p>
            <a:pPr eaLnBrk="1" hangingPunct="1"/>
            <a:r>
              <a:rPr kumimoji="1" lang="zh-CN" altLang="en-US" sz="2000" dirty="0"/>
              <a:t>我</a:t>
            </a:r>
            <a:r>
              <a:rPr kumimoji="1" lang="en-US" altLang="zh-CN" sz="2000" dirty="0"/>
              <a:t>/</a:t>
            </a:r>
            <a:r>
              <a:rPr kumimoji="1" lang="zh-CN" altLang="zh-CN" sz="2000" dirty="0"/>
              <a:t>wǒ  </a:t>
            </a:r>
            <a:r>
              <a:rPr kumimoji="1" lang="zh-CN" altLang="en-US" sz="2000" dirty="0"/>
              <a:t>的</a:t>
            </a:r>
            <a:r>
              <a:rPr kumimoji="1" lang="en-US" altLang="zh-CN" sz="2000" dirty="0"/>
              <a:t>/</a:t>
            </a:r>
            <a:r>
              <a:rPr kumimoji="1" lang="zh-CN" altLang="zh-CN" sz="2000" dirty="0"/>
              <a:t>de  </a:t>
            </a:r>
            <a:r>
              <a:rPr kumimoji="1" lang="zh-CN" altLang="en-US" sz="2000" dirty="0"/>
              <a:t>电话</a:t>
            </a:r>
            <a:r>
              <a:rPr kumimoji="1" lang="en-US" altLang="zh-CN" sz="2000" dirty="0"/>
              <a:t>/</a:t>
            </a:r>
            <a:r>
              <a:rPr kumimoji="1" lang="zh-CN" altLang="zh-CN" sz="2000" dirty="0"/>
              <a:t>diànhuà  </a:t>
            </a:r>
            <a:r>
              <a:rPr kumimoji="1" lang="zh-CN" altLang="en-US" sz="2000" dirty="0"/>
              <a:t>响</a:t>
            </a:r>
            <a:r>
              <a:rPr kumimoji="1" lang="en-US" altLang="zh-CN" sz="2000" dirty="0"/>
              <a:t>/</a:t>
            </a:r>
            <a:r>
              <a:rPr kumimoji="1" lang="zh-CN" altLang="zh-CN" sz="2000" dirty="0"/>
              <a:t>xiǎng  </a:t>
            </a:r>
            <a:r>
              <a:rPr kumimoji="1" lang="zh-CN" altLang="en-US" sz="2000" dirty="0"/>
              <a:t>了</a:t>
            </a:r>
            <a:r>
              <a:rPr kumimoji="1" lang="en-US" altLang="zh-CN" sz="2000" dirty="0"/>
              <a:t>/</a:t>
            </a:r>
            <a:r>
              <a:rPr kumimoji="1" lang="zh-CN" altLang="zh-CN" sz="2000" dirty="0"/>
              <a:t>le  ，  </a:t>
            </a:r>
            <a:r>
              <a:rPr kumimoji="1" lang="zh-CN" altLang="en-US" sz="2000" dirty="0"/>
              <a:t>看</a:t>
            </a:r>
            <a:r>
              <a:rPr kumimoji="1" lang="en-US" altLang="zh-CN" sz="2000" dirty="0"/>
              <a:t>/</a:t>
            </a:r>
            <a:r>
              <a:rPr kumimoji="1" lang="zh-CN" altLang="zh-CN" sz="2000" dirty="0"/>
              <a:t>kàn  </a:t>
            </a:r>
            <a:r>
              <a:rPr kumimoji="1" lang="zh-CN" altLang="en-US" sz="2000" dirty="0"/>
              <a:t>号码</a:t>
            </a:r>
            <a:r>
              <a:rPr kumimoji="1" lang="en-US" altLang="zh-CN" sz="2000" dirty="0"/>
              <a:t>/</a:t>
            </a:r>
            <a:r>
              <a:rPr kumimoji="1" lang="zh-CN" altLang="zh-CN" sz="2000" dirty="0"/>
              <a:t>hàomǎ  </a:t>
            </a:r>
            <a:r>
              <a:rPr kumimoji="1" lang="zh-CN" altLang="en-US" sz="2000" dirty="0"/>
              <a:t>似乎</a:t>
            </a:r>
            <a:r>
              <a:rPr kumimoji="1" lang="en-US" altLang="zh-CN" sz="2000" dirty="0"/>
              <a:t>/</a:t>
            </a:r>
            <a:r>
              <a:rPr kumimoji="1" lang="zh-CN" altLang="zh-CN" sz="2000" dirty="0"/>
              <a:t>sìhū  </a:t>
            </a:r>
            <a:r>
              <a:rPr kumimoji="1" lang="zh-CN" altLang="en-US" sz="2000" dirty="0"/>
              <a:t>是</a:t>
            </a:r>
            <a:r>
              <a:rPr kumimoji="1" lang="en-US" altLang="zh-CN" sz="2000" dirty="0"/>
              <a:t>/</a:t>
            </a:r>
            <a:r>
              <a:rPr kumimoji="1" lang="zh-CN" altLang="zh-CN" sz="2000" dirty="0"/>
              <a:t>shì  </a:t>
            </a:r>
            <a:r>
              <a:rPr kumimoji="1" lang="zh-CN" altLang="en-US" sz="2000" dirty="0"/>
              <a:t>公司</a:t>
            </a:r>
            <a:r>
              <a:rPr kumimoji="1" lang="en-US" altLang="zh-CN" sz="2000" dirty="0"/>
              <a:t>/</a:t>
            </a:r>
            <a:r>
              <a:rPr kumimoji="1" lang="zh-CN" altLang="zh-CN" sz="2000" dirty="0"/>
              <a:t>gōngsī  </a:t>
            </a:r>
            <a:r>
              <a:rPr kumimoji="1" lang="zh-CN" altLang="en-US" sz="2000" dirty="0"/>
              <a:t>的</a:t>
            </a:r>
            <a:r>
              <a:rPr kumimoji="1" lang="en-US" altLang="zh-CN" sz="2000" dirty="0"/>
              <a:t>/</a:t>
            </a:r>
            <a:r>
              <a:rPr kumimoji="1" lang="zh-CN" altLang="zh-CN" sz="2000" dirty="0"/>
              <a:t>de  。</a:t>
            </a:r>
            <a:endParaRPr kumimoji="1" lang="en-US" altLang="zh-CN" sz="2000" dirty="0"/>
          </a:p>
          <a:p>
            <a:pPr eaLnBrk="1" hangingPunct="1"/>
            <a:r>
              <a:rPr kumimoji="1" lang="zh-CN" altLang="zh-CN" sz="2000" dirty="0"/>
              <a:t>My phone rang and the number appeared to be from the company.</a:t>
            </a:r>
            <a:endParaRPr kumimoji="1" lang="zh-CN" altLang="en-US" sz="2000" dirty="0"/>
          </a:p>
        </p:txBody>
      </p:sp>
      <p:pic>
        <p:nvPicPr>
          <p:cNvPr id="2" name="号码.wav" descr="号码.wav">
            <a:hlinkClick r:id="" action="ppaction://media"/>
            <a:extLst>
              <a:ext uri="{FF2B5EF4-FFF2-40B4-BE49-F238E27FC236}">
                <a16:creationId xmlns:a16="http://schemas.microsoft.com/office/drawing/2014/main" id="{6C51366E-A921-6A47-A87E-67A6CDC292C7}"/>
              </a:ext>
            </a:extLst>
          </p:cNvPr>
          <p:cNvPicPr>
            <a:picLocks noChangeAspect="1" noChangeArrowheads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72200" y="381000"/>
            <a:ext cx="533400" cy="533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知道号码.wav" descr="知道号码.wav">
            <a:hlinkClick r:id="" action="ppaction://media"/>
            <a:extLst>
              <a:ext uri="{FF2B5EF4-FFF2-40B4-BE49-F238E27FC236}">
                <a16:creationId xmlns:a16="http://schemas.microsoft.com/office/drawing/2014/main" id="{48A01F14-84E9-EB43-85CD-B4AEF8B6CA8C}"/>
              </a:ext>
            </a:extLst>
          </p:cNvPr>
          <p:cNvPicPr>
            <a:picLocks noChangeAspect="1" noChangeArrowheads="1"/>
          </p:cNvPicPr>
          <p:nvPr>
            <a:audi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59400" y="1752600"/>
            <a:ext cx="533400" cy="533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" name="告诉号码.wav" descr="告诉号码.wav">
            <a:hlinkClick r:id="" action="ppaction://media"/>
            <a:extLst>
              <a:ext uri="{FF2B5EF4-FFF2-40B4-BE49-F238E27FC236}">
                <a16:creationId xmlns:a16="http://schemas.microsoft.com/office/drawing/2014/main" id="{088D10E6-E6E3-9A46-895D-7F6C707E825E}"/>
              </a:ext>
            </a:extLst>
          </p:cNvPr>
          <p:cNvPicPr>
            <a:picLocks noChangeAspect="1" noChangeArrowheads="1"/>
          </p:cNvPicPr>
          <p:nvPr>
            <a:audioFile r:link="rId6"/>
            <p:extLst>
              <p:ext uri="{DAA4B4D4-6D71-4841-9C94-3DE7FCFB9230}">
                <p14:media xmlns:p14="http://schemas.microsoft.com/office/powerpoint/2010/main" r:embed="rId5"/>
              </p:ext>
            </p:extLst>
          </p:nvPr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05400" y="2260600"/>
            <a:ext cx="533400" cy="533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" name="我的电话响了，看号码似乎是公司的。.wav" descr="我的电话响了，看号码似乎是公司的。.wav">
            <a:hlinkClick r:id="" action="ppaction://media"/>
            <a:extLst>
              <a:ext uri="{FF2B5EF4-FFF2-40B4-BE49-F238E27FC236}">
                <a16:creationId xmlns:a16="http://schemas.microsoft.com/office/drawing/2014/main" id="{E5603E64-7629-F844-8BFF-2DB697A57585}"/>
              </a:ext>
            </a:extLst>
          </p:cNvPr>
          <p:cNvPicPr>
            <a:picLocks noChangeAspect="1" noChangeArrowheads="1"/>
          </p:cNvPicPr>
          <p:nvPr>
            <a:audioFile r:link="rId8"/>
            <p:extLst>
              <p:ext uri="{DAA4B4D4-6D71-4841-9C94-3DE7FCFB9230}">
                <p14:media xmlns:p14="http://schemas.microsoft.com/office/powerpoint/2010/main" r:embed="rId7"/>
              </p:ext>
            </p:extLst>
          </p:nvPr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89700" y="2971800"/>
            <a:ext cx="533400" cy="533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" name="圆角矩形 9">
            <a:extLst>
              <a:ext uri="{FF2B5EF4-FFF2-40B4-BE49-F238E27FC236}">
                <a16:creationId xmlns:a16="http://schemas.microsoft.com/office/drawing/2014/main" id="{0AC5C61B-9A2C-0949-90A0-F0A3C9A25F57}"/>
              </a:ext>
            </a:extLst>
          </p:cNvPr>
          <p:cNvSpPr/>
          <p:nvPr/>
        </p:nvSpPr>
        <p:spPr>
          <a:xfrm>
            <a:off x="6346825" y="5097463"/>
            <a:ext cx="2514600" cy="598487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kumimoji="1" lang="en-US" altLang="zh-CN" dirty="0">
                <a:hlinkClick r:id="rId11" action="ppaction://hlinksldjump"/>
              </a:rPr>
              <a:t>Click to the next page</a:t>
            </a:r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3480408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972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0" dur="1296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4" dur="1368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8" dur="3852" fill="hold"/>
                                        <p:tgtEl>
                                          <p:spTgt spid="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19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"/>
                </p:tgtEl>
              </p:cMediaNode>
            </p:audio>
            <p:audio>
              <p:cMediaNode vol="80000">
                <p:cTn id="20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5"/>
                </p:tgtEl>
              </p:cMediaNode>
            </p:audio>
            <p:audio>
              <p:cMediaNode vol="80000">
                <p:cTn id="21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  <p:audio>
              <p:cMediaNode vol="80000">
                <p:cTn id="22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7"/>
                </p:tgtEl>
              </p:cMediaNode>
            </p:audio>
          </p:childTnLst>
        </p:cTn>
      </p:par>
    </p:tnLst>
  </p:timing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3" name="标题 1">
            <a:extLst>
              <a:ext uri="{FF2B5EF4-FFF2-40B4-BE49-F238E27FC236}">
                <a16:creationId xmlns:a16="http://schemas.microsoft.com/office/drawing/2014/main" id="{DFEC7F08-C820-E245-88DE-854E3CA876B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kumimoji="1" lang="zh-CN" altLang="en-US"/>
              <a:t>号码 </a:t>
            </a:r>
            <a:r>
              <a:rPr kumimoji="1" lang="zh-CN" altLang="zh-CN"/>
              <a:t>hàomǎ </a:t>
            </a:r>
            <a:endParaRPr kumimoji="1" lang="zh-CN" altLang="en-US"/>
          </a:p>
        </p:txBody>
      </p:sp>
      <p:sp>
        <p:nvSpPr>
          <p:cNvPr id="23554" name="内容占位符 2">
            <a:extLst>
              <a:ext uri="{FF2B5EF4-FFF2-40B4-BE49-F238E27FC236}">
                <a16:creationId xmlns:a16="http://schemas.microsoft.com/office/drawing/2014/main" id="{DD367B2F-0A62-0146-AB17-6900D2990A7E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zh-CN" sz="2000" dirty="0">
                <a:solidFill>
                  <a:srgbClr val="000000"/>
                </a:solidFill>
              </a:rPr>
              <a:t>Collocation:</a:t>
            </a:r>
          </a:p>
          <a:p>
            <a:pPr eaLnBrk="1" hangingPunct="1"/>
            <a:r>
              <a:rPr lang="zh-CN" altLang="en-US" sz="2000" dirty="0">
                <a:solidFill>
                  <a:srgbClr val="000000"/>
                </a:solidFill>
              </a:rPr>
              <a:t>知道（二级） 号码</a:t>
            </a:r>
            <a:r>
              <a:rPr lang="en-US" altLang="zh-CN" sz="2000" dirty="0">
                <a:solidFill>
                  <a:srgbClr val="000000"/>
                </a:solidFill>
              </a:rPr>
              <a:t>  know the number</a:t>
            </a:r>
            <a:endParaRPr lang="zh-CN" altLang="en-US" sz="2000" dirty="0">
              <a:solidFill>
                <a:srgbClr val="000000"/>
              </a:solidFill>
            </a:endParaRPr>
          </a:p>
          <a:p>
            <a:pPr eaLnBrk="1" hangingPunct="1"/>
            <a:r>
              <a:rPr lang="zh-CN" altLang="en-US" sz="2000" dirty="0">
                <a:solidFill>
                  <a:srgbClr val="000000"/>
                </a:solidFill>
              </a:rPr>
              <a:t>告诉（二级） 号码</a:t>
            </a:r>
            <a:r>
              <a:rPr lang="en-US" altLang="zh-CN" sz="2000" dirty="0">
                <a:solidFill>
                  <a:srgbClr val="000000"/>
                </a:solidFill>
              </a:rPr>
              <a:t>  tell the number</a:t>
            </a:r>
          </a:p>
          <a:p>
            <a:pPr eaLnBrk="1" hangingPunct="1"/>
            <a:r>
              <a:rPr lang="en-US" altLang="zh-CN" sz="2000" dirty="0">
                <a:solidFill>
                  <a:srgbClr val="000000"/>
                </a:solidFill>
              </a:rPr>
              <a:t>Sentence:</a:t>
            </a:r>
          </a:p>
          <a:p>
            <a:pPr eaLnBrk="1" hangingPunct="1"/>
            <a:r>
              <a:rPr kumimoji="1" lang="zh-CN" altLang="en-US" sz="2000" dirty="0">
                <a:solidFill>
                  <a:srgbClr val="000000"/>
                </a:solidFill>
              </a:rPr>
              <a:t>我的电话响了，看号码似乎是公司的。</a:t>
            </a:r>
            <a:r>
              <a:rPr kumimoji="1" lang="en-US" altLang="zh-CN" sz="2000" dirty="0">
                <a:solidFill>
                  <a:srgbClr val="000000"/>
                </a:solidFill>
              </a:rPr>
              <a:t>[‘</a:t>
            </a:r>
            <a:r>
              <a:rPr kumimoji="1" lang="zh-CN" altLang="en-US" sz="2000" dirty="0">
                <a:solidFill>
                  <a:srgbClr val="000000"/>
                </a:solidFill>
              </a:rPr>
              <a:t>似乎</a:t>
            </a:r>
            <a:r>
              <a:rPr kumimoji="1" lang="en-US" altLang="zh-CN" sz="2000" dirty="0">
                <a:solidFill>
                  <a:srgbClr val="000000"/>
                </a:solidFill>
              </a:rPr>
              <a:t>’]</a:t>
            </a:r>
          </a:p>
          <a:p>
            <a:pPr eaLnBrk="1" hangingPunct="1"/>
            <a:r>
              <a:rPr kumimoji="1" lang="zh-CN" altLang="en-US" sz="2000" dirty="0"/>
              <a:t>我</a:t>
            </a:r>
            <a:r>
              <a:rPr kumimoji="1" lang="en-US" altLang="zh-CN" sz="2000" dirty="0"/>
              <a:t>/</a:t>
            </a:r>
            <a:r>
              <a:rPr kumimoji="1" lang="zh-CN" altLang="zh-CN" sz="2000" dirty="0"/>
              <a:t>wǒ  </a:t>
            </a:r>
            <a:r>
              <a:rPr kumimoji="1" lang="zh-CN" altLang="en-US" sz="2000" dirty="0"/>
              <a:t>的</a:t>
            </a:r>
            <a:r>
              <a:rPr kumimoji="1" lang="en-US" altLang="zh-CN" sz="2000" dirty="0"/>
              <a:t>/</a:t>
            </a:r>
            <a:r>
              <a:rPr kumimoji="1" lang="zh-CN" altLang="zh-CN" sz="2000" dirty="0"/>
              <a:t>de  </a:t>
            </a:r>
            <a:r>
              <a:rPr kumimoji="1" lang="zh-CN" altLang="en-US" sz="2000" dirty="0"/>
              <a:t>电话</a:t>
            </a:r>
            <a:r>
              <a:rPr kumimoji="1" lang="en-US" altLang="zh-CN" sz="2000" dirty="0"/>
              <a:t>/</a:t>
            </a:r>
            <a:r>
              <a:rPr kumimoji="1" lang="zh-CN" altLang="zh-CN" sz="2000" dirty="0"/>
              <a:t>diànhuà  </a:t>
            </a:r>
            <a:r>
              <a:rPr kumimoji="1" lang="zh-CN" altLang="en-US" sz="2000" dirty="0"/>
              <a:t>响</a:t>
            </a:r>
            <a:r>
              <a:rPr kumimoji="1" lang="en-US" altLang="zh-CN" sz="2000" dirty="0"/>
              <a:t>/</a:t>
            </a:r>
            <a:r>
              <a:rPr kumimoji="1" lang="zh-CN" altLang="zh-CN" sz="2000" dirty="0"/>
              <a:t>xiǎng  </a:t>
            </a:r>
            <a:r>
              <a:rPr kumimoji="1" lang="zh-CN" altLang="en-US" sz="2000" dirty="0"/>
              <a:t>了</a:t>
            </a:r>
            <a:r>
              <a:rPr kumimoji="1" lang="en-US" altLang="zh-CN" sz="2000" dirty="0"/>
              <a:t>/</a:t>
            </a:r>
            <a:r>
              <a:rPr kumimoji="1" lang="zh-CN" altLang="zh-CN" sz="2000" dirty="0"/>
              <a:t>le  ，  </a:t>
            </a:r>
            <a:r>
              <a:rPr kumimoji="1" lang="zh-CN" altLang="en-US" sz="2000" dirty="0"/>
              <a:t>看</a:t>
            </a:r>
            <a:r>
              <a:rPr kumimoji="1" lang="en-US" altLang="zh-CN" sz="2000" dirty="0"/>
              <a:t>/</a:t>
            </a:r>
            <a:r>
              <a:rPr kumimoji="1" lang="zh-CN" altLang="zh-CN" sz="2000" dirty="0"/>
              <a:t>kàn  </a:t>
            </a:r>
            <a:r>
              <a:rPr kumimoji="1" lang="zh-CN" altLang="en-US" sz="2000" dirty="0"/>
              <a:t>号码</a:t>
            </a:r>
            <a:r>
              <a:rPr kumimoji="1" lang="en-US" altLang="zh-CN" sz="2000" dirty="0"/>
              <a:t>/</a:t>
            </a:r>
            <a:r>
              <a:rPr kumimoji="1" lang="zh-CN" altLang="zh-CN" sz="2000" dirty="0"/>
              <a:t>hàomǎ  </a:t>
            </a:r>
            <a:r>
              <a:rPr kumimoji="1" lang="zh-CN" altLang="en-US" sz="2000" dirty="0"/>
              <a:t>似乎</a:t>
            </a:r>
            <a:r>
              <a:rPr kumimoji="1" lang="en-US" altLang="zh-CN" sz="2000" dirty="0"/>
              <a:t>/</a:t>
            </a:r>
            <a:r>
              <a:rPr kumimoji="1" lang="zh-CN" altLang="zh-CN" sz="2000" dirty="0"/>
              <a:t>sìhū  </a:t>
            </a:r>
            <a:r>
              <a:rPr kumimoji="1" lang="zh-CN" altLang="en-US" sz="2000" dirty="0"/>
              <a:t>是</a:t>
            </a:r>
            <a:r>
              <a:rPr kumimoji="1" lang="en-US" altLang="zh-CN" sz="2000" dirty="0"/>
              <a:t>/</a:t>
            </a:r>
            <a:r>
              <a:rPr kumimoji="1" lang="zh-CN" altLang="zh-CN" sz="2000" dirty="0"/>
              <a:t>shì  </a:t>
            </a:r>
            <a:r>
              <a:rPr kumimoji="1" lang="zh-CN" altLang="en-US" sz="2000" dirty="0"/>
              <a:t>公司</a:t>
            </a:r>
            <a:r>
              <a:rPr kumimoji="1" lang="en-US" altLang="zh-CN" sz="2000" dirty="0"/>
              <a:t>/</a:t>
            </a:r>
            <a:r>
              <a:rPr kumimoji="1" lang="zh-CN" altLang="zh-CN" sz="2000" dirty="0"/>
              <a:t>gōngsī  </a:t>
            </a:r>
            <a:r>
              <a:rPr kumimoji="1" lang="zh-CN" altLang="en-US" sz="2000" dirty="0"/>
              <a:t>的</a:t>
            </a:r>
            <a:r>
              <a:rPr kumimoji="1" lang="en-US" altLang="zh-CN" sz="2000" dirty="0"/>
              <a:t>/</a:t>
            </a:r>
            <a:r>
              <a:rPr kumimoji="1" lang="zh-CN" altLang="zh-CN" sz="2000" dirty="0"/>
              <a:t>de  。</a:t>
            </a:r>
            <a:endParaRPr kumimoji="1" lang="en-US" altLang="zh-CN" sz="2000" dirty="0"/>
          </a:p>
          <a:p>
            <a:pPr eaLnBrk="1" hangingPunct="1"/>
            <a:r>
              <a:rPr kumimoji="1" lang="zh-CN" altLang="zh-CN" sz="2000" dirty="0"/>
              <a:t>My phone rang and the number appeared to be from the company.</a:t>
            </a:r>
            <a:endParaRPr kumimoji="1" lang="zh-CN" altLang="en-US" sz="2000" dirty="0"/>
          </a:p>
        </p:txBody>
      </p:sp>
      <p:pic>
        <p:nvPicPr>
          <p:cNvPr id="2" name="号码.wav" descr="号码.wav">
            <a:hlinkClick r:id="" action="ppaction://media"/>
            <a:extLst>
              <a:ext uri="{FF2B5EF4-FFF2-40B4-BE49-F238E27FC236}">
                <a16:creationId xmlns:a16="http://schemas.microsoft.com/office/drawing/2014/main" id="{6C51366E-A921-6A47-A87E-67A6CDC292C7}"/>
              </a:ext>
            </a:extLst>
          </p:cNvPr>
          <p:cNvPicPr>
            <a:picLocks noChangeAspect="1" noChangeArrowheads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72200" y="381000"/>
            <a:ext cx="533400" cy="533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知道号码.wav" descr="知道号码.wav">
            <a:hlinkClick r:id="" action="ppaction://media"/>
            <a:extLst>
              <a:ext uri="{FF2B5EF4-FFF2-40B4-BE49-F238E27FC236}">
                <a16:creationId xmlns:a16="http://schemas.microsoft.com/office/drawing/2014/main" id="{48A01F14-84E9-EB43-85CD-B4AEF8B6CA8C}"/>
              </a:ext>
            </a:extLst>
          </p:cNvPr>
          <p:cNvPicPr>
            <a:picLocks noChangeAspect="1" noChangeArrowheads="1"/>
          </p:cNvPicPr>
          <p:nvPr>
            <a:audi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59400" y="1371600"/>
            <a:ext cx="533400" cy="533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" name="告诉号码.wav" descr="告诉号码.wav">
            <a:hlinkClick r:id="" action="ppaction://media"/>
            <a:extLst>
              <a:ext uri="{FF2B5EF4-FFF2-40B4-BE49-F238E27FC236}">
                <a16:creationId xmlns:a16="http://schemas.microsoft.com/office/drawing/2014/main" id="{088D10E6-E6E3-9A46-895D-7F6C707E825E}"/>
              </a:ext>
            </a:extLst>
          </p:cNvPr>
          <p:cNvPicPr>
            <a:picLocks noChangeAspect="1" noChangeArrowheads="1"/>
          </p:cNvPicPr>
          <p:nvPr>
            <a:audioFile r:link="rId6"/>
            <p:extLst>
              <p:ext uri="{DAA4B4D4-6D71-4841-9C94-3DE7FCFB9230}">
                <p14:media xmlns:p14="http://schemas.microsoft.com/office/powerpoint/2010/main" r:embed="rId5"/>
              </p:ext>
            </p:extLst>
          </p:nvPr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05400" y="1879600"/>
            <a:ext cx="533400" cy="533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" name="我的电话响了，看号码似乎是公司的。.wav" descr="我的电话响了，看号码似乎是公司的。.wav">
            <a:hlinkClick r:id="" action="ppaction://media"/>
            <a:extLst>
              <a:ext uri="{FF2B5EF4-FFF2-40B4-BE49-F238E27FC236}">
                <a16:creationId xmlns:a16="http://schemas.microsoft.com/office/drawing/2014/main" id="{E5603E64-7629-F844-8BFF-2DB697A57585}"/>
              </a:ext>
            </a:extLst>
          </p:cNvPr>
          <p:cNvPicPr>
            <a:picLocks noChangeAspect="1" noChangeArrowheads="1"/>
          </p:cNvPicPr>
          <p:nvPr>
            <a:audioFile r:link="rId8"/>
            <p:extLst>
              <p:ext uri="{DAA4B4D4-6D71-4841-9C94-3DE7FCFB9230}">
                <p14:media xmlns:p14="http://schemas.microsoft.com/office/powerpoint/2010/main" r:embed="rId7"/>
              </p:ext>
            </p:extLst>
          </p:nvPr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89700" y="2590800"/>
            <a:ext cx="533400" cy="533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" name="圆角矩形 9">
            <a:extLst>
              <a:ext uri="{FF2B5EF4-FFF2-40B4-BE49-F238E27FC236}">
                <a16:creationId xmlns:a16="http://schemas.microsoft.com/office/drawing/2014/main" id="{040FFE99-9E15-5B4F-934B-CC73791C4983}"/>
              </a:ext>
            </a:extLst>
          </p:cNvPr>
          <p:cNvSpPr/>
          <p:nvPr/>
        </p:nvSpPr>
        <p:spPr>
          <a:xfrm>
            <a:off x="6346825" y="5097463"/>
            <a:ext cx="2514600" cy="598487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kumimoji="1" lang="en-US" altLang="zh-CN" dirty="0">
                <a:hlinkClick r:id="rId11" action="ppaction://hlinksldjump"/>
              </a:rPr>
              <a:t>Click to the next page</a:t>
            </a:r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8887699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972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0" dur="1296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4" dur="1368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8" dur="3852" fill="hold"/>
                                        <p:tgtEl>
                                          <p:spTgt spid="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19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"/>
                </p:tgtEl>
              </p:cMediaNode>
            </p:audio>
            <p:audio>
              <p:cMediaNode vol="80000">
                <p:cTn id="20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5"/>
                </p:tgtEl>
              </p:cMediaNode>
            </p:audio>
            <p:audio>
              <p:cMediaNode vol="80000">
                <p:cTn id="21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  <p:audio>
              <p:cMediaNode vol="80000">
                <p:cTn id="22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7"/>
                </p:tgtEl>
              </p:cMediaNode>
            </p:audio>
          </p:childTnLst>
        </p:cTn>
      </p:par>
    </p:tnLst>
  </p:timing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3" name="标题 1">
            <a:extLst>
              <a:ext uri="{FF2B5EF4-FFF2-40B4-BE49-F238E27FC236}">
                <a16:creationId xmlns:a16="http://schemas.microsoft.com/office/drawing/2014/main" id="{DFEC7F08-C820-E245-88DE-854E3CA876B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kumimoji="1" lang="zh-CN" altLang="en-US"/>
              <a:t>号码 </a:t>
            </a:r>
            <a:r>
              <a:rPr kumimoji="1" lang="zh-CN" altLang="zh-CN"/>
              <a:t>hàomǎ </a:t>
            </a:r>
            <a:endParaRPr kumimoji="1" lang="zh-CN" altLang="en-US"/>
          </a:p>
        </p:txBody>
      </p:sp>
      <p:sp>
        <p:nvSpPr>
          <p:cNvPr id="23554" name="内容占位符 2">
            <a:extLst>
              <a:ext uri="{FF2B5EF4-FFF2-40B4-BE49-F238E27FC236}">
                <a16:creationId xmlns:a16="http://schemas.microsoft.com/office/drawing/2014/main" id="{DD367B2F-0A62-0146-AB17-6900D2990A7E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zh-CN" sz="2000" dirty="0">
                <a:solidFill>
                  <a:srgbClr val="000000"/>
                </a:solidFill>
              </a:rPr>
              <a:t>Sentence:</a:t>
            </a:r>
          </a:p>
          <a:p>
            <a:pPr eaLnBrk="1" hangingPunct="1"/>
            <a:r>
              <a:rPr kumimoji="1" lang="zh-CN" altLang="en-US" sz="2000" dirty="0">
                <a:solidFill>
                  <a:srgbClr val="000000"/>
                </a:solidFill>
              </a:rPr>
              <a:t>我的电话响了，看号码似乎是公司的。</a:t>
            </a:r>
            <a:r>
              <a:rPr kumimoji="1" lang="en-US" altLang="zh-CN" sz="2000" dirty="0">
                <a:solidFill>
                  <a:srgbClr val="000000"/>
                </a:solidFill>
              </a:rPr>
              <a:t>[‘</a:t>
            </a:r>
            <a:r>
              <a:rPr kumimoji="1" lang="zh-CN" altLang="en-US" sz="2000" dirty="0">
                <a:solidFill>
                  <a:srgbClr val="000000"/>
                </a:solidFill>
              </a:rPr>
              <a:t>似乎</a:t>
            </a:r>
            <a:r>
              <a:rPr kumimoji="1" lang="en-US" altLang="zh-CN" sz="2000" dirty="0">
                <a:solidFill>
                  <a:srgbClr val="000000"/>
                </a:solidFill>
              </a:rPr>
              <a:t>’]</a:t>
            </a:r>
          </a:p>
          <a:p>
            <a:pPr eaLnBrk="1" hangingPunct="1"/>
            <a:r>
              <a:rPr kumimoji="1" lang="zh-CN" altLang="en-US" sz="2000" dirty="0"/>
              <a:t>我</a:t>
            </a:r>
            <a:r>
              <a:rPr kumimoji="1" lang="en-US" altLang="zh-CN" sz="2000" dirty="0"/>
              <a:t>/</a:t>
            </a:r>
            <a:r>
              <a:rPr kumimoji="1" lang="zh-CN" altLang="zh-CN" sz="2000" dirty="0"/>
              <a:t>wǒ  </a:t>
            </a:r>
            <a:r>
              <a:rPr kumimoji="1" lang="zh-CN" altLang="en-US" sz="2000" dirty="0"/>
              <a:t>的</a:t>
            </a:r>
            <a:r>
              <a:rPr kumimoji="1" lang="en-US" altLang="zh-CN" sz="2000" dirty="0"/>
              <a:t>/</a:t>
            </a:r>
            <a:r>
              <a:rPr kumimoji="1" lang="zh-CN" altLang="zh-CN" sz="2000" dirty="0"/>
              <a:t>de  </a:t>
            </a:r>
            <a:r>
              <a:rPr kumimoji="1" lang="zh-CN" altLang="en-US" sz="2000" dirty="0"/>
              <a:t>电话</a:t>
            </a:r>
            <a:r>
              <a:rPr kumimoji="1" lang="en-US" altLang="zh-CN" sz="2000" dirty="0"/>
              <a:t>/</a:t>
            </a:r>
            <a:r>
              <a:rPr kumimoji="1" lang="zh-CN" altLang="zh-CN" sz="2000" dirty="0"/>
              <a:t>diànhuà  </a:t>
            </a:r>
            <a:r>
              <a:rPr kumimoji="1" lang="zh-CN" altLang="en-US" sz="2000" dirty="0"/>
              <a:t>响</a:t>
            </a:r>
            <a:r>
              <a:rPr kumimoji="1" lang="en-US" altLang="zh-CN" sz="2000" dirty="0"/>
              <a:t>/</a:t>
            </a:r>
            <a:r>
              <a:rPr kumimoji="1" lang="zh-CN" altLang="zh-CN" sz="2000" dirty="0"/>
              <a:t>xiǎng  </a:t>
            </a:r>
            <a:r>
              <a:rPr kumimoji="1" lang="zh-CN" altLang="en-US" sz="2000" dirty="0"/>
              <a:t>了</a:t>
            </a:r>
            <a:r>
              <a:rPr kumimoji="1" lang="en-US" altLang="zh-CN" sz="2000" dirty="0"/>
              <a:t>/</a:t>
            </a:r>
            <a:r>
              <a:rPr kumimoji="1" lang="zh-CN" altLang="zh-CN" sz="2000" dirty="0"/>
              <a:t>le  ，  </a:t>
            </a:r>
            <a:r>
              <a:rPr kumimoji="1" lang="zh-CN" altLang="en-US" sz="2000" dirty="0"/>
              <a:t>看</a:t>
            </a:r>
            <a:r>
              <a:rPr kumimoji="1" lang="en-US" altLang="zh-CN" sz="2000" dirty="0"/>
              <a:t>/</a:t>
            </a:r>
            <a:r>
              <a:rPr kumimoji="1" lang="zh-CN" altLang="zh-CN" sz="2000" dirty="0"/>
              <a:t>kàn  </a:t>
            </a:r>
            <a:r>
              <a:rPr kumimoji="1" lang="zh-CN" altLang="en-US" sz="2000" dirty="0"/>
              <a:t>号码</a:t>
            </a:r>
            <a:r>
              <a:rPr kumimoji="1" lang="en-US" altLang="zh-CN" sz="2000" dirty="0"/>
              <a:t>/</a:t>
            </a:r>
            <a:r>
              <a:rPr kumimoji="1" lang="zh-CN" altLang="zh-CN" sz="2000" dirty="0"/>
              <a:t>hàomǎ  </a:t>
            </a:r>
            <a:r>
              <a:rPr kumimoji="1" lang="zh-CN" altLang="en-US" sz="2000" dirty="0"/>
              <a:t>似乎</a:t>
            </a:r>
            <a:r>
              <a:rPr kumimoji="1" lang="en-US" altLang="zh-CN" sz="2000" dirty="0"/>
              <a:t>/</a:t>
            </a:r>
            <a:r>
              <a:rPr kumimoji="1" lang="zh-CN" altLang="zh-CN" sz="2000" dirty="0"/>
              <a:t>sìhū  </a:t>
            </a:r>
            <a:r>
              <a:rPr kumimoji="1" lang="zh-CN" altLang="en-US" sz="2000" dirty="0"/>
              <a:t>是</a:t>
            </a:r>
            <a:r>
              <a:rPr kumimoji="1" lang="en-US" altLang="zh-CN" sz="2000" dirty="0"/>
              <a:t>/</a:t>
            </a:r>
            <a:r>
              <a:rPr kumimoji="1" lang="zh-CN" altLang="zh-CN" sz="2000" dirty="0"/>
              <a:t>shì  </a:t>
            </a:r>
            <a:r>
              <a:rPr kumimoji="1" lang="zh-CN" altLang="en-US" sz="2000" dirty="0"/>
              <a:t>公司</a:t>
            </a:r>
            <a:r>
              <a:rPr kumimoji="1" lang="en-US" altLang="zh-CN" sz="2000" dirty="0"/>
              <a:t>/</a:t>
            </a:r>
            <a:r>
              <a:rPr kumimoji="1" lang="zh-CN" altLang="zh-CN" sz="2000" dirty="0"/>
              <a:t>gōngsī  </a:t>
            </a:r>
            <a:r>
              <a:rPr kumimoji="1" lang="zh-CN" altLang="en-US" sz="2000" dirty="0"/>
              <a:t>的</a:t>
            </a:r>
            <a:r>
              <a:rPr kumimoji="1" lang="en-US" altLang="zh-CN" sz="2000" dirty="0"/>
              <a:t>/</a:t>
            </a:r>
            <a:r>
              <a:rPr kumimoji="1" lang="zh-CN" altLang="zh-CN" sz="2000" dirty="0"/>
              <a:t>de  。</a:t>
            </a:r>
            <a:endParaRPr kumimoji="1" lang="en-US" altLang="zh-CN" sz="2000" dirty="0"/>
          </a:p>
          <a:p>
            <a:pPr eaLnBrk="1" hangingPunct="1"/>
            <a:r>
              <a:rPr kumimoji="1" lang="zh-CN" altLang="zh-CN" sz="2000" dirty="0"/>
              <a:t>My phone rang and the number appeared to be from the company.</a:t>
            </a:r>
            <a:endParaRPr kumimoji="1" lang="zh-CN" altLang="en-US" sz="2000" dirty="0"/>
          </a:p>
        </p:txBody>
      </p:sp>
      <p:pic>
        <p:nvPicPr>
          <p:cNvPr id="2" name="号码.wav" descr="号码.wav">
            <a:hlinkClick r:id="" action="ppaction://media"/>
            <a:extLst>
              <a:ext uri="{FF2B5EF4-FFF2-40B4-BE49-F238E27FC236}">
                <a16:creationId xmlns:a16="http://schemas.microsoft.com/office/drawing/2014/main" id="{6C51366E-A921-6A47-A87E-67A6CDC292C7}"/>
              </a:ext>
            </a:extLst>
          </p:cNvPr>
          <p:cNvPicPr>
            <a:picLocks noChangeAspect="1" noChangeArrowheads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72200" y="381000"/>
            <a:ext cx="533400" cy="533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" name="我的电话响了，看号码似乎是公司的。.wav" descr="我的电话响了，看号码似乎是公司的。.wav">
            <a:hlinkClick r:id="" action="ppaction://media"/>
            <a:extLst>
              <a:ext uri="{FF2B5EF4-FFF2-40B4-BE49-F238E27FC236}">
                <a16:creationId xmlns:a16="http://schemas.microsoft.com/office/drawing/2014/main" id="{E5603E64-7629-F844-8BFF-2DB697A57585}"/>
              </a:ext>
            </a:extLst>
          </p:cNvPr>
          <p:cNvPicPr>
            <a:picLocks noChangeAspect="1" noChangeArrowheads="1"/>
          </p:cNvPicPr>
          <p:nvPr>
            <a:audi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48400" y="1447800"/>
            <a:ext cx="533400" cy="533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" name="圆角矩形 9">
            <a:extLst>
              <a:ext uri="{FF2B5EF4-FFF2-40B4-BE49-F238E27FC236}">
                <a16:creationId xmlns:a16="http://schemas.microsoft.com/office/drawing/2014/main" id="{E306D961-C9D9-4540-86E0-7E9BB50E63B5}"/>
              </a:ext>
            </a:extLst>
          </p:cNvPr>
          <p:cNvSpPr/>
          <p:nvPr/>
        </p:nvSpPr>
        <p:spPr>
          <a:xfrm>
            <a:off x="6346825" y="5097463"/>
            <a:ext cx="2514600" cy="598487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kumimoji="1" lang="en-US" altLang="zh-CN" dirty="0">
                <a:hlinkClick r:id="rId7" action="ppaction://hlinksldjump"/>
              </a:rPr>
              <a:t>Click to the next page</a:t>
            </a:r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6125995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972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0" dur="3852" fill="hold"/>
                                        <p:tgtEl>
                                          <p:spTgt spid="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11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"/>
                </p:tgtEl>
              </p:cMediaNode>
            </p:audio>
            <p:audio>
              <p:cMediaNode vol="80000">
                <p:cTn id="12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7"/>
                </p:tgtEl>
              </p:cMediaNode>
            </p:audio>
          </p:childTnLst>
        </p:cTn>
      </p:par>
    </p:tnLst>
  </p:timing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7" name="标题 1">
            <a:extLst>
              <a:ext uri="{FF2B5EF4-FFF2-40B4-BE49-F238E27FC236}">
                <a16:creationId xmlns:a16="http://schemas.microsoft.com/office/drawing/2014/main" id="{DDCAF75D-B1BB-3B45-8103-41FEFC1ACD1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kumimoji="1" lang="en-US" altLang="zh-CN"/>
              <a:t>practice</a:t>
            </a:r>
            <a:endParaRPr kumimoji="1" lang="zh-CN" alt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A519303-E24F-6241-B5BF-D0F904765B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indent="-457200" eaLnBrk="1" hangingPunct="1">
              <a:buFontTx/>
              <a:buAutoNum type="arabicPeriod"/>
              <a:defRPr/>
            </a:pPr>
            <a:r>
              <a:rPr lang="en" altLang="zh-CN" sz="2000" dirty="0"/>
              <a:t>Find</a:t>
            </a:r>
            <a:r>
              <a:rPr lang="zh-CN" altLang="en-US" sz="2000" dirty="0"/>
              <a:t> </a:t>
            </a:r>
            <a:r>
              <a:rPr lang="en-US" altLang="zh-CN" sz="2000" dirty="0"/>
              <a:t>responding</a:t>
            </a:r>
            <a:r>
              <a:rPr lang="zh-CN" altLang="en-US" sz="2000" dirty="0"/>
              <a:t> </a:t>
            </a:r>
            <a:r>
              <a:rPr lang="en" altLang="zh-CN" sz="2000" dirty="0"/>
              <a:t>word. </a:t>
            </a:r>
          </a:p>
          <a:p>
            <a:pPr marL="0" indent="0" eaLnBrk="1" hangingPunct="1">
              <a:buFontTx/>
              <a:buNone/>
              <a:defRPr/>
            </a:pPr>
            <a:r>
              <a:rPr lang="zh-CN" altLang="en-US" sz="2000" dirty="0"/>
              <a:t>（）</a:t>
            </a:r>
            <a:r>
              <a:rPr lang="en-US" altLang="zh-CN" sz="2000" dirty="0">
                <a:solidFill>
                  <a:srgbClr val="000000"/>
                </a:solidFill>
              </a:rPr>
              <a:t> number</a:t>
            </a:r>
          </a:p>
          <a:p>
            <a:pPr marL="0" indent="0" eaLnBrk="1" hangingPunct="1">
              <a:buFontTx/>
              <a:buNone/>
              <a:defRPr/>
            </a:pPr>
            <a:r>
              <a:rPr lang="zh-CN" altLang="en-US" sz="2000" dirty="0"/>
              <a:t>   </a:t>
            </a:r>
            <a:r>
              <a:rPr lang="en-US" altLang="zh-CN" sz="2000" dirty="0"/>
              <a:t>A.</a:t>
            </a:r>
            <a:r>
              <a:rPr lang="zh-CN" altLang="en-US" sz="2000" dirty="0"/>
              <a:t>注意  </a:t>
            </a:r>
            <a:r>
              <a:rPr lang="en-US" altLang="zh-CN" sz="2000" dirty="0"/>
              <a:t>B.</a:t>
            </a:r>
            <a:r>
              <a:rPr lang="zh-CN" altLang="en-US" sz="2000" dirty="0"/>
              <a:t>几乎  </a:t>
            </a:r>
            <a:r>
              <a:rPr lang="en-US" altLang="zh-CN" sz="2000" dirty="0"/>
              <a:t>C.</a:t>
            </a:r>
            <a:r>
              <a:rPr lang="zh-CN" altLang="en-US" sz="2000" dirty="0"/>
              <a:t>号码  </a:t>
            </a:r>
            <a:r>
              <a:rPr lang="en-US" altLang="zh-CN" sz="2000" dirty="0"/>
              <a:t>D.</a:t>
            </a:r>
            <a:r>
              <a:rPr lang="zh-CN" altLang="en-US" sz="2000" dirty="0"/>
              <a:t>变化</a:t>
            </a:r>
            <a:endParaRPr lang="en-US" altLang="zh-CN" sz="2000" dirty="0"/>
          </a:p>
          <a:p>
            <a:pPr marL="0" indent="0" eaLnBrk="1" hangingPunct="1">
              <a:buFontTx/>
              <a:buNone/>
              <a:defRPr/>
            </a:pPr>
            <a:endParaRPr lang="en-US" altLang="zh-CN" sz="2000" dirty="0"/>
          </a:p>
          <a:p>
            <a:pPr marL="0" indent="0" eaLnBrk="1" hangingPunct="1">
              <a:buFontTx/>
              <a:buNone/>
              <a:defRPr/>
            </a:pPr>
            <a:r>
              <a:rPr lang="en-US" altLang="zh-CN" sz="2000" dirty="0"/>
              <a:t>2.</a:t>
            </a:r>
            <a:r>
              <a:rPr lang="zh-CN" altLang="en-US" sz="2000" dirty="0"/>
              <a:t> </a:t>
            </a:r>
            <a:r>
              <a:rPr lang="en-US" altLang="zh-CN" sz="2000" dirty="0"/>
              <a:t>Find</a:t>
            </a:r>
            <a:r>
              <a:rPr lang="zh-CN" altLang="en-US" sz="2000" dirty="0"/>
              <a:t> </a:t>
            </a:r>
            <a:r>
              <a:rPr lang="en-US" altLang="zh-CN" sz="2000" dirty="0"/>
              <a:t>right</a:t>
            </a:r>
            <a:r>
              <a:rPr lang="zh-CN" altLang="en-US" sz="2000" dirty="0"/>
              <a:t> </a:t>
            </a:r>
            <a:r>
              <a:rPr lang="en-US" altLang="zh-CN" sz="2000" dirty="0"/>
              <a:t>collocation.</a:t>
            </a:r>
          </a:p>
          <a:p>
            <a:pPr marL="0" indent="0" eaLnBrk="1" hangingPunct="1">
              <a:buFontTx/>
              <a:buNone/>
              <a:defRPr/>
            </a:pPr>
            <a:r>
              <a:rPr lang="zh-CN" altLang="en-US" sz="2000" dirty="0">
                <a:solidFill>
                  <a:srgbClr val="000000"/>
                </a:solidFill>
              </a:rPr>
              <a:t>知道（） </a:t>
            </a:r>
            <a:r>
              <a:rPr lang="en-US" altLang="zh-CN" sz="2000" dirty="0"/>
              <a:t>A.</a:t>
            </a:r>
            <a:r>
              <a:rPr lang="zh-CN" altLang="en-US" sz="2000" dirty="0"/>
              <a:t>号码</a:t>
            </a:r>
            <a:r>
              <a:rPr lang="en-US" altLang="zh-CN" sz="2000" dirty="0"/>
              <a:t>  B.</a:t>
            </a:r>
            <a:r>
              <a:rPr lang="zh-CN" altLang="en-US" sz="2000" dirty="0"/>
              <a:t>最近 </a:t>
            </a:r>
            <a:r>
              <a:rPr lang="en-US" altLang="zh-CN" sz="2000" dirty="0"/>
              <a:t> C.</a:t>
            </a:r>
            <a:r>
              <a:rPr lang="zh-CN" altLang="en-US" sz="2000" dirty="0"/>
              <a:t>送 </a:t>
            </a:r>
            <a:r>
              <a:rPr lang="en-US" altLang="zh-CN" sz="2000" dirty="0"/>
              <a:t>D.</a:t>
            </a:r>
            <a:r>
              <a:rPr lang="zh-CN" altLang="en-US" sz="2000" dirty="0"/>
              <a:t>休息</a:t>
            </a:r>
            <a:endParaRPr lang="zh-CN" altLang="en-US" sz="2000" dirty="0">
              <a:solidFill>
                <a:srgbClr val="000000"/>
              </a:solidFill>
            </a:endParaRPr>
          </a:p>
          <a:p>
            <a:pPr marL="0" indent="0" eaLnBrk="1" hangingPunct="1">
              <a:buFontTx/>
              <a:buNone/>
              <a:defRPr/>
            </a:pPr>
            <a:r>
              <a:rPr lang="zh-CN" altLang="en-US" sz="2000" dirty="0">
                <a:solidFill>
                  <a:srgbClr val="000000"/>
                </a:solidFill>
              </a:rPr>
              <a:t>告诉（） </a:t>
            </a:r>
            <a:r>
              <a:rPr lang="en-US" altLang="zh-CN" sz="2000" dirty="0"/>
              <a:t>A.</a:t>
            </a:r>
            <a:r>
              <a:rPr lang="zh-CN" altLang="en-US" sz="2000" dirty="0"/>
              <a:t>看见</a:t>
            </a:r>
            <a:r>
              <a:rPr lang="en-US" altLang="zh-CN" sz="2000" dirty="0"/>
              <a:t>  B.</a:t>
            </a:r>
            <a:r>
              <a:rPr lang="zh-CN" altLang="en-US" sz="2000" dirty="0"/>
              <a:t>鸟 </a:t>
            </a:r>
            <a:r>
              <a:rPr lang="en-US" altLang="zh-CN" sz="2000" dirty="0"/>
              <a:t> C.</a:t>
            </a:r>
            <a:r>
              <a:rPr lang="zh-CN" altLang="en-US" sz="2000" dirty="0"/>
              <a:t>号码  </a:t>
            </a:r>
            <a:r>
              <a:rPr lang="en-US" altLang="zh-CN" sz="2000" dirty="0"/>
              <a:t>D.</a:t>
            </a:r>
            <a:r>
              <a:rPr lang="zh-CN" altLang="en-US" sz="2000" dirty="0"/>
              <a:t>慢</a:t>
            </a:r>
            <a:endParaRPr lang="en-US" altLang="zh-CN" sz="2000" dirty="0">
              <a:solidFill>
                <a:srgbClr val="000000"/>
              </a:solidFill>
            </a:endParaRPr>
          </a:p>
          <a:p>
            <a:pPr marL="0" indent="0" eaLnBrk="1" hangingPunct="1">
              <a:buFontTx/>
              <a:buNone/>
              <a:defRPr/>
            </a:pPr>
            <a:endParaRPr lang="en-US" altLang="zh-CN" sz="2000" dirty="0"/>
          </a:p>
          <a:p>
            <a:pPr marL="0" indent="0" eaLnBrk="1" hangingPunct="1">
              <a:buFontTx/>
              <a:buNone/>
              <a:defRPr/>
            </a:pPr>
            <a:r>
              <a:rPr lang="en-US" altLang="zh-CN" sz="2000" dirty="0"/>
              <a:t>3.</a:t>
            </a:r>
            <a:r>
              <a:rPr lang="zh-CN" altLang="en-US" sz="2000" dirty="0"/>
              <a:t> </a:t>
            </a:r>
            <a:r>
              <a:rPr lang="en-US" altLang="zh-CN" sz="2000" dirty="0"/>
              <a:t>Fill</a:t>
            </a:r>
            <a:r>
              <a:rPr lang="zh-CN" altLang="en-US" sz="2000" dirty="0"/>
              <a:t> </a:t>
            </a:r>
            <a:r>
              <a:rPr lang="en-US" altLang="zh-CN" sz="2000" dirty="0"/>
              <a:t>in right word.</a:t>
            </a:r>
          </a:p>
          <a:p>
            <a:pPr marL="0" indent="0" eaLnBrk="1" hangingPunct="1">
              <a:buFontTx/>
              <a:buNone/>
              <a:defRPr/>
            </a:pPr>
            <a:r>
              <a:rPr kumimoji="1" lang="zh-CN" altLang="en-US" sz="2000" dirty="0">
                <a:solidFill>
                  <a:srgbClr val="000000"/>
                </a:solidFill>
              </a:rPr>
              <a:t>我的电话响了，看号（）似乎是公司的。</a:t>
            </a:r>
            <a:endParaRPr lang="en-US" altLang="zh-CN" sz="2000" dirty="0"/>
          </a:p>
          <a:p>
            <a:pPr marL="0" indent="0" eaLnBrk="1" hangingPunct="1">
              <a:buFontTx/>
              <a:buNone/>
              <a:defRPr/>
            </a:pPr>
            <a:endParaRPr kumimoji="1" lang="zh-CN" altLang="en-US" sz="2000" dirty="0"/>
          </a:p>
        </p:txBody>
      </p:sp>
      <p:sp>
        <p:nvSpPr>
          <p:cNvPr id="4" name="圆角矩形 3">
            <a:extLst>
              <a:ext uri="{FF2B5EF4-FFF2-40B4-BE49-F238E27FC236}">
                <a16:creationId xmlns:a16="http://schemas.microsoft.com/office/drawing/2014/main" id="{AD19B4DD-BA06-3B48-86BD-5316889FDEF0}"/>
              </a:ext>
            </a:extLst>
          </p:cNvPr>
          <p:cNvSpPr/>
          <p:nvPr/>
        </p:nvSpPr>
        <p:spPr>
          <a:xfrm>
            <a:off x="6346825" y="5097463"/>
            <a:ext cx="2514600" cy="598487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kumimoji="1" lang="en-US" altLang="zh-CN" dirty="0">
                <a:hlinkClick r:id="rId2" action="ppaction://hlinksldjump"/>
              </a:rPr>
              <a:t>Click to the next page</a:t>
            </a:r>
            <a:endParaRPr kumimoji="1" lang="zh-CN" altLang="en-US" dirty="0"/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CED0817-D27F-B64C-9D40-FB9BCEACDD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sz="2800" dirty="0"/>
              <a:t>End</a:t>
            </a:r>
            <a:r>
              <a:rPr kumimoji="1" lang="zh-CN" altLang="en-US" sz="2800" dirty="0"/>
              <a:t> </a:t>
            </a:r>
            <a:r>
              <a:rPr kumimoji="1" lang="en-US" altLang="zh-CN" sz="2800" dirty="0"/>
              <a:t>time</a:t>
            </a:r>
            <a:r>
              <a:rPr kumimoji="1" lang="zh-CN" altLang="en-US" sz="2800" dirty="0"/>
              <a:t> </a:t>
            </a:r>
            <a:r>
              <a:rPr kumimoji="1" lang="en-US" altLang="zh-CN" sz="2800" dirty="0"/>
              <a:t>of learning a word </a:t>
            </a:r>
            <a:endParaRPr kumimoji="1" lang="zh-CN" altLang="en-US" sz="2800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077E894-BBC6-7C41-9939-B130BFD1BA5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zh-CN" sz="2000" dirty="0"/>
              <a:t>Please write down the present time (accurate to the minute) on your paper. __________</a:t>
            </a:r>
          </a:p>
          <a:p>
            <a:endParaRPr kumimoji="1" lang="zh-CN" altLang="en-US" dirty="0"/>
          </a:p>
        </p:txBody>
      </p:sp>
      <p:sp>
        <p:nvSpPr>
          <p:cNvPr id="4" name="圆角矩形 3">
            <a:extLst>
              <a:ext uri="{FF2B5EF4-FFF2-40B4-BE49-F238E27FC236}">
                <a16:creationId xmlns:a16="http://schemas.microsoft.com/office/drawing/2014/main" id="{01ADF194-DBE7-8A4C-B5E8-98F40B075572}"/>
              </a:ext>
            </a:extLst>
          </p:cNvPr>
          <p:cNvSpPr/>
          <p:nvPr/>
        </p:nvSpPr>
        <p:spPr>
          <a:xfrm>
            <a:off x="6346825" y="5097463"/>
            <a:ext cx="2514600" cy="598487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kumimoji="1" lang="en-US" altLang="zh-CN" dirty="0">
                <a:hlinkClick r:id="rId2" action="ppaction://hlinksldjump"/>
              </a:rPr>
              <a:t>Next word</a:t>
            </a:r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97169800"/>
      </p:ext>
    </p:extLst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CED0817-D27F-B64C-9D40-FB9BCEACDD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sz="2800" dirty="0"/>
              <a:t>Start</a:t>
            </a:r>
            <a:r>
              <a:rPr kumimoji="1" lang="zh-CN" altLang="en-US" sz="2800" dirty="0"/>
              <a:t> </a:t>
            </a:r>
            <a:r>
              <a:rPr kumimoji="1" lang="en-US" altLang="zh-CN" sz="2800" dirty="0"/>
              <a:t>time</a:t>
            </a:r>
            <a:r>
              <a:rPr kumimoji="1" lang="zh-CN" altLang="en-US" sz="2800" dirty="0"/>
              <a:t> </a:t>
            </a:r>
            <a:r>
              <a:rPr kumimoji="1" lang="en-US" altLang="zh-CN" sz="2800" dirty="0"/>
              <a:t>of learning a word </a:t>
            </a:r>
            <a:endParaRPr kumimoji="1" lang="zh-CN" altLang="en-US" sz="2800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077E894-BBC6-7C41-9939-B130BFD1BA5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zh-CN" sz="2000" dirty="0"/>
              <a:t>Please write down the present time (accurate to the minute) on your paper. __________</a:t>
            </a:r>
          </a:p>
          <a:p>
            <a:endParaRPr kumimoji="1" lang="zh-CN" altLang="en-US" dirty="0"/>
          </a:p>
        </p:txBody>
      </p:sp>
      <p:sp>
        <p:nvSpPr>
          <p:cNvPr id="4" name="圆角矩形 3">
            <a:extLst>
              <a:ext uri="{FF2B5EF4-FFF2-40B4-BE49-F238E27FC236}">
                <a16:creationId xmlns:a16="http://schemas.microsoft.com/office/drawing/2014/main" id="{01ADF194-DBE7-8A4C-B5E8-98F40B075572}"/>
              </a:ext>
            </a:extLst>
          </p:cNvPr>
          <p:cNvSpPr/>
          <p:nvPr/>
        </p:nvSpPr>
        <p:spPr>
          <a:xfrm>
            <a:off x="6346825" y="5097463"/>
            <a:ext cx="2514600" cy="598487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kumimoji="1" lang="en-US" altLang="zh-CN" dirty="0">
                <a:hlinkClick r:id="rId2" action="ppaction://hlinksldjump"/>
              </a:rPr>
              <a:t>Click to the next page</a:t>
            </a:r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182860921"/>
      </p:ext>
    </p:extLst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1" name="标题 1">
            <a:extLst>
              <a:ext uri="{FF2B5EF4-FFF2-40B4-BE49-F238E27FC236}">
                <a16:creationId xmlns:a16="http://schemas.microsoft.com/office/drawing/2014/main" id="{06570B87-D7AD-9647-9CE5-37739358B28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74637"/>
            <a:ext cx="8229600" cy="1249363"/>
          </a:xfrm>
        </p:spPr>
        <p:txBody>
          <a:bodyPr/>
          <a:lstStyle/>
          <a:p>
            <a:pPr algn="l"/>
            <a:r>
              <a:rPr kumimoji="1" lang="en-US" altLang="zh-CN" sz="2400" dirty="0"/>
              <a:t>How about you know </a:t>
            </a:r>
            <a:r>
              <a:rPr kumimoji="1" lang="zh-CN" altLang="en-US" sz="2400" dirty="0"/>
              <a:t>简直？</a:t>
            </a:r>
            <a:br>
              <a:rPr kumimoji="1" lang="en-US" altLang="zh-CN" sz="2400" dirty="0"/>
            </a:br>
            <a:r>
              <a:rPr kumimoji="1" lang="en-US" altLang="zh-CN" sz="2400" dirty="0"/>
              <a:t>Please</a:t>
            </a:r>
            <a:r>
              <a:rPr kumimoji="1" lang="zh-CN" altLang="en-US" sz="2400" dirty="0"/>
              <a:t> </a:t>
            </a:r>
            <a:r>
              <a:rPr kumimoji="1" lang="en-US" altLang="zh-CN" sz="2400" dirty="0"/>
              <a:t>write down the choice on your page and click the choice to jump to the corresponding page</a:t>
            </a:r>
            <a:endParaRPr kumimoji="1" lang="zh-CN" altLang="en-US" sz="2400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30F45E4-88F1-6F47-B1DD-2543870B46A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676400"/>
            <a:ext cx="8229600" cy="3962399"/>
          </a:xfrm>
        </p:spPr>
        <p:txBody>
          <a:bodyPr/>
          <a:lstStyle/>
          <a:p>
            <a:pPr>
              <a:defRPr/>
            </a:pPr>
            <a:r>
              <a:rPr lang="en-US" altLang="zh-CN" sz="2000" dirty="0"/>
              <a:t>I have never seen this word.</a:t>
            </a:r>
          </a:p>
          <a:p>
            <a:pPr marL="0" indent="0">
              <a:buNone/>
              <a:defRPr/>
            </a:pPr>
            <a:r>
              <a:rPr lang="en-US" altLang="zh-CN" sz="2000" dirty="0"/>
              <a:t> </a:t>
            </a:r>
            <a:endParaRPr lang="zh-CN" altLang="zh-CN" sz="2000" dirty="0"/>
          </a:p>
          <a:p>
            <a:pPr>
              <a:defRPr/>
            </a:pPr>
            <a:r>
              <a:rPr lang="en-US" altLang="zh-CN" sz="2000" dirty="0"/>
              <a:t>I don’t know what it means. </a:t>
            </a:r>
          </a:p>
          <a:p>
            <a:pPr>
              <a:defRPr/>
            </a:pPr>
            <a:endParaRPr lang="zh-CN" altLang="zh-CN" sz="2000" dirty="0"/>
          </a:p>
          <a:p>
            <a:pPr>
              <a:defRPr/>
            </a:pPr>
            <a:r>
              <a:rPr lang="en-US" altLang="zh-CN" sz="2000" dirty="0"/>
              <a:t>I know its meaning, but I don’t know its collocations.</a:t>
            </a:r>
          </a:p>
          <a:p>
            <a:pPr>
              <a:defRPr/>
            </a:pPr>
            <a:endParaRPr lang="zh-CN" altLang="zh-CN" sz="2000" dirty="0"/>
          </a:p>
          <a:p>
            <a:pPr>
              <a:defRPr/>
            </a:pPr>
            <a:r>
              <a:rPr lang="en-US" altLang="zh-CN" sz="2000" dirty="0"/>
              <a:t>I know its collocation, but I don’t know how to use it in a sentence.</a:t>
            </a:r>
          </a:p>
          <a:p>
            <a:pPr>
              <a:defRPr/>
            </a:pPr>
            <a:endParaRPr lang="en-US" altLang="zh-CN" sz="2000" dirty="0"/>
          </a:p>
          <a:p>
            <a:pPr>
              <a:defRPr/>
            </a:pPr>
            <a:r>
              <a:rPr lang="en-US" altLang="zh-CN" sz="2000" dirty="0"/>
              <a:t>I can use it in a sentence. </a:t>
            </a:r>
            <a:endParaRPr lang="zh-CN" altLang="zh-CN" sz="1800" dirty="0"/>
          </a:p>
        </p:txBody>
      </p:sp>
      <p:sp>
        <p:nvSpPr>
          <p:cNvPr id="4" name="圆角矩形 3">
            <a:extLst>
              <a:ext uri="{FF2B5EF4-FFF2-40B4-BE49-F238E27FC236}">
                <a16:creationId xmlns:a16="http://schemas.microsoft.com/office/drawing/2014/main" id="{3C106C97-9EF1-AE4E-80B1-861673DC5DA6}"/>
              </a:ext>
            </a:extLst>
          </p:cNvPr>
          <p:cNvSpPr/>
          <p:nvPr/>
        </p:nvSpPr>
        <p:spPr>
          <a:xfrm>
            <a:off x="4191000" y="1752600"/>
            <a:ext cx="762000" cy="3810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kumimoji="1" lang="en-US" altLang="zh-CN" dirty="0">
                <a:hlinkClick r:id="rId2" action="ppaction://hlinksldjump"/>
              </a:rPr>
              <a:t>A</a:t>
            </a:r>
            <a:endParaRPr kumimoji="1" lang="zh-CN" altLang="en-US" dirty="0"/>
          </a:p>
        </p:txBody>
      </p:sp>
      <p:sp>
        <p:nvSpPr>
          <p:cNvPr id="6" name="圆角矩形 5">
            <a:extLst>
              <a:ext uri="{FF2B5EF4-FFF2-40B4-BE49-F238E27FC236}">
                <a16:creationId xmlns:a16="http://schemas.microsoft.com/office/drawing/2014/main" id="{DCF760C6-CAEF-4949-AB75-58AD9F2FC2D8}"/>
              </a:ext>
            </a:extLst>
          </p:cNvPr>
          <p:cNvSpPr/>
          <p:nvPr/>
        </p:nvSpPr>
        <p:spPr>
          <a:xfrm>
            <a:off x="6781800" y="3124200"/>
            <a:ext cx="762000" cy="3810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kumimoji="1" lang="en-US" altLang="zh-CN" dirty="0">
                <a:hlinkClick r:id="rId3" action="ppaction://hlinksldjump"/>
              </a:rPr>
              <a:t>C</a:t>
            </a:r>
            <a:endParaRPr kumimoji="1" lang="zh-CN" altLang="en-US" dirty="0"/>
          </a:p>
        </p:txBody>
      </p:sp>
      <p:sp>
        <p:nvSpPr>
          <p:cNvPr id="7" name="圆角矩形 6">
            <a:extLst>
              <a:ext uri="{FF2B5EF4-FFF2-40B4-BE49-F238E27FC236}">
                <a16:creationId xmlns:a16="http://schemas.microsoft.com/office/drawing/2014/main" id="{D6C5558C-2A94-D340-B88D-3771B105CE99}"/>
              </a:ext>
            </a:extLst>
          </p:cNvPr>
          <p:cNvSpPr/>
          <p:nvPr/>
        </p:nvSpPr>
        <p:spPr>
          <a:xfrm>
            <a:off x="7531395" y="4343400"/>
            <a:ext cx="762000" cy="3810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kumimoji="1" lang="en-US" altLang="zh-CN" dirty="0">
                <a:hlinkClick r:id="rId4" action="ppaction://hlinksldjump"/>
              </a:rPr>
              <a:t>D</a:t>
            </a:r>
            <a:endParaRPr kumimoji="1" lang="zh-CN" altLang="en-US" dirty="0"/>
          </a:p>
        </p:txBody>
      </p:sp>
      <p:sp>
        <p:nvSpPr>
          <p:cNvPr id="8" name="圆角矩形 7">
            <a:extLst>
              <a:ext uri="{FF2B5EF4-FFF2-40B4-BE49-F238E27FC236}">
                <a16:creationId xmlns:a16="http://schemas.microsoft.com/office/drawing/2014/main" id="{E418098F-A830-0E4B-AE1B-BF99FBB77185}"/>
              </a:ext>
            </a:extLst>
          </p:cNvPr>
          <p:cNvSpPr/>
          <p:nvPr/>
        </p:nvSpPr>
        <p:spPr>
          <a:xfrm>
            <a:off x="3962400" y="4648200"/>
            <a:ext cx="762000" cy="3810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kumimoji="1" lang="en-US" altLang="zh-CN" dirty="0">
                <a:hlinkClick r:id="rId5" action="ppaction://hlinksldjump"/>
              </a:rPr>
              <a:t>E</a:t>
            </a:r>
            <a:endParaRPr kumimoji="1" lang="zh-CN" altLang="en-US" dirty="0"/>
          </a:p>
        </p:txBody>
      </p:sp>
      <p:sp>
        <p:nvSpPr>
          <p:cNvPr id="9" name="圆角矩形 8">
            <a:extLst>
              <a:ext uri="{FF2B5EF4-FFF2-40B4-BE49-F238E27FC236}">
                <a16:creationId xmlns:a16="http://schemas.microsoft.com/office/drawing/2014/main" id="{5E955882-84DF-F541-BD1E-BB1F7EDDA2DC}"/>
              </a:ext>
            </a:extLst>
          </p:cNvPr>
          <p:cNvSpPr/>
          <p:nvPr/>
        </p:nvSpPr>
        <p:spPr>
          <a:xfrm>
            <a:off x="4191000" y="2514600"/>
            <a:ext cx="762000" cy="3810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kumimoji="1" lang="en-US" altLang="zh-CN" dirty="0">
                <a:solidFill>
                  <a:schemeClr val="accent1">
                    <a:lumMod val="50000"/>
                  </a:schemeClr>
                </a:solidFill>
                <a:hlinkClick r:id="rId6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B</a:t>
            </a:r>
            <a:endParaRPr kumimoji="1" lang="zh-CN" altLang="en-US" dirty="0">
              <a:solidFill>
                <a:schemeClr val="accent1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5498177"/>
      </p:ext>
    </p:extLst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1" name="标题 1">
            <a:extLst>
              <a:ext uri="{FF2B5EF4-FFF2-40B4-BE49-F238E27FC236}">
                <a16:creationId xmlns:a16="http://schemas.microsoft.com/office/drawing/2014/main" id="{16E992B2-375A-914F-9879-AD77FEAA1DF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kumimoji="1" lang="zh-CN" altLang="en-US"/>
              <a:t>简直</a:t>
            </a:r>
            <a:r>
              <a:rPr kumimoji="1" lang="en-US" altLang="zh-CN"/>
              <a:t> jiǎnzhí </a:t>
            </a:r>
            <a:endParaRPr kumimoji="1" lang="zh-CN" alt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68526DC-BCE5-EE4B-84CC-8FB17F5C5BE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defRPr/>
            </a:pPr>
            <a:r>
              <a:rPr kumimoji="1" lang="zh-CN" altLang="en-US" sz="2000" dirty="0"/>
              <a:t>简</a:t>
            </a:r>
            <a:r>
              <a:rPr kumimoji="1" lang="en-US" altLang="zh-CN" sz="2000" dirty="0"/>
              <a:t> </a:t>
            </a:r>
            <a:r>
              <a:rPr kumimoji="1" lang="en-US" altLang="zh-CN" sz="2000" dirty="0" err="1"/>
              <a:t>jiǎn</a:t>
            </a:r>
            <a:r>
              <a:rPr kumimoji="1" lang="en-US" altLang="zh-CN" sz="2000" dirty="0"/>
              <a:t> ADJECTIVE simple; simplified </a:t>
            </a:r>
          </a:p>
          <a:p>
            <a:pPr eaLnBrk="1" hangingPunct="1">
              <a:defRPr/>
            </a:pPr>
            <a:r>
              <a:rPr kumimoji="1" lang="zh-CN" altLang="en-US" sz="2000" dirty="0"/>
              <a:t>直</a:t>
            </a:r>
            <a:r>
              <a:rPr kumimoji="1" lang="en-US" altLang="zh-CN" sz="2000" dirty="0"/>
              <a:t> </a:t>
            </a:r>
            <a:r>
              <a:rPr kumimoji="1" lang="en-US" altLang="zh-CN" sz="2000" dirty="0" err="1"/>
              <a:t>zhí</a:t>
            </a:r>
            <a:r>
              <a:rPr kumimoji="1" lang="en-US" altLang="zh-CN" sz="2000" dirty="0"/>
              <a:t> ADJECTIVE  just; upright</a:t>
            </a:r>
            <a:endParaRPr lang="en-US" altLang="zh-CN" sz="2000" dirty="0">
              <a:solidFill>
                <a:srgbClr val="000000"/>
              </a:solidFill>
            </a:endParaRPr>
          </a:p>
          <a:p>
            <a:pPr eaLnBrk="1" hangingPunct="1">
              <a:defRPr/>
            </a:pPr>
            <a:r>
              <a:rPr lang="en-US" altLang="zh-CN" sz="2000" dirty="0">
                <a:solidFill>
                  <a:srgbClr val="000000"/>
                </a:solidFill>
              </a:rPr>
              <a:t>ADVERB</a:t>
            </a:r>
            <a:r>
              <a:rPr lang="zh-CN" altLang="en-US" sz="2000" dirty="0">
                <a:solidFill>
                  <a:srgbClr val="000000"/>
                </a:solidFill>
              </a:rPr>
              <a:t>    </a:t>
            </a:r>
            <a:r>
              <a:rPr lang="en" altLang="zh-CN" sz="2000" dirty="0">
                <a:solidFill>
                  <a:srgbClr val="000000"/>
                </a:solidFill>
              </a:rPr>
              <a:t>simply; sheer; at all</a:t>
            </a:r>
          </a:p>
          <a:p>
            <a:pPr eaLnBrk="1" hangingPunct="1">
              <a:defRPr/>
            </a:pPr>
            <a:r>
              <a:rPr lang="en-US" altLang="zh-CN" sz="2000" dirty="0">
                <a:solidFill>
                  <a:srgbClr val="000000"/>
                </a:solidFill>
              </a:rPr>
              <a:t>Collocation:</a:t>
            </a:r>
          </a:p>
          <a:p>
            <a:pPr marL="0" indent="0" eaLnBrk="1" hangingPunct="1">
              <a:buFontTx/>
              <a:buNone/>
              <a:defRPr/>
            </a:pPr>
            <a:r>
              <a:rPr lang="zh-CN" altLang="en-US" sz="2000" dirty="0">
                <a:solidFill>
                  <a:srgbClr val="000000"/>
                </a:solidFill>
              </a:rPr>
              <a:t>简直 </a:t>
            </a:r>
            <a:r>
              <a:rPr lang="en" altLang="zh-CN" sz="2000" dirty="0">
                <a:solidFill>
                  <a:srgbClr val="000000"/>
                </a:solidFill>
              </a:rPr>
              <a:t>X </a:t>
            </a:r>
            <a:r>
              <a:rPr lang="zh-CN" altLang="en-US" sz="2000" dirty="0">
                <a:solidFill>
                  <a:srgbClr val="000000"/>
                </a:solidFill>
              </a:rPr>
              <a:t>相信（三级）</a:t>
            </a:r>
            <a:r>
              <a:rPr lang="en-US" altLang="zh-CN" sz="2000" dirty="0">
                <a:solidFill>
                  <a:srgbClr val="000000"/>
                </a:solidFill>
              </a:rPr>
              <a:t> simply X believe</a:t>
            </a:r>
          </a:p>
          <a:p>
            <a:pPr marL="0" indent="0" eaLnBrk="1" hangingPunct="1">
              <a:buFontTx/>
              <a:buNone/>
              <a:defRPr/>
            </a:pPr>
            <a:r>
              <a:rPr lang="en-US" altLang="zh-CN" sz="2000" dirty="0">
                <a:solidFill>
                  <a:srgbClr val="000000"/>
                </a:solidFill>
              </a:rPr>
              <a:t>Sentence:</a:t>
            </a:r>
          </a:p>
          <a:p>
            <a:pPr marL="0" indent="0" eaLnBrk="1" hangingPunct="1">
              <a:buFontTx/>
              <a:buNone/>
              <a:defRPr/>
            </a:pPr>
            <a:r>
              <a:rPr kumimoji="1" lang="zh-CN" altLang="en-US" sz="2000" dirty="0">
                <a:solidFill>
                  <a:srgbClr val="000000"/>
                </a:solidFill>
              </a:rPr>
              <a:t>我简直不敢相信自己的耳朵。</a:t>
            </a:r>
            <a:endParaRPr kumimoji="1" lang="en-US" altLang="zh-CN" sz="2000" dirty="0">
              <a:solidFill>
                <a:srgbClr val="000000"/>
              </a:solidFill>
            </a:endParaRPr>
          </a:p>
          <a:p>
            <a:pPr marL="0" indent="0" eaLnBrk="1" hangingPunct="1">
              <a:buFontTx/>
              <a:buNone/>
              <a:defRPr/>
            </a:pPr>
            <a:r>
              <a:rPr kumimoji="1" lang="zh-CN" altLang="en-US" sz="2000" dirty="0"/>
              <a:t>我</a:t>
            </a:r>
            <a:r>
              <a:rPr kumimoji="1" lang="en-US" altLang="zh-CN" sz="2000" dirty="0"/>
              <a:t>/</a:t>
            </a:r>
            <a:r>
              <a:rPr kumimoji="1" lang="en" altLang="zh-CN" sz="2000" dirty="0" err="1"/>
              <a:t>wǒ</a:t>
            </a:r>
            <a:r>
              <a:rPr kumimoji="1" lang="en" altLang="zh-CN" sz="2000" dirty="0"/>
              <a:t>  </a:t>
            </a:r>
            <a:r>
              <a:rPr kumimoji="1" lang="zh-CN" altLang="en-US" sz="2000" dirty="0"/>
              <a:t>简直</a:t>
            </a:r>
            <a:r>
              <a:rPr kumimoji="1" lang="en-US" altLang="zh-CN" sz="2000" dirty="0"/>
              <a:t>/</a:t>
            </a:r>
            <a:r>
              <a:rPr kumimoji="1" lang="en" altLang="zh-CN" sz="2000" dirty="0" err="1"/>
              <a:t>jiǎnzhí</a:t>
            </a:r>
            <a:r>
              <a:rPr kumimoji="1" lang="en" altLang="zh-CN" sz="2000" dirty="0"/>
              <a:t>  </a:t>
            </a:r>
            <a:r>
              <a:rPr kumimoji="1" lang="zh-CN" altLang="en-US" sz="2000" dirty="0"/>
              <a:t>不敢</a:t>
            </a:r>
            <a:r>
              <a:rPr kumimoji="1" lang="en-US" altLang="zh-CN" sz="2000" dirty="0"/>
              <a:t>/</a:t>
            </a:r>
            <a:r>
              <a:rPr kumimoji="1" lang="en" altLang="zh-CN" sz="2000" dirty="0" err="1"/>
              <a:t>bùgǎn</a:t>
            </a:r>
            <a:r>
              <a:rPr kumimoji="1" lang="en" altLang="zh-CN" sz="2000" dirty="0"/>
              <a:t>  </a:t>
            </a:r>
            <a:r>
              <a:rPr kumimoji="1" lang="zh-CN" altLang="en-US" sz="2000" dirty="0"/>
              <a:t>相信</a:t>
            </a:r>
            <a:r>
              <a:rPr kumimoji="1" lang="en-US" altLang="zh-CN" sz="2000" dirty="0"/>
              <a:t>/</a:t>
            </a:r>
            <a:r>
              <a:rPr kumimoji="1" lang="en" altLang="zh-CN" sz="2000" dirty="0" err="1"/>
              <a:t>xiāngxìn</a:t>
            </a:r>
            <a:r>
              <a:rPr kumimoji="1" lang="en" altLang="zh-CN" sz="2000" dirty="0"/>
              <a:t>  </a:t>
            </a:r>
            <a:r>
              <a:rPr kumimoji="1" lang="zh-CN" altLang="en-US" sz="2000" dirty="0"/>
              <a:t>自己</a:t>
            </a:r>
            <a:r>
              <a:rPr kumimoji="1" lang="en-US" altLang="zh-CN" sz="2000" dirty="0"/>
              <a:t>/</a:t>
            </a:r>
            <a:r>
              <a:rPr kumimoji="1" lang="en" altLang="zh-CN" sz="2000" dirty="0" err="1"/>
              <a:t>zìjǐ</a:t>
            </a:r>
            <a:r>
              <a:rPr kumimoji="1" lang="en" altLang="zh-CN" sz="2000" dirty="0"/>
              <a:t>  </a:t>
            </a:r>
            <a:r>
              <a:rPr kumimoji="1" lang="zh-CN" altLang="en-US" sz="2000" dirty="0"/>
              <a:t>的</a:t>
            </a:r>
            <a:r>
              <a:rPr kumimoji="1" lang="en-US" altLang="zh-CN" sz="2000" dirty="0"/>
              <a:t>/</a:t>
            </a:r>
            <a:r>
              <a:rPr kumimoji="1" lang="en" altLang="zh-CN" sz="2000" dirty="0"/>
              <a:t>de  </a:t>
            </a:r>
            <a:r>
              <a:rPr kumimoji="1" lang="zh-CN" altLang="en-US" sz="2000" dirty="0"/>
              <a:t>耳朵</a:t>
            </a:r>
            <a:r>
              <a:rPr kumimoji="1" lang="en-US" altLang="zh-CN" sz="2000" dirty="0"/>
              <a:t>/</a:t>
            </a:r>
            <a:r>
              <a:rPr kumimoji="1" lang="en" altLang="zh-CN" sz="2000" dirty="0" err="1"/>
              <a:t>ěrduo</a:t>
            </a:r>
            <a:r>
              <a:rPr kumimoji="1" lang="en" altLang="zh-CN" sz="2000" dirty="0"/>
              <a:t>  </a:t>
            </a:r>
            <a:r>
              <a:rPr kumimoji="1" lang="zh-CN" altLang="en" sz="2000" dirty="0"/>
              <a:t>。 </a:t>
            </a:r>
            <a:endParaRPr kumimoji="1" lang="en-US" altLang="zh-CN" sz="2000" dirty="0"/>
          </a:p>
          <a:p>
            <a:pPr marL="0" indent="0" eaLnBrk="1" hangingPunct="1">
              <a:buFontTx/>
              <a:buNone/>
              <a:defRPr/>
            </a:pPr>
            <a:r>
              <a:rPr kumimoji="1" lang="en" altLang="zh-CN" sz="2000" dirty="0"/>
              <a:t>I couldn't believe my ears.</a:t>
            </a:r>
            <a:endParaRPr kumimoji="1" lang="zh-CN" altLang="en-US" sz="2000" dirty="0"/>
          </a:p>
        </p:txBody>
      </p:sp>
      <p:pic>
        <p:nvPicPr>
          <p:cNvPr id="2" name="简.wav" descr="简.wav">
            <a:hlinkClick r:id="" action="ppaction://media"/>
            <a:extLst>
              <a:ext uri="{FF2B5EF4-FFF2-40B4-BE49-F238E27FC236}">
                <a16:creationId xmlns:a16="http://schemas.microsoft.com/office/drawing/2014/main" id="{C5A88BCF-A0DA-E64E-A596-FB11776CCBC4}"/>
              </a:ext>
            </a:extLst>
          </p:cNvPr>
          <p:cNvPicPr>
            <a:picLocks noChangeAspect="1" noChangeArrowheads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07000" y="1168400"/>
            <a:ext cx="508000" cy="50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" name="简直.wav" descr="简直.wav">
            <a:hlinkClick r:id="" action="ppaction://media"/>
            <a:extLst>
              <a:ext uri="{FF2B5EF4-FFF2-40B4-BE49-F238E27FC236}">
                <a16:creationId xmlns:a16="http://schemas.microsoft.com/office/drawing/2014/main" id="{4F8D11AB-A763-2742-8A7A-266FF6763C57}"/>
              </a:ext>
            </a:extLst>
          </p:cNvPr>
          <p:cNvPicPr>
            <a:picLocks noChangeAspect="1" noChangeArrowheads="1"/>
          </p:cNvPicPr>
          <p:nvPr>
            <a:audi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21400" y="482600"/>
            <a:ext cx="508000" cy="50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直.wav" descr="直.wav">
            <a:hlinkClick r:id="" action="ppaction://media"/>
            <a:extLst>
              <a:ext uri="{FF2B5EF4-FFF2-40B4-BE49-F238E27FC236}">
                <a16:creationId xmlns:a16="http://schemas.microsoft.com/office/drawing/2014/main" id="{48838929-0644-F044-90A7-474FFC2E3CF2}"/>
              </a:ext>
            </a:extLst>
          </p:cNvPr>
          <p:cNvPicPr>
            <a:picLocks noChangeAspect="1" noChangeArrowheads="1"/>
          </p:cNvPicPr>
          <p:nvPr>
            <a:audioFile r:link="rId6"/>
            <p:extLst>
              <p:ext uri="{DAA4B4D4-6D71-4841-9C94-3DE7FCFB9230}">
                <p14:media xmlns:p14="http://schemas.microsoft.com/office/powerpoint/2010/main" r:embed="rId5"/>
              </p:ext>
            </p:extLst>
          </p:nvPr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0" y="1524000"/>
            <a:ext cx="508000" cy="50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" name="简直X相信.wav" descr="简直X相信.wav">
            <a:hlinkClick r:id="" action="ppaction://media"/>
            <a:extLst>
              <a:ext uri="{FF2B5EF4-FFF2-40B4-BE49-F238E27FC236}">
                <a16:creationId xmlns:a16="http://schemas.microsoft.com/office/drawing/2014/main" id="{29C12BE0-EC90-A64A-BF61-39898640E3F7}"/>
              </a:ext>
            </a:extLst>
          </p:cNvPr>
          <p:cNvPicPr>
            <a:picLocks noChangeAspect="1" noChangeArrowheads="1"/>
          </p:cNvPicPr>
          <p:nvPr>
            <a:audioFile r:link="rId8"/>
            <p:extLst>
              <p:ext uri="{DAA4B4D4-6D71-4841-9C94-3DE7FCFB9230}">
                <p14:media xmlns:p14="http://schemas.microsoft.com/office/powerpoint/2010/main" r:embed="rId7"/>
              </p:ext>
            </p:extLst>
          </p:nvPr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78400" y="2590800"/>
            <a:ext cx="508000" cy="50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" name="我简直不敢相信自己的耳朵。.wav" descr="我简直不敢相信自己的耳朵。.wav">
            <a:hlinkClick r:id="" action="ppaction://media"/>
            <a:extLst>
              <a:ext uri="{FF2B5EF4-FFF2-40B4-BE49-F238E27FC236}">
                <a16:creationId xmlns:a16="http://schemas.microsoft.com/office/drawing/2014/main" id="{2F5D8D92-1D30-6242-8BE5-345D043C08BB}"/>
              </a:ext>
            </a:extLst>
          </p:cNvPr>
          <p:cNvPicPr>
            <a:picLocks noChangeAspect="1" noChangeArrowheads="1"/>
          </p:cNvPicPr>
          <p:nvPr>
            <a:audioFile r:link="rId10"/>
            <p:extLst>
              <p:ext uri="{DAA4B4D4-6D71-4841-9C94-3DE7FCFB9230}">
                <p14:media xmlns:p14="http://schemas.microsoft.com/office/powerpoint/2010/main" r:embed="rId9"/>
              </p:ext>
            </p:extLst>
          </p:nvPr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86200" y="3302000"/>
            <a:ext cx="508000" cy="50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圆角矩形 8">
            <a:extLst>
              <a:ext uri="{FF2B5EF4-FFF2-40B4-BE49-F238E27FC236}">
                <a16:creationId xmlns:a16="http://schemas.microsoft.com/office/drawing/2014/main" id="{3463CDA0-94CB-E242-B824-889A022949CF}"/>
              </a:ext>
            </a:extLst>
          </p:cNvPr>
          <p:cNvSpPr/>
          <p:nvPr/>
        </p:nvSpPr>
        <p:spPr>
          <a:xfrm>
            <a:off x="6346825" y="5097463"/>
            <a:ext cx="2514600" cy="598487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kumimoji="1" lang="en-US" altLang="zh-CN" dirty="0">
                <a:hlinkClick r:id="rId13" action="ppaction://hlinksldjump"/>
              </a:rPr>
              <a:t>Click to the next page</a:t>
            </a:r>
            <a:endParaRPr kumimoji="1"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684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0" dur="972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4" dur="720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8" dur="1764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22" dur="2952" fill="hold"/>
                                        <p:tgtEl>
                                          <p:spTgt spid="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23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"/>
                </p:tgtEl>
              </p:cMediaNode>
            </p:audio>
            <p:audio>
              <p:cMediaNode vol="80000">
                <p:cTn id="24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  <p:audio>
              <p:cMediaNode vol="80000">
                <p:cTn id="25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5"/>
                </p:tgtEl>
              </p:cMediaNode>
            </p:audio>
            <p:audio>
              <p:cMediaNode vol="80000">
                <p:cTn id="26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  <p:audio>
              <p:cMediaNode vol="80000">
                <p:cTn id="2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7"/>
                </p:tgtEl>
              </p:cMediaNode>
            </p:audio>
          </p:childTnLst>
        </p:cTn>
      </p:par>
    </p:tnLst>
  </p:timing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1" name="标题 1">
            <a:extLst>
              <a:ext uri="{FF2B5EF4-FFF2-40B4-BE49-F238E27FC236}">
                <a16:creationId xmlns:a16="http://schemas.microsoft.com/office/drawing/2014/main" id="{16E992B2-375A-914F-9879-AD77FEAA1DF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kumimoji="1" lang="zh-CN" altLang="en-US"/>
              <a:t>简直</a:t>
            </a:r>
            <a:r>
              <a:rPr kumimoji="1" lang="en-US" altLang="zh-CN"/>
              <a:t> jiǎnzhí </a:t>
            </a:r>
            <a:endParaRPr kumimoji="1" lang="zh-CN" alt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68526DC-BCE5-EE4B-84CC-8FB17F5C5BE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zh-CN" sz="2000" dirty="0">
                <a:solidFill>
                  <a:srgbClr val="000000"/>
                </a:solidFill>
              </a:rPr>
              <a:t>ADVERB</a:t>
            </a:r>
            <a:r>
              <a:rPr lang="zh-CN" altLang="en-US" sz="2000" dirty="0">
                <a:solidFill>
                  <a:srgbClr val="000000"/>
                </a:solidFill>
              </a:rPr>
              <a:t>    </a:t>
            </a:r>
            <a:r>
              <a:rPr lang="en" altLang="zh-CN" sz="2000" dirty="0">
                <a:solidFill>
                  <a:srgbClr val="000000"/>
                </a:solidFill>
              </a:rPr>
              <a:t>simply; sheer; at all</a:t>
            </a:r>
          </a:p>
          <a:p>
            <a:pPr eaLnBrk="1" hangingPunct="1">
              <a:defRPr/>
            </a:pPr>
            <a:r>
              <a:rPr lang="en-US" altLang="zh-CN" sz="2000" dirty="0">
                <a:solidFill>
                  <a:srgbClr val="000000"/>
                </a:solidFill>
              </a:rPr>
              <a:t>Collocation:</a:t>
            </a:r>
          </a:p>
          <a:p>
            <a:pPr marL="0" indent="0" eaLnBrk="1" hangingPunct="1">
              <a:buFontTx/>
              <a:buNone/>
              <a:defRPr/>
            </a:pPr>
            <a:r>
              <a:rPr lang="zh-CN" altLang="en-US" sz="2000" dirty="0">
                <a:solidFill>
                  <a:srgbClr val="000000"/>
                </a:solidFill>
              </a:rPr>
              <a:t>简直 </a:t>
            </a:r>
            <a:r>
              <a:rPr lang="en" altLang="zh-CN" sz="2000" dirty="0">
                <a:solidFill>
                  <a:srgbClr val="000000"/>
                </a:solidFill>
              </a:rPr>
              <a:t>X </a:t>
            </a:r>
            <a:r>
              <a:rPr lang="zh-CN" altLang="en-US" sz="2000" dirty="0">
                <a:solidFill>
                  <a:srgbClr val="000000"/>
                </a:solidFill>
              </a:rPr>
              <a:t>相信（三级）</a:t>
            </a:r>
            <a:r>
              <a:rPr lang="en-US" altLang="zh-CN" sz="2000" dirty="0">
                <a:solidFill>
                  <a:srgbClr val="000000"/>
                </a:solidFill>
              </a:rPr>
              <a:t> simply X believe</a:t>
            </a:r>
          </a:p>
          <a:p>
            <a:pPr marL="0" indent="0" eaLnBrk="1" hangingPunct="1">
              <a:buFontTx/>
              <a:buNone/>
              <a:defRPr/>
            </a:pPr>
            <a:r>
              <a:rPr lang="en-US" altLang="zh-CN" sz="2000" dirty="0">
                <a:solidFill>
                  <a:srgbClr val="000000"/>
                </a:solidFill>
              </a:rPr>
              <a:t>Sentence:</a:t>
            </a:r>
          </a:p>
          <a:p>
            <a:pPr marL="0" indent="0" eaLnBrk="1" hangingPunct="1">
              <a:buFontTx/>
              <a:buNone/>
              <a:defRPr/>
            </a:pPr>
            <a:r>
              <a:rPr kumimoji="1" lang="zh-CN" altLang="en-US" sz="2000" dirty="0">
                <a:solidFill>
                  <a:srgbClr val="000000"/>
                </a:solidFill>
              </a:rPr>
              <a:t>我简直不敢相信自己的耳朵。</a:t>
            </a:r>
            <a:endParaRPr kumimoji="1" lang="en-US" altLang="zh-CN" sz="2000" dirty="0">
              <a:solidFill>
                <a:srgbClr val="000000"/>
              </a:solidFill>
            </a:endParaRPr>
          </a:p>
          <a:p>
            <a:pPr marL="0" indent="0" eaLnBrk="1" hangingPunct="1">
              <a:buFontTx/>
              <a:buNone/>
              <a:defRPr/>
            </a:pPr>
            <a:r>
              <a:rPr kumimoji="1" lang="zh-CN" altLang="en-US" sz="2000" dirty="0"/>
              <a:t>我</a:t>
            </a:r>
            <a:r>
              <a:rPr kumimoji="1" lang="en-US" altLang="zh-CN" sz="2000" dirty="0"/>
              <a:t>/</a:t>
            </a:r>
            <a:r>
              <a:rPr kumimoji="1" lang="en" altLang="zh-CN" sz="2000" dirty="0" err="1"/>
              <a:t>wǒ</a:t>
            </a:r>
            <a:r>
              <a:rPr kumimoji="1" lang="en" altLang="zh-CN" sz="2000" dirty="0"/>
              <a:t>  </a:t>
            </a:r>
            <a:r>
              <a:rPr kumimoji="1" lang="zh-CN" altLang="en-US" sz="2000" dirty="0"/>
              <a:t>简直</a:t>
            </a:r>
            <a:r>
              <a:rPr kumimoji="1" lang="en-US" altLang="zh-CN" sz="2000" dirty="0"/>
              <a:t>/</a:t>
            </a:r>
            <a:r>
              <a:rPr kumimoji="1" lang="en" altLang="zh-CN" sz="2000" dirty="0" err="1"/>
              <a:t>jiǎnzhí</a:t>
            </a:r>
            <a:r>
              <a:rPr kumimoji="1" lang="en" altLang="zh-CN" sz="2000" dirty="0"/>
              <a:t>  </a:t>
            </a:r>
            <a:r>
              <a:rPr kumimoji="1" lang="zh-CN" altLang="en-US" sz="2000" dirty="0"/>
              <a:t>不敢</a:t>
            </a:r>
            <a:r>
              <a:rPr kumimoji="1" lang="en-US" altLang="zh-CN" sz="2000" dirty="0"/>
              <a:t>/</a:t>
            </a:r>
            <a:r>
              <a:rPr kumimoji="1" lang="en" altLang="zh-CN" sz="2000" dirty="0" err="1"/>
              <a:t>bùgǎn</a:t>
            </a:r>
            <a:r>
              <a:rPr kumimoji="1" lang="en" altLang="zh-CN" sz="2000" dirty="0"/>
              <a:t>  </a:t>
            </a:r>
            <a:r>
              <a:rPr kumimoji="1" lang="zh-CN" altLang="en-US" sz="2000" dirty="0"/>
              <a:t>相信</a:t>
            </a:r>
            <a:r>
              <a:rPr kumimoji="1" lang="en-US" altLang="zh-CN" sz="2000" dirty="0"/>
              <a:t>/</a:t>
            </a:r>
            <a:r>
              <a:rPr kumimoji="1" lang="en" altLang="zh-CN" sz="2000" dirty="0" err="1"/>
              <a:t>xiāngxìn</a:t>
            </a:r>
            <a:r>
              <a:rPr kumimoji="1" lang="en" altLang="zh-CN" sz="2000" dirty="0"/>
              <a:t>  </a:t>
            </a:r>
            <a:r>
              <a:rPr kumimoji="1" lang="zh-CN" altLang="en-US" sz="2000" dirty="0"/>
              <a:t>自己</a:t>
            </a:r>
            <a:r>
              <a:rPr kumimoji="1" lang="en-US" altLang="zh-CN" sz="2000" dirty="0"/>
              <a:t>/</a:t>
            </a:r>
            <a:r>
              <a:rPr kumimoji="1" lang="en" altLang="zh-CN" sz="2000" dirty="0" err="1"/>
              <a:t>zìjǐ</a:t>
            </a:r>
            <a:r>
              <a:rPr kumimoji="1" lang="en" altLang="zh-CN" sz="2000" dirty="0"/>
              <a:t>  </a:t>
            </a:r>
            <a:r>
              <a:rPr kumimoji="1" lang="zh-CN" altLang="en-US" sz="2000" dirty="0"/>
              <a:t>的</a:t>
            </a:r>
            <a:r>
              <a:rPr kumimoji="1" lang="en-US" altLang="zh-CN" sz="2000" dirty="0"/>
              <a:t>/</a:t>
            </a:r>
            <a:r>
              <a:rPr kumimoji="1" lang="en" altLang="zh-CN" sz="2000" dirty="0"/>
              <a:t>de  </a:t>
            </a:r>
            <a:r>
              <a:rPr kumimoji="1" lang="zh-CN" altLang="en-US" sz="2000" dirty="0"/>
              <a:t>耳朵</a:t>
            </a:r>
            <a:r>
              <a:rPr kumimoji="1" lang="en-US" altLang="zh-CN" sz="2000" dirty="0"/>
              <a:t>/</a:t>
            </a:r>
            <a:r>
              <a:rPr kumimoji="1" lang="en" altLang="zh-CN" sz="2000" dirty="0" err="1"/>
              <a:t>ěrduo</a:t>
            </a:r>
            <a:r>
              <a:rPr kumimoji="1" lang="en" altLang="zh-CN" sz="2000" dirty="0"/>
              <a:t>  </a:t>
            </a:r>
            <a:r>
              <a:rPr kumimoji="1" lang="zh-CN" altLang="en" sz="2000" dirty="0"/>
              <a:t>。 </a:t>
            </a:r>
            <a:endParaRPr kumimoji="1" lang="en-US" altLang="zh-CN" sz="2000" dirty="0"/>
          </a:p>
          <a:p>
            <a:pPr marL="0" indent="0" eaLnBrk="1" hangingPunct="1">
              <a:buFontTx/>
              <a:buNone/>
              <a:defRPr/>
            </a:pPr>
            <a:r>
              <a:rPr kumimoji="1" lang="en" altLang="zh-CN" sz="2000" dirty="0"/>
              <a:t>I couldn't believe my ears.</a:t>
            </a:r>
            <a:endParaRPr kumimoji="1" lang="zh-CN" altLang="en-US" sz="2000" dirty="0"/>
          </a:p>
        </p:txBody>
      </p:sp>
      <p:pic>
        <p:nvPicPr>
          <p:cNvPr id="4" name="简直.wav" descr="简直.wav">
            <a:hlinkClick r:id="" action="ppaction://media"/>
            <a:extLst>
              <a:ext uri="{FF2B5EF4-FFF2-40B4-BE49-F238E27FC236}">
                <a16:creationId xmlns:a16="http://schemas.microsoft.com/office/drawing/2014/main" id="{4F8D11AB-A763-2742-8A7A-266FF6763C57}"/>
              </a:ext>
            </a:extLst>
          </p:cNvPr>
          <p:cNvPicPr>
            <a:picLocks noChangeAspect="1" noChangeArrowheads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21400" y="482600"/>
            <a:ext cx="508000" cy="50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" name="简直X相信.wav" descr="简直X相信.wav">
            <a:hlinkClick r:id="" action="ppaction://media"/>
            <a:extLst>
              <a:ext uri="{FF2B5EF4-FFF2-40B4-BE49-F238E27FC236}">
                <a16:creationId xmlns:a16="http://schemas.microsoft.com/office/drawing/2014/main" id="{29C12BE0-EC90-A64A-BF61-39898640E3F7}"/>
              </a:ext>
            </a:extLst>
          </p:cNvPr>
          <p:cNvPicPr>
            <a:picLocks noChangeAspect="1" noChangeArrowheads="1"/>
          </p:cNvPicPr>
          <p:nvPr>
            <a:audi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78400" y="1905000"/>
            <a:ext cx="508000" cy="50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" name="我简直不敢相信自己的耳朵。.wav" descr="我简直不敢相信自己的耳朵。.wav">
            <a:hlinkClick r:id="" action="ppaction://media"/>
            <a:extLst>
              <a:ext uri="{FF2B5EF4-FFF2-40B4-BE49-F238E27FC236}">
                <a16:creationId xmlns:a16="http://schemas.microsoft.com/office/drawing/2014/main" id="{2F5D8D92-1D30-6242-8BE5-345D043C08BB}"/>
              </a:ext>
            </a:extLst>
          </p:cNvPr>
          <p:cNvPicPr>
            <a:picLocks noChangeAspect="1" noChangeArrowheads="1"/>
          </p:cNvPicPr>
          <p:nvPr>
            <a:audioFile r:link="rId6"/>
            <p:extLst>
              <p:ext uri="{DAA4B4D4-6D71-4841-9C94-3DE7FCFB9230}">
                <p14:media xmlns:p14="http://schemas.microsoft.com/office/powerpoint/2010/main" r:embed="rId5"/>
              </p:ext>
            </p:extLst>
          </p:nvPr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86200" y="2616200"/>
            <a:ext cx="508000" cy="50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" name="圆角矩形 9">
            <a:extLst>
              <a:ext uri="{FF2B5EF4-FFF2-40B4-BE49-F238E27FC236}">
                <a16:creationId xmlns:a16="http://schemas.microsoft.com/office/drawing/2014/main" id="{AAADB679-8A91-954B-BAD1-C041A160A1EA}"/>
              </a:ext>
            </a:extLst>
          </p:cNvPr>
          <p:cNvSpPr/>
          <p:nvPr/>
        </p:nvSpPr>
        <p:spPr>
          <a:xfrm>
            <a:off x="6346825" y="5097463"/>
            <a:ext cx="2514600" cy="598487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kumimoji="1" lang="en-US" altLang="zh-CN" dirty="0">
                <a:hlinkClick r:id="rId9" action="ppaction://hlinksldjump"/>
              </a:rPr>
              <a:t>Click to the next page</a:t>
            </a:r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6681868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972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0" dur="1764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4" dur="2952" fill="hold"/>
                                        <p:tgtEl>
                                          <p:spTgt spid="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15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  <p:audio>
              <p:cMediaNode vol="80000">
                <p:cTn id="16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  <p:audio>
              <p:cMediaNode vol="80000">
                <p:cTn id="1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7"/>
                </p:tgtEl>
              </p:cMediaNode>
            </p:audio>
          </p:childTnLst>
        </p:cTn>
      </p:par>
    </p:tnLst>
  </p:timing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1" name="标题 1">
            <a:extLst>
              <a:ext uri="{FF2B5EF4-FFF2-40B4-BE49-F238E27FC236}">
                <a16:creationId xmlns:a16="http://schemas.microsoft.com/office/drawing/2014/main" id="{16E992B2-375A-914F-9879-AD77FEAA1DF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kumimoji="1" lang="zh-CN" altLang="en-US"/>
              <a:t>简直</a:t>
            </a:r>
            <a:r>
              <a:rPr kumimoji="1" lang="en-US" altLang="zh-CN"/>
              <a:t> jiǎnzhí </a:t>
            </a:r>
            <a:endParaRPr kumimoji="1" lang="zh-CN" alt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68526DC-BCE5-EE4B-84CC-8FB17F5C5BE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zh-CN" sz="2000" dirty="0">
                <a:solidFill>
                  <a:srgbClr val="000000"/>
                </a:solidFill>
              </a:rPr>
              <a:t>Collocation:</a:t>
            </a:r>
          </a:p>
          <a:p>
            <a:pPr marL="0" indent="0" eaLnBrk="1" hangingPunct="1">
              <a:buFontTx/>
              <a:buNone/>
              <a:defRPr/>
            </a:pPr>
            <a:r>
              <a:rPr lang="zh-CN" altLang="en-US" sz="2000" dirty="0">
                <a:solidFill>
                  <a:srgbClr val="000000"/>
                </a:solidFill>
              </a:rPr>
              <a:t>简直 </a:t>
            </a:r>
            <a:r>
              <a:rPr lang="en" altLang="zh-CN" sz="2000" dirty="0">
                <a:solidFill>
                  <a:srgbClr val="000000"/>
                </a:solidFill>
              </a:rPr>
              <a:t>X </a:t>
            </a:r>
            <a:r>
              <a:rPr lang="zh-CN" altLang="en-US" sz="2000" dirty="0">
                <a:solidFill>
                  <a:srgbClr val="000000"/>
                </a:solidFill>
              </a:rPr>
              <a:t>相信（三级）</a:t>
            </a:r>
            <a:r>
              <a:rPr lang="en-US" altLang="zh-CN" sz="2000" dirty="0">
                <a:solidFill>
                  <a:srgbClr val="000000"/>
                </a:solidFill>
              </a:rPr>
              <a:t> simply X believe</a:t>
            </a:r>
          </a:p>
          <a:p>
            <a:pPr marL="0" indent="0" eaLnBrk="1" hangingPunct="1">
              <a:buFontTx/>
              <a:buNone/>
              <a:defRPr/>
            </a:pPr>
            <a:r>
              <a:rPr lang="en-US" altLang="zh-CN" sz="2000" dirty="0">
                <a:solidFill>
                  <a:srgbClr val="000000"/>
                </a:solidFill>
              </a:rPr>
              <a:t>Sentence:</a:t>
            </a:r>
          </a:p>
          <a:p>
            <a:pPr marL="0" indent="0" eaLnBrk="1" hangingPunct="1">
              <a:buFontTx/>
              <a:buNone/>
              <a:defRPr/>
            </a:pPr>
            <a:r>
              <a:rPr kumimoji="1" lang="zh-CN" altLang="en-US" sz="2000" dirty="0">
                <a:solidFill>
                  <a:srgbClr val="000000"/>
                </a:solidFill>
              </a:rPr>
              <a:t>我简直不敢相信自己的耳朵。</a:t>
            </a:r>
            <a:endParaRPr kumimoji="1" lang="en-US" altLang="zh-CN" sz="2000" dirty="0">
              <a:solidFill>
                <a:srgbClr val="000000"/>
              </a:solidFill>
            </a:endParaRPr>
          </a:p>
          <a:p>
            <a:pPr marL="0" indent="0" eaLnBrk="1" hangingPunct="1">
              <a:buFontTx/>
              <a:buNone/>
              <a:defRPr/>
            </a:pPr>
            <a:r>
              <a:rPr kumimoji="1" lang="zh-CN" altLang="en-US" sz="2000" dirty="0"/>
              <a:t>我</a:t>
            </a:r>
            <a:r>
              <a:rPr kumimoji="1" lang="en-US" altLang="zh-CN" sz="2000" dirty="0"/>
              <a:t>/</a:t>
            </a:r>
            <a:r>
              <a:rPr kumimoji="1" lang="en" altLang="zh-CN" sz="2000" dirty="0" err="1"/>
              <a:t>wǒ</a:t>
            </a:r>
            <a:r>
              <a:rPr kumimoji="1" lang="en" altLang="zh-CN" sz="2000" dirty="0"/>
              <a:t>  </a:t>
            </a:r>
            <a:r>
              <a:rPr kumimoji="1" lang="zh-CN" altLang="en-US" sz="2000" dirty="0"/>
              <a:t>简直</a:t>
            </a:r>
            <a:r>
              <a:rPr kumimoji="1" lang="en-US" altLang="zh-CN" sz="2000" dirty="0"/>
              <a:t>/</a:t>
            </a:r>
            <a:r>
              <a:rPr kumimoji="1" lang="en" altLang="zh-CN" sz="2000" dirty="0" err="1"/>
              <a:t>jiǎnzhí</a:t>
            </a:r>
            <a:r>
              <a:rPr kumimoji="1" lang="en" altLang="zh-CN" sz="2000" dirty="0"/>
              <a:t>  </a:t>
            </a:r>
            <a:r>
              <a:rPr kumimoji="1" lang="zh-CN" altLang="en-US" sz="2000" dirty="0"/>
              <a:t>不敢</a:t>
            </a:r>
            <a:r>
              <a:rPr kumimoji="1" lang="en-US" altLang="zh-CN" sz="2000" dirty="0"/>
              <a:t>/</a:t>
            </a:r>
            <a:r>
              <a:rPr kumimoji="1" lang="en" altLang="zh-CN" sz="2000" dirty="0" err="1"/>
              <a:t>bùgǎn</a:t>
            </a:r>
            <a:r>
              <a:rPr kumimoji="1" lang="en" altLang="zh-CN" sz="2000" dirty="0"/>
              <a:t>  </a:t>
            </a:r>
            <a:r>
              <a:rPr kumimoji="1" lang="zh-CN" altLang="en-US" sz="2000" dirty="0"/>
              <a:t>相信</a:t>
            </a:r>
            <a:r>
              <a:rPr kumimoji="1" lang="en-US" altLang="zh-CN" sz="2000" dirty="0"/>
              <a:t>/</a:t>
            </a:r>
            <a:r>
              <a:rPr kumimoji="1" lang="en" altLang="zh-CN" sz="2000" dirty="0" err="1"/>
              <a:t>xiāngxìn</a:t>
            </a:r>
            <a:r>
              <a:rPr kumimoji="1" lang="en" altLang="zh-CN" sz="2000" dirty="0"/>
              <a:t>  </a:t>
            </a:r>
            <a:r>
              <a:rPr kumimoji="1" lang="zh-CN" altLang="en-US" sz="2000" dirty="0"/>
              <a:t>自己</a:t>
            </a:r>
            <a:r>
              <a:rPr kumimoji="1" lang="en-US" altLang="zh-CN" sz="2000" dirty="0"/>
              <a:t>/</a:t>
            </a:r>
            <a:r>
              <a:rPr kumimoji="1" lang="en" altLang="zh-CN" sz="2000" dirty="0" err="1"/>
              <a:t>zìjǐ</a:t>
            </a:r>
            <a:r>
              <a:rPr kumimoji="1" lang="en" altLang="zh-CN" sz="2000" dirty="0"/>
              <a:t>  </a:t>
            </a:r>
            <a:r>
              <a:rPr kumimoji="1" lang="zh-CN" altLang="en-US" sz="2000" dirty="0"/>
              <a:t>的</a:t>
            </a:r>
            <a:r>
              <a:rPr kumimoji="1" lang="en-US" altLang="zh-CN" sz="2000" dirty="0"/>
              <a:t>/</a:t>
            </a:r>
            <a:r>
              <a:rPr kumimoji="1" lang="en" altLang="zh-CN" sz="2000" dirty="0"/>
              <a:t>de  </a:t>
            </a:r>
            <a:r>
              <a:rPr kumimoji="1" lang="zh-CN" altLang="en-US" sz="2000" dirty="0"/>
              <a:t>耳朵</a:t>
            </a:r>
            <a:r>
              <a:rPr kumimoji="1" lang="en-US" altLang="zh-CN" sz="2000" dirty="0"/>
              <a:t>/</a:t>
            </a:r>
            <a:r>
              <a:rPr kumimoji="1" lang="en" altLang="zh-CN" sz="2000" dirty="0" err="1"/>
              <a:t>ěrduo</a:t>
            </a:r>
            <a:r>
              <a:rPr kumimoji="1" lang="en" altLang="zh-CN" sz="2000" dirty="0"/>
              <a:t>  </a:t>
            </a:r>
            <a:r>
              <a:rPr kumimoji="1" lang="zh-CN" altLang="en" sz="2000" dirty="0"/>
              <a:t>。 </a:t>
            </a:r>
            <a:endParaRPr kumimoji="1" lang="en-US" altLang="zh-CN" sz="2000" dirty="0"/>
          </a:p>
          <a:p>
            <a:pPr marL="0" indent="0" eaLnBrk="1" hangingPunct="1">
              <a:buFontTx/>
              <a:buNone/>
              <a:defRPr/>
            </a:pPr>
            <a:r>
              <a:rPr kumimoji="1" lang="en" altLang="zh-CN" sz="2000" dirty="0"/>
              <a:t>I couldn't believe my ears.</a:t>
            </a:r>
            <a:endParaRPr kumimoji="1" lang="zh-CN" altLang="en-US" sz="2000" dirty="0"/>
          </a:p>
        </p:txBody>
      </p:sp>
      <p:pic>
        <p:nvPicPr>
          <p:cNvPr id="4" name="简直.wav" descr="简直.wav">
            <a:hlinkClick r:id="" action="ppaction://media"/>
            <a:extLst>
              <a:ext uri="{FF2B5EF4-FFF2-40B4-BE49-F238E27FC236}">
                <a16:creationId xmlns:a16="http://schemas.microsoft.com/office/drawing/2014/main" id="{4F8D11AB-A763-2742-8A7A-266FF6763C57}"/>
              </a:ext>
            </a:extLst>
          </p:cNvPr>
          <p:cNvPicPr>
            <a:picLocks noChangeAspect="1" noChangeArrowheads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21400" y="482600"/>
            <a:ext cx="508000" cy="50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" name="简直X相信.wav" descr="简直X相信.wav">
            <a:hlinkClick r:id="" action="ppaction://media"/>
            <a:extLst>
              <a:ext uri="{FF2B5EF4-FFF2-40B4-BE49-F238E27FC236}">
                <a16:creationId xmlns:a16="http://schemas.microsoft.com/office/drawing/2014/main" id="{29C12BE0-EC90-A64A-BF61-39898640E3F7}"/>
              </a:ext>
            </a:extLst>
          </p:cNvPr>
          <p:cNvPicPr>
            <a:picLocks noChangeAspect="1" noChangeArrowheads="1"/>
          </p:cNvPicPr>
          <p:nvPr>
            <a:audi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78400" y="1524000"/>
            <a:ext cx="508000" cy="50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" name="我简直不敢相信自己的耳朵。.wav" descr="我简直不敢相信自己的耳朵。.wav">
            <a:hlinkClick r:id="" action="ppaction://media"/>
            <a:extLst>
              <a:ext uri="{FF2B5EF4-FFF2-40B4-BE49-F238E27FC236}">
                <a16:creationId xmlns:a16="http://schemas.microsoft.com/office/drawing/2014/main" id="{2F5D8D92-1D30-6242-8BE5-345D043C08BB}"/>
              </a:ext>
            </a:extLst>
          </p:cNvPr>
          <p:cNvPicPr>
            <a:picLocks noChangeAspect="1" noChangeArrowheads="1"/>
          </p:cNvPicPr>
          <p:nvPr>
            <a:audioFile r:link="rId6"/>
            <p:extLst>
              <p:ext uri="{DAA4B4D4-6D71-4841-9C94-3DE7FCFB9230}">
                <p14:media xmlns:p14="http://schemas.microsoft.com/office/powerpoint/2010/main" r:embed="rId5"/>
              </p:ext>
            </p:extLst>
          </p:nvPr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86200" y="2235200"/>
            <a:ext cx="508000" cy="50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" name="圆角矩形 9">
            <a:extLst>
              <a:ext uri="{FF2B5EF4-FFF2-40B4-BE49-F238E27FC236}">
                <a16:creationId xmlns:a16="http://schemas.microsoft.com/office/drawing/2014/main" id="{2C1F7AB2-6789-514B-AF62-73752793FAEB}"/>
              </a:ext>
            </a:extLst>
          </p:cNvPr>
          <p:cNvSpPr/>
          <p:nvPr/>
        </p:nvSpPr>
        <p:spPr>
          <a:xfrm>
            <a:off x="6346825" y="5097463"/>
            <a:ext cx="2514600" cy="598487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kumimoji="1" lang="en-US" altLang="zh-CN" dirty="0">
                <a:hlinkClick r:id="rId9" action="ppaction://hlinksldjump"/>
              </a:rPr>
              <a:t>Click to the next page</a:t>
            </a:r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5471422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972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0" dur="1764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4" dur="2952" fill="hold"/>
                                        <p:tgtEl>
                                          <p:spTgt spid="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15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  <p:audio>
              <p:cMediaNode vol="80000">
                <p:cTn id="16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  <p:audio>
              <p:cMediaNode vol="80000">
                <p:cTn id="1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7"/>
                </p:tgtEl>
              </p:cMediaNode>
            </p:audio>
          </p:childTnLst>
        </p:cTn>
      </p:par>
    </p:tnLst>
  </p:timing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1" name="标题 1">
            <a:extLst>
              <a:ext uri="{FF2B5EF4-FFF2-40B4-BE49-F238E27FC236}">
                <a16:creationId xmlns:a16="http://schemas.microsoft.com/office/drawing/2014/main" id="{16E992B2-375A-914F-9879-AD77FEAA1DF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kumimoji="1" lang="zh-CN" altLang="en-US"/>
              <a:t>简直</a:t>
            </a:r>
            <a:r>
              <a:rPr kumimoji="1" lang="en-US" altLang="zh-CN"/>
              <a:t> jiǎnzhí </a:t>
            </a:r>
            <a:endParaRPr kumimoji="1" lang="zh-CN" alt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68526DC-BCE5-EE4B-84CC-8FB17F5C5BE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eaLnBrk="1" hangingPunct="1">
              <a:buFontTx/>
              <a:buNone/>
              <a:defRPr/>
            </a:pPr>
            <a:r>
              <a:rPr lang="en-US" altLang="zh-CN" sz="2000" dirty="0">
                <a:solidFill>
                  <a:srgbClr val="000000"/>
                </a:solidFill>
              </a:rPr>
              <a:t>Sentence:</a:t>
            </a:r>
          </a:p>
          <a:p>
            <a:pPr marL="0" indent="0" eaLnBrk="1" hangingPunct="1">
              <a:buFontTx/>
              <a:buNone/>
              <a:defRPr/>
            </a:pPr>
            <a:r>
              <a:rPr kumimoji="1" lang="zh-CN" altLang="en-US" sz="2000" dirty="0">
                <a:solidFill>
                  <a:srgbClr val="000000"/>
                </a:solidFill>
              </a:rPr>
              <a:t>我简直不敢相信自己的耳朵。</a:t>
            </a:r>
            <a:endParaRPr kumimoji="1" lang="en-US" altLang="zh-CN" sz="2000" dirty="0">
              <a:solidFill>
                <a:srgbClr val="000000"/>
              </a:solidFill>
            </a:endParaRPr>
          </a:p>
          <a:p>
            <a:pPr marL="0" indent="0" eaLnBrk="1" hangingPunct="1">
              <a:buFontTx/>
              <a:buNone/>
              <a:defRPr/>
            </a:pPr>
            <a:r>
              <a:rPr kumimoji="1" lang="zh-CN" altLang="en-US" sz="2000" dirty="0"/>
              <a:t>我</a:t>
            </a:r>
            <a:r>
              <a:rPr kumimoji="1" lang="en-US" altLang="zh-CN" sz="2000" dirty="0"/>
              <a:t>/</a:t>
            </a:r>
            <a:r>
              <a:rPr kumimoji="1" lang="en" altLang="zh-CN" sz="2000" dirty="0" err="1"/>
              <a:t>wǒ</a:t>
            </a:r>
            <a:r>
              <a:rPr kumimoji="1" lang="en" altLang="zh-CN" sz="2000" dirty="0"/>
              <a:t>  </a:t>
            </a:r>
            <a:r>
              <a:rPr kumimoji="1" lang="zh-CN" altLang="en-US" sz="2000" dirty="0"/>
              <a:t>简直</a:t>
            </a:r>
            <a:r>
              <a:rPr kumimoji="1" lang="en-US" altLang="zh-CN" sz="2000" dirty="0"/>
              <a:t>/</a:t>
            </a:r>
            <a:r>
              <a:rPr kumimoji="1" lang="en" altLang="zh-CN" sz="2000" dirty="0" err="1"/>
              <a:t>jiǎnzhí</a:t>
            </a:r>
            <a:r>
              <a:rPr kumimoji="1" lang="en" altLang="zh-CN" sz="2000" dirty="0"/>
              <a:t>  </a:t>
            </a:r>
            <a:r>
              <a:rPr kumimoji="1" lang="zh-CN" altLang="en-US" sz="2000" dirty="0"/>
              <a:t>不敢</a:t>
            </a:r>
            <a:r>
              <a:rPr kumimoji="1" lang="en-US" altLang="zh-CN" sz="2000" dirty="0"/>
              <a:t>/</a:t>
            </a:r>
            <a:r>
              <a:rPr kumimoji="1" lang="en" altLang="zh-CN" sz="2000" dirty="0" err="1"/>
              <a:t>bùgǎn</a:t>
            </a:r>
            <a:r>
              <a:rPr kumimoji="1" lang="en" altLang="zh-CN" sz="2000" dirty="0"/>
              <a:t>  </a:t>
            </a:r>
            <a:r>
              <a:rPr kumimoji="1" lang="zh-CN" altLang="en-US" sz="2000" dirty="0"/>
              <a:t>相信</a:t>
            </a:r>
            <a:r>
              <a:rPr kumimoji="1" lang="en-US" altLang="zh-CN" sz="2000" dirty="0"/>
              <a:t>/</a:t>
            </a:r>
            <a:r>
              <a:rPr kumimoji="1" lang="en" altLang="zh-CN" sz="2000" dirty="0" err="1"/>
              <a:t>xiāngxìn</a:t>
            </a:r>
            <a:r>
              <a:rPr kumimoji="1" lang="en" altLang="zh-CN" sz="2000" dirty="0"/>
              <a:t>  </a:t>
            </a:r>
            <a:r>
              <a:rPr kumimoji="1" lang="zh-CN" altLang="en-US" sz="2000" dirty="0"/>
              <a:t>自己</a:t>
            </a:r>
            <a:r>
              <a:rPr kumimoji="1" lang="en-US" altLang="zh-CN" sz="2000" dirty="0"/>
              <a:t>/</a:t>
            </a:r>
            <a:r>
              <a:rPr kumimoji="1" lang="en" altLang="zh-CN" sz="2000" dirty="0" err="1"/>
              <a:t>zìjǐ</a:t>
            </a:r>
            <a:r>
              <a:rPr kumimoji="1" lang="en" altLang="zh-CN" sz="2000" dirty="0"/>
              <a:t>  </a:t>
            </a:r>
            <a:r>
              <a:rPr kumimoji="1" lang="zh-CN" altLang="en-US" sz="2000" dirty="0"/>
              <a:t>的</a:t>
            </a:r>
            <a:r>
              <a:rPr kumimoji="1" lang="en-US" altLang="zh-CN" sz="2000" dirty="0"/>
              <a:t>/</a:t>
            </a:r>
            <a:r>
              <a:rPr kumimoji="1" lang="en" altLang="zh-CN" sz="2000" dirty="0"/>
              <a:t>de  </a:t>
            </a:r>
            <a:r>
              <a:rPr kumimoji="1" lang="zh-CN" altLang="en-US" sz="2000" dirty="0"/>
              <a:t>耳朵</a:t>
            </a:r>
            <a:r>
              <a:rPr kumimoji="1" lang="en-US" altLang="zh-CN" sz="2000" dirty="0"/>
              <a:t>/</a:t>
            </a:r>
            <a:r>
              <a:rPr kumimoji="1" lang="en" altLang="zh-CN" sz="2000" dirty="0" err="1"/>
              <a:t>ěrduo</a:t>
            </a:r>
            <a:r>
              <a:rPr kumimoji="1" lang="en" altLang="zh-CN" sz="2000" dirty="0"/>
              <a:t>  </a:t>
            </a:r>
            <a:r>
              <a:rPr kumimoji="1" lang="zh-CN" altLang="en" sz="2000" dirty="0"/>
              <a:t>。 </a:t>
            </a:r>
            <a:endParaRPr kumimoji="1" lang="en-US" altLang="zh-CN" sz="2000" dirty="0"/>
          </a:p>
          <a:p>
            <a:pPr marL="0" indent="0" eaLnBrk="1" hangingPunct="1">
              <a:buFontTx/>
              <a:buNone/>
              <a:defRPr/>
            </a:pPr>
            <a:r>
              <a:rPr kumimoji="1" lang="en" altLang="zh-CN" sz="2000" dirty="0"/>
              <a:t>I couldn't believe my ears.</a:t>
            </a:r>
            <a:endParaRPr kumimoji="1" lang="zh-CN" altLang="en-US" sz="2000" dirty="0"/>
          </a:p>
        </p:txBody>
      </p:sp>
      <p:pic>
        <p:nvPicPr>
          <p:cNvPr id="4" name="简直.wav" descr="简直.wav">
            <a:hlinkClick r:id="" action="ppaction://media"/>
            <a:extLst>
              <a:ext uri="{FF2B5EF4-FFF2-40B4-BE49-F238E27FC236}">
                <a16:creationId xmlns:a16="http://schemas.microsoft.com/office/drawing/2014/main" id="{4F8D11AB-A763-2742-8A7A-266FF6763C57}"/>
              </a:ext>
            </a:extLst>
          </p:cNvPr>
          <p:cNvPicPr>
            <a:picLocks noChangeAspect="1" noChangeArrowheads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21400" y="482600"/>
            <a:ext cx="508000" cy="50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" name="我简直不敢相信自己的耳朵。.wav" descr="我简直不敢相信自己的耳朵。.wav">
            <a:hlinkClick r:id="" action="ppaction://media"/>
            <a:extLst>
              <a:ext uri="{FF2B5EF4-FFF2-40B4-BE49-F238E27FC236}">
                <a16:creationId xmlns:a16="http://schemas.microsoft.com/office/drawing/2014/main" id="{2F5D8D92-1D30-6242-8BE5-345D043C08BB}"/>
              </a:ext>
            </a:extLst>
          </p:cNvPr>
          <p:cNvPicPr>
            <a:picLocks noChangeAspect="1" noChangeArrowheads="1"/>
          </p:cNvPicPr>
          <p:nvPr>
            <a:audi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86200" y="1524000"/>
            <a:ext cx="508000" cy="50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圆角矩形 8">
            <a:extLst>
              <a:ext uri="{FF2B5EF4-FFF2-40B4-BE49-F238E27FC236}">
                <a16:creationId xmlns:a16="http://schemas.microsoft.com/office/drawing/2014/main" id="{CBE056A0-D080-F14C-A8C9-CD70C024A434}"/>
              </a:ext>
            </a:extLst>
          </p:cNvPr>
          <p:cNvSpPr/>
          <p:nvPr/>
        </p:nvSpPr>
        <p:spPr>
          <a:xfrm>
            <a:off x="6346825" y="5097463"/>
            <a:ext cx="2514600" cy="598487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kumimoji="1" lang="en-US" altLang="zh-CN" dirty="0">
                <a:hlinkClick r:id="rId7" action="ppaction://hlinksldjump"/>
              </a:rPr>
              <a:t>Click to the next page</a:t>
            </a:r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0754519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972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0" dur="2952" fill="hold"/>
                                        <p:tgtEl>
                                          <p:spTgt spid="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11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  <p:audio>
              <p:cMediaNode vol="80000">
                <p:cTn id="12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7"/>
                </p:tgtEl>
              </p:cMediaNode>
            </p:audio>
          </p:childTnLst>
        </p:cTn>
      </p:par>
    </p:tnLst>
  </p:timing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5" name="标题 1">
            <a:extLst>
              <a:ext uri="{FF2B5EF4-FFF2-40B4-BE49-F238E27FC236}">
                <a16:creationId xmlns:a16="http://schemas.microsoft.com/office/drawing/2014/main" id="{AAB59040-F35E-C24A-9824-8ABE73B949C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kumimoji="1" lang="en-US" altLang="zh-CN"/>
              <a:t>practice</a:t>
            </a:r>
            <a:endParaRPr kumimoji="1" lang="zh-CN" alt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9B686CF-EDAF-B24E-A980-F1BCF33F740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indent="-457200" eaLnBrk="1" hangingPunct="1">
              <a:buFontTx/>
              <a:buAutoNum type="arabicPeriod"/>
              <a:defRPr/>
            </a:pPr>
            <a:r>
              <a:rPr lang="en" altLang="zh-CN" sz="2000" dirty="0"/>
              <a:t>Find</a:t>
            </a:r>
            <a:r>
              <a:rPr lang="zh-CN" altLang="en-US" sz="2000" dirty="0"/>
              <a:t> </a:t>
            </a:r>
            <a:r>
              <a:rPr lang="en-US" altLang="zh-CN" sz="2000" dirty="0"/>
              <a:t>responding</a:t>
            </a:r>
            <a:r>
              <a:rPr lang="zh-CN" altLang="en-US" sz="2000" dirty="0"/>
              <a:t> </a:t>
            </a:r>
            <a:r>
              <a:rPr lang="en" altLang="zh-CN" sz="2000" dirty="0"/>
              <a:t>word. </a:t>
            </a:r>
          </a:p>
          <a:p>
            <a:pPr marL="0" indent="0" eaLnBrk="1" hangingPunct="1">
              <a:buFontTx/>
              <a:buNone/>
              <a:defRPr/>
            </a:pPr>
            <a:r>
              <a:rPr lang="zh-CN" altLang="en-US" sz="2000" dirty="0"/>
              <a:t>（）</a:t>
            </a:r>
            <a:r>
              <a:rPr lang="en-US" altLang="zh-CN" sz="2000" dirty="0">
                <a:solidFill>
                  <a:srgbClr val="000000"/>
                </a:solidFill>
              </a:rPr>
              <a:t> </a:t>
            </a:r>
            <a:r>
              <a:rPr lang="en" altLang="zh-CN" sz="2000" dirty="0">
                <a:solidFill>
                  <a:srgbClr val="000000"/>
                </a:solidFill>
              </a:rPr>
              <a:t>simply; sheer; at all </a:t>
            </a:r>
          </a:p>
          <a:p>
            <a:pPr marL="0" indent="0" eaLnBrk="1" hangingPunct="1">
              <a:buFontTx/>
              <a:buNone/>
              <a:defRPr/>
            </a:pPr>
            <a:r>
              <a:rPr lang="en" altLang="zh-CN" sz="2000" dirty="0"/>
              <a:t>A.</a:t>
            </a:r>
            <a:r>
              <a:rPr lang="zh-CN" altLang="en-US" sz="2000" dirty="0"/>
              <a:t>礼物  </a:t>
            </a:r>
            <a:r>
              <a:rPr lang="en" altLang="zh-CN" sz="2000" dirty="0"/>
              <a:t>B.</a:t>
            </a:r>
            <a:r>
              <a:rPr lang="zh-CN" altLang="en-US" sz="2000" dirty="0"/>
              <a:t>下雨  </a:t>
            </a:r>
            <a:r>
              <a:rPr lang="en" altLang="zh-CN" sz="2000" dirty="0"/>
              <a:t>C.</a:t>
            </a:r>
            <a:r>
              <a:rPr lang="zh-CN" altLang="en-US" sz="2000" dirty="0"/>
              <a:t>世界  </a:t>
            </a:r>
            <a:r>
              <a:rPr lang="en" altLang="zh-CN" sz="2000" dirty="0"/>
              <a:t>D.</a:t>
            </a:r>
            <a:r>
              <a:rPr lang="zh-CN" altLang="en-US" sz="2000" dirty="0"/>
              <a:t>简直</a:t>
            </a:r>
            <a:endParaRPr lang="en-US" altLang="zh-CN" sz="2000" dirty="0"/>
          </a:p>
          <a:p>
            <a:pPr marL="0" indent="0" eaLnBrk="1" hangingPunct="1">
              <a:buFontTx/>
              <a:buNone/>
              <a:defRPr/>
            </a:pPr>
            <a:endParaRPr lang="en-US" altLang="zh-CN" sz="2000" dirty="0"/>
          </a:p>
          <a:p>
            <a:pPr marL="0" indent="0" eaLnBrk="1" hangingPunct="1">
              <a:buFontTx/>
              <a:buNone/>
              <a:defRPr/>
            </a:pPr>
            <a:r>
              <a:rPr lang="en-US" altLang="zh-CN" sz="2000" dirty="0"/>
              <a:t>2.</a:t>
            </a:r>
            <a:r>
              <a:rPr lang="zh-CN" altLang="en-US" sz="2000" dirty="0"/>
              <a:t> </a:t>
            </a:r>
            <a:r>
              <a:rPr lang="en-US" altLang="zh-CN" sz="2000" dirty="0"/>
              <a:t>Find</a:t>
            </a:r>
            <a:r>
              <a:rPr lang="zh-CN" altLang="en-US" sz="2000" dirty="0"/>
              <a:t> </a:t>
            </a:r>
            <a:r>
              <a:rPr lang="en-US" altLang="zh-CN" sz="2000" dirty="0"/>
              <a:t>right</a:t>
            </a:r>
            <a:r>
              <a:rPr lang="zh-CN" altLang="en-US" sz="2000" dirty="0"/>
              <a:t> </a:t>
            </a:r>
            <a:r>
              <a:rPr lang="en-US" altLang="zh-CN" sz="2000" dirty="0"/>
              <a:t>collocation.</a:t>
            </a:r>
          </a:p>
          <a:p>
            <a:pPr marL="0" indent="0" eaLnBrk="1" hangingPunct="1">
              <a:buFontTx/>
              <a:buNone/>
              <a:defRPr/>
            </a:pPr>
            <a:r>
              <a:rPr lang="zh-CN" altLang="en-US" sz="2000" dirty="0">
                <a:solidFill>
                  <a:srgbClr val="000000"/>
                </a:solidFill>
              </a:rPr>
              <a:t>（） </a:t>
            </a:r>
            <a:r>
              <a:rPr lang="en" altLang="zh-CN" sz="2000" dirty="0">
                <a:solidFill>
                  <a:srgbClr val="000000"/>
                </a:solidFill>
              </a:rPr>
              <a:t>X </a:t>
            </a:r>
            <a:r>
              <a:rPr lang="zh-CN" altLang="en-US" sz="2000" dirty="0">
                <a:solidFill>
                  <a:srgbClr val="000000"/>
                </a:solidFill>
              </a:rPr>
              <a:t>相信    </a:t>
            </a:r>
            <a:r>
              <a:rPr lang="en" altLang="zh-CN" sz="2000" dirty="0"/>
              <a:t>A.</a:t>
            </a:r>
            <a:r>
              <a:rPr lang="zh-CN" altLang="en-US" sz="2000" dirty="0"/>
              <a:t>门   </a:t>
            </a:r>
            <a:r>
              <a:rPr lang="en" altLang="zh-CN" sz="2000" dirty="0"/>
              <a:t>B.</a:t>
            </a:r>
            <a:r>
              <a:rPr lang="zh-CN" altLang="en-US" sz="2000" dirty="0"/>
              <a:t>哭  </a:t>
            </a:r>
            <a:r>
              <a:rPr lang="en" altLang="zh-CN" sz="2000" dirty="0"/>
              <a:t>C.</a:t>
            </a:r>
            <a:r>
              <a:rPr lang="zh-CN" altLang="en-US" sz="2000" dirty="0"/>
              <a:t>简直  </a:t>
            </a:r>
            <a:r>
              <a:rPr lang="en" altLang="zh-CN" sz="2000" dirty="0"/>
              <a:t>D.</a:t>
            </a:r>
            <a:r>
              <a:rPr lang="zh-CN" altLang="en-US" sz="2000" dirty="0"/>
              <a:t>北京 </a:t>
            </a:r>
            <a:endParaRPr lang="en-US" altLang="zh-CN" sz="2000" dirty="0">
              <a:solidFill>
                <a:srgbClr val="000000"/>
              </a:solidFill>
            </a:endParaRPr>
          </a:p>
          <a:p>
            <a:pPr marL="0" indent="0" eaLnBrk="1" hangingPunct="1">
              <a:buFontTx/>
              <a:buNone/>
              <a:defRPr/>
            </a:pPr>
            <a:endParaRPr lang="en-US" altLang="zh-CN" sz="2000" dirty="0"/>
          </a:p>
          <a:p>
            <a:pPr marL="0" indent="0" eaLnBrk="1" hangingPunct="1">
              <a:buFontTx/>
              <a:buNone/>
              <a:defRPr/>
            </a:pPr>
            <a:r>
              <a:rPr lang="en-US" altLang="zh-CN" sz="2000" dirty="0"/>
              <a:t>3.</a:t>
            </a:r>
            <a:r>
              <a:rPr lang="zh-CN" altLang="en-US" sz="2000" dirty="0"/>
              <a:t> </a:t>
            </a:r>
            <a:r>
              <a:rPr lang="en-US" altLang="zh-CN" sz="2000" dirty="0"/>
              <a:t>Fill</a:t>
            </a:r>
            <a:r>
              <a:rPr lang="zh-CN" altLang="en-US" sz="2000" dirty="0"/>
              <a:t> </a:t>
            </a:r>
            <a:r>
              <a:rPr lang="en-US" altLang="zh-CN" sz="2000" dirty="0"/>
              <a:t>in right word.</a:t>
            </a:r>
          </a:p>
          <a:p>
            <a:pPr marL="0" indent="0" eaLnBrk="1" hangingPunct="1">
              <a:buFontTx/>
              <a:buNone/>
              <a:defRPr/>
            </a:pPr>
            <a:r>
              <a:rPr kumimoji="1" lang="zh-CN" altLang="en-US" sz="2000" dirty="0">
                <a:solidFill>
                  <a:srgbClr val="000000"/>
                </a:solidFill>
              </a:rPr>
              <a:t>我简（）不敢相信自己的耳朵。</a:t>
            </a:r>
            <a:endParaRPr kumimoji="1" lang="zh-CN" altLang="en-US" sz="2000" dirty="0"/>
          </a:p>
          <a:p>
            <a:pPr marL="0" indent="0" eaLnBrk="1" hangingPunct="1">
              <a:buFontTx/>
              <a:buNone/>
              <a:defRPr/>
            </a:pPr>
            <a:endParaRPr kumimoji="1" lang="zh-CN" altLang="en-US" sz="2000" dirty="0"/>
          </a:p>
        </p:txBody>
      </p:sp>
      <p:sp>
        <p:nvSpPr>
          <p:cNvPr id="4" name="圆角矩形 3">
            <a:extLst>
              <a:ext uri="{FF2B5EF4-FFF2-40B4-BE49-F238E27FC236}">
                <a16:creationId xmlns:a16="http://schemas.microsoft.com/office/drawing/2014/main" id="{9889BC5F-0ACA-7A42-B35A-B3D7FF15B828}"/>
              </a:ext>
            </a:extLst>
          </p:cNvPr>
          <p:cNvSpPr/>
          <p:nvPr/>
        </p:nvSpPr>
        <p:spPr>
          <a:xfrm>
            <a:off x="6346825" y="5097463"/>
            <a:ext cx="2514600" cy="598487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kumimoji="1" lang="en-US" altLang="zh-CN" dirty="0">
                <a:hlinkClick r:id="rId2" action="ppaction://hlinksldjump"/>
              </a:rPr>
              <a:t>Click to the next page</a:t>
            </a:r>
            <a:endParaRPr kumimoji="1" lang="zh-CN" altLang="en-US" dirty="0"/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CED0817-D27F-B64C-9D40-FB9BCEACDD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sz="2800" dirty="0"/>
              <a:t>End</a:t>
            </a:r>
            <a:r>
              <a:rPr kumimoji="1" lang="zh-CN" altLang="en-US" sz="2800" dirty="0"/>
              <a:t> </a:t>
            </a:r>
            <a:r>
              <a:rPr kumimoji="1" lang="en-US" altLang="zh-CN" sz="2800" dirty="0"/>
              <a:t>time</a:t>
            </a:r>
            <a:r>
              <a:rPr kumimoji="1" lang="zh-CN" altLang="en-US" sz="2800" dirty="0"/>
              <a:t> </a:t>
            </a:r>
            <a:r>
              <a:rPr kumimoji="1" lang="en-US" altLang="zh-CN" sz="2800" dirty="0"/>
              <a:t>of learning a word </a:t>
            </a:r>
            <a:endParaRPr kumimoji="1" lang="zh-CN" altLang="en-US" sz="2800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077E894-BBC6-7C41-9939-B130BFD1BA5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zh-CN" sz="2000" dirty="0"/>
              <a:t>Please write down the present time (accurate to the minute) on your paper. __________</a:t>
            </a:r>
          </a:p>
          <a:p>
            <a:endParaRPr kumimoji="1" lang="zh-CN" altLang="en-US" dirty="0"/>
          </a:p>
        </p:txBody>
      </p:sp>
      <p:sp>
        <p:nvSpPr>
          <p:cNvPr id="4" name="圆角矩形 3">
            <a:extLst>
              <a:ext uri="{FF2B5EF4-FFF2-40B4-BE49-F238E27FC236}">
                <a16:creationId xmlns:a16="http://schemas.microsoft.com/office/drawing/2014/main" id="{01ADF194-DBE7-8A4C-B5E8-98F40B075572}"/>
              </a:ext>
            </a:extLst>
          </p:cNvPr>
          <p:cNvSpPr/>
          <p:nvPr/>
        </p:nvSpPr>
        <p:spPr>
          <a:xfrm>
            <a:off x="6346825" y="5097463"/>
            <a:ext cx="2514600" cy="598487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kumimoji="1" lang="en-US" altLang="zh-CN" dirty="0">
                <a:hlinkClick r:id="rId2" action="ppaction://hlinksldjump"/>
              </a:rPr>
              <a:t>Next word</a:t>
            </a:r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941452451"/>
      </p:ext>
    </p:extLst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CED0817-D27F-B64C-9D40-FB9BCEACDD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sz="2800" dirty="0"/>
              <a:t>Start</a:t>
            </a:r>
            <a:r>
              <a:rPr kumimoji="1" lang="zh-CN" altLang="en-US" sz="2800" dirty="0"/>
              <a:t> </a:t>
            </a:r>
            <a:r>
              <a:rPr kumimoji="1" lang="en-US" altLang="zh-CN" sz="2800" dirty="0"/>
              <a:t>time</a:t>
            </a:r>
            <a:r>
              <a:rPr kumimoji="1" lang="zh-CN" altLang="en-US" sz="2800" dirty="0"/>
              <a:t> </a:t>
            </a:r>
            <a:r>
              <a:rPr kumimoji="1" lang="en-US" altLang="zh-CN" sz="2800" dirty="0"/>
              <a:t>of learning a word </a:t>
            </a:r>
            <a:endParaRPr kumimoji="1" lang="zh-CN" altLang="en-US" sz="2800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077E894-BBC6-7C41-9939-B130BFD1BA5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zh-CN" sz="2000" dirty="0"/>
              <a:t>Please write down the present time (accurate to the minute) on your paper. __________</a:t>
            </a:r>
          </a:p>
          <a:p>
            <a:endParaRPr kumimoji="1" lang="zh-CN" altLang="en-US" dirty="0"/>
          </a:p>
        </p:txBody>
      </p:sp>
      <p:sp>
        <p:nvSpPr>
          <p:cNvPr id="4" name="圆角矩形 3">
            <a:extLst>
              <a:ext uri="{FF2B5EF4-FFF2-40B4-BE49-F238E27FC236}">
                <a16:creationId xmlns:a16="http://schemas.microsoft.com/office/drawing/2014/main" id="{01ADF194-DBE7-8A4C-B5E8-98F40B075572}"/>
              </a:ext>
            </a:extLst>
          </p:cNvPr>
          <p:cNvSpPr/>
          <p:nvPr/>
        </p:nvSpPr>
        <p:spPr>
          <a:xfrm>
            <a:off x="6346825" y="5097463"/>
            <a:ext cx="2514600" cy="598487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kumimoji="1" lang="en-US" altLang="zh-CN" dirty="0">
                <a:hlinkClick r:id="rId2" action="ppaction://hlinksldjump"/>
              </a:rPr>
              <a:t>Click to the next page</a:t>
            </a:r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293536842"/>
      </p:ext>
    </p:extLst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1" name="标题 1">
            <a:extLst>
              <a:ext uri="{FF2B5EF4-FFF2-40B4-BE49-F238E27FC236}">
                <a16:creationId xmlns:a16="http://schemas.microsoft.com/office/drawing/2014/main" id="{06570B87-D7AD-9647-9CE5-37739358B28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74637"/>
            <a:ext cx="8229600" cy="1249363"/>
          </a:xfrm>
        </p:spPr>
        <p:txBody>
          <a:bodyPr/>
          <a:lstStyle/>
          <a:p>
            <a:pPr algn="l"/>
            <a:r>
              <a:rPr kumimoji="1" lang="en-US" altLang="zh-CN" sz="2400" dirty="0"/>
              <a:t>How about you know </a:t>
            </a:r>
            <a:r>
              <a:rPr kumimoji="1" lang="zh-CN" altLang="en-US" sz="2400" dirty="0"/>
              <a:t>暖和？</a:t>
            </a:r>
            <a:br>
              <a:rPr kumimoji="1" lang="en-US" altLang="zh-CN" sz="2400" dirty="0"/>
            </a:br>
            <a:r>
              <a:rPr kumimoji="1" lang="en-US" altLang="zh-CN" sz="2400" dirty="0"/>
              <a:t>Please</a:t>
            </a:r>
            <a:r>
              <a:rPr kumimoji="1" lang="zh-CN" altLang="en-US" sz="2400" dirty="0"/>
              <a:t> </a:t>
            </a:r>
            <a:r>
              <a:rPr kumimoji="1" lang="en-US" altLang="zh-CN" sz="2400" dirty="0"/>
              <a:t>write down the choice on your page and click the choice to jump to the corresponding page</a:t>
            </a:r>
            <a:endParaRPr kumimoji="1" lang="zh-CN" altLang="en-US" sz="2400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30F45E4-88F1-6F47-B1DD-2543870B46A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676400"/>
            <a:ext cx="8229600" cy="3962399"/>
          </a:xfrm>
        </p:spPr>
        <p:txBody>
          <a:bodyPr/>
          <a:lstStyle/>
          <a:p>
            <a:pPr>
              <a:defRPr/>
            </a:pPr>
            <a:r>
              <a:rPr lang="en-US" altLang="zh-CN" sz="2000" dirty="0"/>
              <a:t>I have never seen this word.</a:t>
            </a:r>
          </a:p>
          <a:p>
            <a:pPr marL="0" indent="0">
              <a:buNone/>
              <a:defRPr/>
            </a:pPr>
            <a:r>
              <a:rPr lang="en-US" altLang="zh-CN" sz="2000" dirty="0"/>
              <a:t> </a:t>
            </a:r>
            <a:endParaRPr lang="zh-CN" altLang="zh-CN" sz="2000" dirty="0"/>
          </a:p>
          <a:p>
            <a:pPr>
              <a:defRPr/>
            </a:pPr>
            <a:r>
              <a:rPr lang="en-US" altLang="zh-CN" sz="2000" dirty="0"/>
              <a:t>I don’t know what it means. </a:t>
            </a:r>
          </a:p>
          <a:p>
            <a:pPr>
              <a:defRPr/>
            </a:pPr>
            <a:endParaRPr lang="zh-CN" altLang="zh-CN" sz="2000" dirty="0"/>
          </a:p>
          <a:p>
            <a:pPr>
              <a:defRPr/>
            </a:pPr>
            <a:r>
              <a:rPr lang="en-US" altLang="zh-CN" sz="2000" dirty="0"/>
              <a:t>I know its meaning, but I don’t know its collocations.</a:t>
            </a:r>
          </a:p>
          <a:p>
            <a:pPr>
              <a:defRPr/>
            </a:pPr>
            <a:endParaRPr lang="zh-CN" altLang="zh-CN" sz="2000" dirty="0"/>
          </a:p>
          <a:p>
            <a:pPr>
              <a:defRPr/>
            </a:pPr>
            <a:r>
              <a:rPr lang="en-US" altLang="zh-CN" sz="2000" dirty="0"/>
              <a:t>I know its collocation, but I don’t know how to use it in a sentence.</a:t>
            </a:r>
          </a:p>
          <a:p>
            <a:pPr>
              <a:defRPr/>
            </a:pPr>
            <a:endParaRPr lang="en-US" altLang="zh-CN" sz="2000" dirty="0"/>
          </a:p>
          <a:p>
            <a:pPr>
              <a:defRPr/>
            </a:pPr>
            <a:r>
              <a:rPr lang="en-US" altLang="zh-CN" sz="2000" dirty="0"/>
              <a:t>I can use it in a sentence. </a:t>
            </a:r>
            <a:endParaRPr lang="zh-CN" altLang="zh-CN" sz="1800" dirty="0"/>
          </a:p>
        </p:txBody>
      </p:sp>
      <p:sp>
        <p:nvSpPr>
          <p:cNvPr id="4" name="圆角矩形 3">
            <a:extLst>
              <a:ext uri="{FF2B5EF4-FFF2-40B4-BE49-F238E27FC236}">
                <a16:creationId xmlns:a16="http://schemas.microsoft.com/office/drawing/2014/main" id="{3C106C97-9EF1-AE4E-80B1-861673DC5DA6}"/>
              </a:ext>
            </a:extLst>
          </p:cNvPr>
          <p:cNvSpPr/>
          <p:nvPr/>
        </p:nvSpPr>
        <p:spPr>
          <a:xfrm>
            <a:off x="4191000" y="1752600"/>
            <a:ext cx="762000" cy="3810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kumimoji="1" lang="en-US" altLang="zh-CN" dirty="0">
                <a:hlinkClick r:id="rId2" action="ppaction://hlinksldjump"/>
              </a:rPr>
              <a:t>A</a:t>
            </a:r>
            <a:endParaRPr kumimoji="1" lang="zh-CN" altLang="en-US" dirty="0"/>
          </a:p>
        </p:txBody>
      </p:sp>
      <p:sp>
        <p:nvSpPr>
          <p:cNvPr id="6" name="圆角矩形 5">
            <a:extLst>
              <a:ext uri="{FF2B5EF4-FFF2-40B4-BE49-F238E27FC236}">
                <a16:creationId xmlns:a16="http://schemas.microsoft.com/office/drawing/2014/main" id="{DCF760C6-CAEF-4949-AB75-58AD9F2FC2D8}"/>
              </a:ext>
            </a:extLst>
          </p:cNvPr>
          <p:cNvSpPr/>
          <p:nvPr/>
        </p:nvSpPr>
        <p:spPr>
          <a:xfrm>
            <a:off x="6781800" y="3124200"/>
            <a:ext cx="762000" cy="3810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kumimoji="1" lang="en-US" altLang="zh-CN" dirty="0">
                <a:hlinkClick r:id="rId3" action="ppaction://hlinksldjump"/>
              </a:rPr>
              <a:t>C</a:t>
            </a:r>
            <a:endParaRPr kumimoji="1" lang="zh-CN" altLang="en-US" dirty="0"/>
          </a:p>
        </p:txBody>
      </p:sp>
      <p:sp>
        <p:nvSpPr>
          <p:cNvPr id="7" name="圆角矩形 6">
            <a:extLst>
              <a:ext uri="{FF2B5EF4-FFF2-40B4-BE49-F238E27FC236}">
                <a16:creationId xmlns:a16="http://schemas.microsoft.com/office/drawing/2014/main" id="{D6C5558C-2A94-D340-B88D-3771B105CE99}"/>
              </a:ext>
            </a:extLst>
          </p:cNvPr>
          <p:cNvSpPr/>
          <p:nvPr/>
        </p:nvSpPr>
        <p:spPr>
          <a:xfrm>
            <a:off x="7531395" y="4343400"/>
            <a:ext cx="762000" cy="3810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kumimoji="1" lang="en-US" altLang="zh-CN" dirty="0">
                <a:hlinkClick r:id="rId4" action="ppaction://hlinksldjump"/>
              </a:rPr>
              <a:t>D</a:t>
            </a:r>
            <a:endParaRPr kumimoji="1" lang="zh-CN" altLang="en-US" dirty="0"/>
          </a:p>
        </p:txBody>
      </p:sp>
      <p:sp>
        <p:nvSpPr>
          <p:cNvPr id="8" name="圆角矩形 7">
            <a:extLst>
              <a:ext uri="{FF2B5EF4-FFF2-40B4-BE49-F238E27FC236}">
                <a16:creationId xmlns:a16="http://schemas.microsoft.com/office/drawing/2014/main" id="{E418098F-A830-0E4B-AE1B-BF99FBB77185}"/>
              </a:ext>
            </a:extLst>
          </p:cNvPr>
          <p:cNvSpPr/>
          <p:nvPr/>
        </p:nvSpPr>
        <p:spPr>
          <a:xfrm>
            <a:off x="3962400" y="4648200"/>
            <a:ext cx="762000" cy="3810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kumimoji="1" lang="en-US" altLang="zh-CN" dirty="0">
                <a:hlinkClick r:id="rId5" action="ppaction://hlinksldjump"/>
              </a:rPr>
              <a:t>E</a:t>
            </a:r>
            <a:endParaRPr kumimoji="1" lang="zh-CN" altLang="en-US" dirty="0"/>
          </a:p>
        </p:txBody>
      </p:sp>
      <p:sp>
        <p:nvSpPr>
          <p:cNvPr id="9" name="圆角矩形 8">
            <a:extLst>
              <a:ext uri="{FF2B5EF4-FFF2-40B4-BE49-F238E27FC236}">
                <a16:creationId xmlns:a16="http://schemas.microsoft.com/office/drawing/2014/main" id="{5E955882-84DF-F541-BD1E-BB1F7EDDA2DC}"/>
              </a:ext>
            </a:extLst>
          </p:cNvPr>
          <p:cNvSpPr/>
          <p:nvPr/>
        </p:nvSpPr>
        <p:spPr>
          <a:xfrm>
            <a:off x="4191000" y="2514600"/>
            <a:ext cx="762000" cy="3810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kumimoji="1" lang="en-US" altLang="zh-CN" dirty="0">
                <a:solidFill>
                  <a:schemeClr val="accent1">
                    <a:lumMod val="50000"/>
                  </a:schemeClr>
                </a:solidFill>
                <a:hlinkClick r:id="rId6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B</a:t>
            </a:r>
            <a:endParaRPr kumimoji="1" lang="zh-CN" altLang="en-US" dirty="0">
              <a:solidFill>
                <a:schemeClr val="accent1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15276386"/>
      </p:ext>
    </p:extLst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49" name="标题 1">
            <a:extLst>
              <a:ext uri="{FF2B5EF4-FFF2-40B4-BE49-F238E27FC236}">
                <a16:creationId xmlns:a16="http://schemas.microsoft.com/office/drawing/2014/main" id="{AD690D71-8382-2843-8924-B32BEAAA831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kumimoji="1" lang="zh-CN" altLang="en-US"/>
              <a:t>暖和</a:t>
            </a:r>
            <a:r>
              <a:rPr kumimoji="1" lang="en-US" altLang="zh-CN"/>
              <a:t> nuǎn huo </a:t>
            </a:r>
            <a:endParaRPr kumimoji="1" lang="zh-CN" alt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092185D-0CAA-1D4F-815A-0830B5DCDDC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defRPr/>
            </a:pPr>
            <a:r>
              <a:rPr kumimoji="1" lang="zh-CN" altLang="en-US" sz="2000" dirty="0"/>
              <a:t>暖</a:t>
            </a:r>
            <a:r>
              <a:rPr kumimoji="1" lang="en-US" altLang="zh-CN" sz="2000" dirty="0"/>
              <a:t> </a:t>
            </a:r>
            <a:r>
              <a:rPr kumimoji="1" lang="en-US" altLang="zh-CN" sz="2000" dirty="0" err="1"/>
              <a:t>nuǎn</a:t>
            </a:r>
            <a:r>
              <a:rPr kumimoji="1" lang="en-US" altLang="zh-CN" sz="2000" dirty="0"/>
              <a:t> ADJECTIVE warm; genial</a:t>
            </a:r>
          </a:p>
          <a:p>
            <a:pPr eaLnBrk="1" hangingPunct="1">
              <a:defRPr/>
            </a:pPr>
            <a:r>
              <a:rPr kumimoji="1" lang="zh-CN" altLang="en-US" sz="2000" dirty="0"/>
              <a:t>和</a:t>
            </a:r>
            <a:r>
              <a:rPr kumimoji="1" lang="en-US" altLang="zh-CN" sz="2000" dirty="0"/>
              <a:t> </a:t>
            </a:r>
            <a:r>
              <a:rPr kumimoji="1" lang="en-US" altLang="zh-CN" sz="2000" dirty="0" err="1"/>
              <a:t>huo</a:t>
            </a:r>
            <a:r>
              <a:rPr kumimoji="1" lang="en-US" altLang="zh-CN" sz="2000" dirty="0"/>
              <a:t> ADJECTIVE gentle; mild; kind</a:t>
            </a:r>
            <a:endParaRPr lang="en-US" altLang="zh-CN" sz="2000" dirty="0">
              <a:solidFill>
                <a:srgbClr val="000000"/>
              </a:solidFill>
            </a:endParaRPr>
          </a:p>
          <a:p>
            <a:pPr eaLnBrk="1" hangingPunct="1">
              <a:defRPr/>
            </a:pPr>
            <a:r>
              <a:rPr lang="en-US" altLang="zh-CN" sz="2000" dirty="0">
                <a:solidFill>
                  <a:srgbClr val="000000"/>
                </a:solidFill>
              </a:rPr>
              <a:t>ADVERB</a:t>
            </a:r>
            <a:r>
              <a:rPr lang="zh-CN" altLang="en-US" sz="2000" dirty="0">
                <a:solidFill>
                  <a:srgbClr val="000000"/>
                </a:solidFill>
              </a:rPr>
              <a:t> </a:t>
            </a:r>
            <a:r>
              <a:rPr lang="zh-CN" altLang="en" sz="2000" dirty="0">
                <a:solidFill>
                  <a:srgbClr val="000000"/>
                </a:solidFill>
              </a:rPr>
              <a:t>（</a:t>
            </a:r>
            <a:r>
              <a:rPr lang="en" altLang="zh-CN" sz="2000" dirty="0">
                <a:solidFill>
                  <a:srgbClr val="000000"/>
                </a:solidFill>
              </a:rPr>
              <a:t>of weather, environment, etc.</a:t>
            </a:r>
            <a:r>
              <a:rPr lang="zh-CN" altLang="en" sz="2000" dirty="0">
                <a:solidFill>
                  <a:srgbClr val="000000"/>
                </a:solidFill>
              </a:rPr>
              <a:t>）</a:t>
            </a:r>
            <a:r>
              <a:rPr lang="en" altLang="zh-CN" sz="2000" dirty="0">
                <a:solidFill>
                  <a:srgbClr val="000000"/>
                </a:solidFill>
              </a:rPr>
              <a:t>warm; mild</a:t>
            </a:r>
          </a:p>
          <a:p>
            <a:pPr eaLnBrk="1" hangingPunct="1">
              <a:defRPr/>
            </a:pPr>
            <a:r>
              <a:rPr lang="en-US" altLang="zh-CN" sz="2000" dirty="0">
                <a:solidFill>
                  <a:srgbClr val="000000"/>
                </a:solidFill>
              </a:rPr>
              <a:t>Collocation:</a:t>
            </a:r>
          </a:p>
          <a:p>
            <a:pPr marL="0" indent="0" eaLnBrk="1" hangingPunct="1">
              <a:buFontTx/>
              <a:buNone/>
              <a:defRPr/>
            </a:pPr>
            <a:r>
              <a:rPr lang="zh-CN" altLang="en-US" sz="2000" dirty="0">
                <a:solidFill>
                  <a:srgbClr val="000000"/>
                </a:solidFill>
              </a:rPr>
              <a:t>天气（一级） 暖和</a:t>
            </a:r>
            <a:r>
              <a:rPr lang="en-US" altLang="zh-CN" sz="2000" dirty="0">
                <a:solidFill>
                  <a:srgbClr val="000000"/>
                </a:solidFill>
              </a:rPr>
              <a:t>  warm weather</a:t>
            </a:r>
            <a:endParaRPr lang="zh-CN" altLang="en-US" sz="2000" dirty="0">
              <a:solidFill>
                <a:srgbClr val="000000"/>
              </a:solidFill>
            </a:endParaRPr>
          </a:p>
          <a:p>
            <a:pPr marL="0" indent="0" eaLnBrk="1" hangingPunct="1">
              <a:buFontTx/>
              <a:buNone/>
              <a:defRPr/>
            </a:pPr>
            <a:r>
              <a:rPr lang="zh-CN" altLang="en-US" sz="2000" dirty="0">
                <a:solidFill>
                  <a:srgbClr val="000000"/>
                </a:solidFill>
              </a:rPr>
              <a:t>很（一级） 暖和</a:t>
            </a:r>
            <a:r>
              <a:rPr lang="en-US" altLang="zh-CN" sz="2000" dirty="0">
                <a:solidFill>
                  <a:srgbClr val="000000"/>
                </a:solidFill>
              </a:rPr>
              <a:t>  very warm</a:t>
            </a:r>
          </a:p>
          <a:p>
            <a:pPr marL="0" indent="0" eaLnBrk="1" hangingPunct="1">
              <a:buFontTx/>
              <a:buNone/>
              <a:defRPr/>
            </a:pPr>
            <a:r>
              <a:rPr lang="en-US" altLang="zh-CN" sz="2000" dirty="0">
                <a:solidFill>
                  <a:srgbClr val="000000"/>
                </a:solidFill>
              </a:rPr>
              <a:t>Sentence:</a:t>
            </a:r>
          </a:p>
          <a:p>
            <a:pPr marL="0" indent="0" eaLnBrk="1" hangingPunct="1">
              <a:buFontTx/>
              <a:buNone/>
              <a:defRPr/>
            </a:pPr>
            <a:r>
              <a:rPr kumimoji="1" lang="zh-CN" altLang="en-US" sz="2000" dirty="0">
                <a:solidFill>
                  <a:srgbClr val="000000"/>
                </a:solidFill>
              </a:rPr>
              <a:t>那里的气候非常暖和。</a:t>
            </a:r>
            <a:endParaRPr kumimoji="1" lang="en-US" altLang="zh-CN" sz="2000" dirty="0">
              <a:solidFill>
                <a:srgbClr val="000000"/>
              </a:solidFill>
            </a:endParaRPr>
          </a:p>
          <a:p>
            <a:pPr marL="0" indent="0" eaLnBrk="1" hangingPunct="1">
              <a:buFontTx/>
              <a:buNone/>
              <a:defRPr/>
            </a:pPr>
            <a:r>
              <a:rPr kumimoji="1" lang="zh-CN" altLang="en-US" sz="2000" dirty="0"/>
              <a:t>那里</a:t>
            </a:r>
            <a:r>
              <a:rPr kumimoji="1" lang="en-US" altLang="zh-CN" sz="2000" dirty="0"/>
              <a:t>/</a:t>
            </a:r>
            <a:r>
              <a:rPr kumimoji="1" lang="en" altLang="zh-CN" sz="2000" dirty="0" err="1"/>
              <a:t>nàli</a:t>
            </a:r>
            <a:r>
              <a:rPr kumimoji="1" lang="en" altLang="zh-CN" sz="2000" dirty="0"/>
              <a:t>  </a:t>
            </a:r>
            <a:r>
              <a:rPr kumimoji="1" lang="zh-CN" altLang="en-US" sz="2000" dirty="0"/>
              <a:t>的</a:t>
            </a:r>
            <a:r>
              <a:rPr kumimoji="1" lang="en-US" altLang="zh-CN" sz="2000" dirty="0"/>
              <a:t>/</a:t>
            </a:r>
            <a:r>
              <a:rPr kumimoji="1" lang="en" altLang="zh-CN" sz="2000" dirty="0"/>
              <a:t>de  </a:t>
            </a:r>
            <a:r>
              <a:rPr kumimoji="1" lang="zh-CN" altLang="en-US" sz="2000" dirty="0"/>
              <a:t>气候</a:t>
            </a:r>
            <a:r>
              <a:rPr kumimoji="1" lang="en-US" altLang="zh-CN" sz="2000" dirty="0"/>
              <a:t>/</a:t>
            </a:r>
            <a:r>
              <a:rPr kumimoji="1" lang="en" altLang="zh-CN" sz="2000" dirty="0" err="1"/>
              <a:t>qìhòu</a:t>
            </a:r>
            <a:r>
              <a:rPr kumimoji="1" lang="en" altLang="zh-CN" sz="2000" dirty="0"/>
              <a:t>  </a:t>
            </a:r>
            <a:r>
              <a:rPr kumimoji="1" lang="zh-CN" altLang="en-US" sz="2000" dirty="0"/>
              <a:t>非常</a:t>
            </a:r>
            <a:r>
              <a:rPr kumimoji="1" lang="en-US" altLang="zh-CN" sz="2000" dirty="0"/>
              <a:t>/</a:t>
            </a:r>
            <a:r>
              <a:rPr kumimoji="1" lang="en" altLang="zh-CN" sz="2000" dirty="0" err="1"/>
              <a:t>fēicháng</a:t>
            </a:r>
            <a:r>
              <a:rPr kumimoji="1" lang="en" altLang="zh-CN" sz="2000" dirty="0"/>
              <a:t>  </a:t>
            </a:r>
            <a:r>
              <a:rPr kumimoji="1" lang="zh-CN" altLang="en-US" sz="2000" dirty="0"/>
              <a:t>暖和</a:t>
            </a:r>
            <a:r>
              <a:rPr kumimoji="1" lang="en-US" altLang="zh-CN" sz="2000" dirty="0"/>
              <a:t>/</a:t>
            </a:r>
            <a:r>
              <a:rPr kumimoji="1" lang="en" altLang="zh-CN" sz="2000" dirty="0" err="1"/>
              <a:t>nuǎnhuo</a:t>
            </a:r>
            <a:r>
              <a:rPr kumimoji="1" lang="en" altLang="zh-CN" sz="2000" dirty="0"/>
              <a:t>  </a:t>
            </a:r>
            <a:r>
              <a:rPr kumimoji="1" lang="zh-CN" altLang="en" sz="2000" dirty="0"/>
              <a:t>。</a:t>
            </a:r>
            <a:endParaRPr kumimoji="1" lang="en-US" altLang="zh-CN" sz="2000" dirty="0"/>
          </a:p>
          <a:p>
            <a:pPr marL="0" indent="0" eaLnBrk="1" hangingPunct="1">
              <a:buFontTx/>
              <a:buNone/>
              <a:defRPr/>
            </a:pPr>
            <a:r>
              <a:rPr kumimoji="1" lang="en-US" altLang="zh-CN" sz="2000" dirty="0"/>
              <a:t>The climate there is very warm.</a:t>
            </a:r>
          </a:p>
          <a:p>
            <a:pPr marL="0" indent="0" eaLnBrk="1" hangingPunct="1">
              <a:buFontTx/>
              <a:buNone/>
              <a:defRPr/>
            </a:pPr>
            <a:r>
              <a:rPr kumimoji="1" lang="zh-CN" altLang="en" sz="2000" dirty="0"/>
              <a:t> </a:t>
            </a:r>
            <a:endParaRPr kumimoji="1" lang="zh-CN" altLang="en-US" sz="2000" dirty="0"/>
          </a:p>
        </p:txBody>
      </p:sp>
      <p:pic>
        <p:nvPicPr>
          <p:cNvPr id="2" name="暖和.wav" descr="暖和.wav">
            <a:hlinkClick r:id="" action="ppaction://media"/>
            <a:extLst>
              <a:ext uri="{FF2B5EF4-FFF2-40B4-BE49-F238E27FC236}">
                <a16:creationId xmlns:a16="http://schemas.microsoft.com/office/drawing/2014/main" id="{C6827D59-6BF3-0249-9278-2EB520FBF449}"/>
              </a:ext>
            </a:extLst>
          </p:cNvPr>
          <p:cNvPicPr>
            <a:picLocks noChangeAspect="1" noChangeArrowheads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00800" y="455613"/>
            <a:ext cx="533400" cy="533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" name="暖.wav" descr="暖.wav">
            <a:hlinkClick r:id="" action="ppaction://media"/>
            <a:extLst>
              <a:ext uri="{FF2B5EF4-FFF2-40B4-BE49-F238E27FC236}">
                <a16:creationId xmlns:a16="http://schemas.microsoft.com/office/drawing/2014/main" id="{27592ADF-B445-B04A-935E-DE6CF16C861B}"/>
              </a:ext>
            </a:extLst>
          </p:cNvPr>
          <p:cNvPicPr>
            <a:picLocks noChangeAspect="1" noChangeArrowheads="1"/>
          </p:cNvPicPr>
          <p:nvPr>
            <a:audi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76800" y="1143000"/>
            <a:ext cx="533400" cy="533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和.wav" descr="和.wav">
            <a:hlinkClick r:id="" action="ppaction://media"/>
            <a:extLst>
              <a:ext uri="{FF2B5EF4-FFF2-40B4-BE49-F238E27FC236}">
                <a16:creationId xmlns:a16="http://schemas.microsoft.com/office/drawing/2014/main" id="{DD0F3D3D-2E07-EF4F-AA68-5A767278E6E9}"/>
              </a:ext>
            </a:extLst>
          </p:cNvPr>
          <p:cNvPicPr>
            <a:picLocks noChangeAspect="1" noChangeArrowheads="1"/>
          </p:cNvPicPr>
          <p:nvPr>
            <a:audioFile r:link="rId6"/>
            <p:extLst>
              <p:ext uri="{DAA4B4D4-6D71-4841-9C94-3DE7FCFB9230}">
                <p14:media xmlns:p14="http://schemas.microsoft.com/office/powerpoint/2010/main" r:embed="rId5"/>
              </p:ext>
            </p:extLst>
          </p:nvPr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83200" y="1524000"/>
            <a:ext cx="533400" cy="533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" name="暖和.wav" descr="暖和.wav">
            <a:hlinkClick r:id="" action="ppaction://media"/>
            <a:extLst>
              <a:ext uri="{FF2B5EF4-FFF2-40B4-BE49-F238E27FC236}">
                <a16:creationId xmlns:a16="http://schemas.microsoft.com/office/drawing/2014/main" id="{3E33F946-24AA-3B42-80E4-DC72A47D0752}"/>
              </a:ext>
            </a:extLst>
          </p:cNvPr>
          <p:cNvPicPr>
            <a:picLocks noChangeAspect="1" noChangeArrowheads="1"/>
          </p:cNvPicPr>
          <p:nvPr>
            <a:audioFile r:link="rId8"/>
            <p:extLst>
              <p:ext uri="{DAA4B4D4-6D71-4841-9C94-3DE7FCFB9230}">
                <p14:media xmlns:p14="http://schemas.microsoft.com/office/powerpoint/2010/main" r:embed="rId7"/>
              </p:ext>
            </p:extLst>
          </p:nvPr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0" y="2667000"/>
            <a:ext cx="533400" cy="533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" name="很暖和.wav" descr="很暖和.wav">
            <a:hlinkClick r:id="" action="ppaction://media"/>
            <a:extLst>
              <a:ext uri="{FF2B5EF4-FFF2-40B4-BE49-F238E27FC236}">
                <a16:creationId xmlns:a16="http://schemas.microsoft.com/office/drawing/2014/main" id="{139F5ED1-1C1E-134A-8EE9-2F3E018FAE49}"/>
              </a:ext>
            </a:extLst>
          </p:cNvPr>
          <p:cNvPicPr>
            <a:picLocks noChangeAspect="1" noChangeArrowheads="1"/>
          </p:cNvPicPr>
          <p:nvPr>
            <a:audioFile r:link="rId10"/>
            <p:extLst>
              <p:ext uri="{DAA4B4D4-6D71-4841-9C94-3DE7FCFB9230}">
                <p14:media xmlns:p14="http://schemas.microsoft.com/office/powerpoint/2010/main" r:embed="rId9"/>
              </p:ext>
            </p:extLst>
          </p:nvPr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86200" y="3048000"/>
            <a:ext cx="533400" cy="533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" name="那里的气候非常暖和。.wav" descr="那里的气候非常暖和。.wav">
            <a:hlinkClick r:id="" action="ppaction://media"/>
            <a:extLst>
              <a:ext uri="{FF2B5EF4-FFF2-40B4-BE49-F238E27FC236}">
                <a16:creationId xmlns:a16="http://schemas.microsoft.com/office/drawing/2014/main" id="{1157C283-08A9-E844-84EF-1973FDE02246}"/>
              </a:ext>
            </a:extLst>
          </p:cNvPr>
          <p:cNvPicPr>
            <a:picLocks noChangeAspect="1" noChangeArrowheads="1"/>
          </p:cNvPicPr>
          <p:nvPr>
            <a:audioFile r:link="rId12"/>
            <p:extLst>
              <p:ext uri="{DAA4B4D4-6D71-4841-9C94-3DE7FCFB9230}">
                <p14:media xmlns:p14="http://schemas.microsoft.com/office/powerpoint/2010/main" r:embed="rId11"/>
              </p:ext>
            </p:extLst>
          </p:nvPr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00400" y="3657600"/>
            <a:ext cx="533400" cy="533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" name="圆角矩形 9">
            <a:extLst>
              <a:ext uri="{FF2B5EF4-FFF2-40B4-BE49-F238E27FC236}">
                <a16:creationId xmlns:a16="http://schemas.microsoft.com/office/drawing/2014/main" id="{E9FD2151-5C7C-E143-B020-431F79CCF41A}"/>
              </a:ext>
            </a:extLst>
          </p:cNvPr>
          <p:cNvSpPr/>
          <p:nvPr/>
        </p:nvSpPr>
        <p:spPr>
          <a:xfrm>
            <a:off x="6346825" y="5097463"/>
            <a:ext cx="2514600" cy="598487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kumimoji="1" lang="en-US" altLang="zh-CN" dirty="0">
                <a:hlinkClick r:id="rId15" action="ppaction://hlinksldjump"/>
              </a:rPr>
              <a:t>Click to the next page</a:t>
            </a:r>
            <a:endParaRPr kumimoji="1"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936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0" dur="648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4" dur="720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8" dur="936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22" dur="1008" fill="hold"/>
                                        <p:tgtEl>
                                          <p:spTgt spid="8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26" dur="2304" fill="hold"/>
                                        <p:tgtEl>
                                          <p:spTgt spid="9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2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"/>
                </p:tgtEl>
              </p:cMediaNode>
            </p:audio>
            <p:audio>
              <p:cMediaNode vol="80000">
                <p:cTn id="28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  <p:audio>
              <p:cMediaNode vol="80000">
                <p:cTn id="29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5"/>
                </p:tgtEl>
              </p:cMediaNode>
            </p:audio>
            <p:audio>
              <p:cMediaNode vol="80000">
                <p:cTn id="30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  <p:audio>
              <p:cMediaNode vol="80000">
                <p:cTn id="31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8"/>
                </p:tgtEl>
              </p:cMediaNode>
            </p:audio>
            <p:audio>
              <p:cMediaNode vol="80000">
                <p:cTn id="32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9"/>
                </p:tgtEl>
              </p:cMediaNode>
            </p:audio>
          </p:childTnLst>
        </p:cTn>
      </p:par>
    </p:tnLst>
  </p:timing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49" name="标题 1">
            <a:extLst>
              <a:ext uri="{FF2B5EF4-FFF2-40B4-BE49-F238E27FC236}">
                <a16:creationId xmlns:a16="http://schemas.microsoft.com/office/drawing/2014/main" id="{AD690D71-8382-2843-8924-B32BEAAA831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kumimoji="1" lang="zh-CN" altLang="en-US"/>
              <a:t>暖和</a:t>
            </a:r>
            <a:r>
              <a:rPr kumimoji="1" lang="en-US" altLang="zh-CN"/>
              <a:t> nuǎn huo </a:t>
            </a:r>
            <a:endParaRPr kumimoji="1" lang="zh-CN" alt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092185D-0CAA-1D4F-815A-0830B5DCDDC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zh-CN" sz="2000" dirty="0">
                <a:solidFill>
                  <a:srgbClr val="000000"/>
                </a:solidFill>
              </a:rPr>
              <a:t>ADVERB</a:t>
            </a:r>
            <a:r>
              <a:rPr lang="zh-CN" altLang="en-US" sz="2000" dirty="0">
                <a:solidFill>
                  <a:srgbClr val="000000"/>
                </a:solidFill>
              </a:rPr>
              <a:t> </a:t>
            </a:r>
            <a:r>
              <a:rPr lang="zh-CN" altLang="en" sz="2000" dirty="0">
                <a:solidFill>
                  <a:srgbClr val="000000"/>
                </a:solidFill>
              </a:rPr>
              <a:t>（</a:t>
            </a:r>
            <a:r>
              <a:rPr lang="en" altLang="zh-CN" sz="2000" dirty="0">
                <a:solidFill>
                  <a:srgbClr val="000000"/>
                </a:solidFill>
              </a:rPr>
              <a:t>of weather, environment, etc.</a:t>
            </a:r>
            <a:r>
              <a:rPr lang="zh-CN" altLang="en" sz="2000" dirty="0">
                <a:solidFill>
                  <a:srgbClr val="000000"/>
                </a:solidFill>
              </a:rPr>
              <a:t>）</a:t>
            </a:r>
            <a:r>
              <a:rPr lang="en" altLang="zh-CN" sz="2000" dirty="0">
                <a:solidFill>
                  <a:srgbClr val="000000"/>
                </a:solidFill>
              </a:rPr>
              <a:t>warm; mild</a:t>
            </a:r>
          </a:p>
          <a:p>
            <a:pPr eaLnBrk="1" hangingPunct="1">
              <a:defRPr/>
            </a:pPr>
            <a:r>
              <a:rPr lang="en-US" altLang="zh-CN" sz="2000" dirty="0">
                <a:solidFill>
                  <a:srgbClr val="000000"/>
                </a:solidFill>
              </a:rPr>
              <a:t>Collocation:</a:t>
            </a:r>
          </a:p>
          <a:p>
            <a:pPr marL="0" indent="0" eaLnBrk="1" hangingPunct="1">
              <a:buFontTx/>
              <a:buNone/>
              <a:defRPr/>
            </a:pPr>
            <a:r>
              <a:rPr lang="zh-CN" altLang="en-US" sz="2000" dirty="0">
                <a:solidFill>
                  <a:srgbClr val="000000"/>
                </a:solidFill>
              </a:rPr>
              <a:t>天气（一级） 暖和</a:t>
            </a:r>
            <a:r>
              <a:rPr lang="en-US" altLang="zh-CN" sz="2000" dirty="0">
                <a:solidFill>
                  <a:srgbClr val="000000"/>
                </a:solidFill>
              </a:rPr>
              <a:t>  warm weather</a:t>
            </a:r>
            <a:endParaRPr lang="zh-CN" altLang="en-US" sz="2000" dirty="0">
              <a:solidFill>
                <a:srgbClr val="000000"/>
              </a:solidFill>
            </a:endParaRPr>
          </a:p>
          <a:p>
            <a:pPr marL="0" indent="0" eaLnBrk="1" hangingPunct="1">
              <a:buFontTx/>
              <a:buNone/>
              <a:defRPr/>
            </a:pPr>
            <a:r>
              <a:rPr lang="zh-CN" altLang="en-US" sz="2000" dirty="0">
                <a:solidFill>
                  <a:srgbClr val="000000"/>
                </a:solidFill>
              </a:rPr>
              <a:t>很（一级） 暖和</a:t>
            </a:r>
            <a:r>
              <a:rPr lang="en-US" altLang="zh-CN" sz="2000" dirty="0">
                <a:solidFill>
                  <a:srgbClr val="000000"/>
                </a:solidFill>
              </a:rPr>
              <a:t>  very warm</a:t>
            </a:r>
          </a:p>
          <a:p>
            <a:pPr marL="0" indent="0" eaLnBrk="1" hangingPunct="1">
              <a:buFontTx/>
              <a:buNone/>
              <a:defRPr/>
            </a:pPr>
            <a:r>
              <a:rPr lang="en-US" altLang="zh-CN" sz="2000" dirty="0">
                <a:solidFill>
                  <a:srgbClr val="000000"/>
                </a:solidFill>
              </a:rPr>
              <a:t>Sentence:</a:t>
            </a:r>
          </a:p>
          <a:p>
            <a:pPr marL="0" indent="0" eaLnBrk="1" hangingPunct="1">
              <a:buFontTx/>
              <a:buNone/>
              <a:defRPr/>
            </a:pPr>
            <a:r>
              <a:rPr kumimoji="1" lang="zh-CN" altLang="en-US" sz="2000" dirty="0">
                <a:solidFill>
                  <a:srgbClr val="000000"/>
                </a:solidFill>
              </a:rPr>
              <a:t>那里的气候非常暖和。</a:t>
            </a:r>
            <a:endParaRPr kumimoji="1" lang="en-US" altLang="zh-CN" sz="2000" dirty="0">
              <a:solidFill>
                <a:srgbClr val="000000"/>
              </a:solidFill>
            </a:endParaRPr>
          </a:p>
          <a:p>
            <a:pPr marL="0" indent="0" eaLnBrk="1" hangingPunct="1">
              <a:buFontTx/>
              <a:buNone/>
              <a:defRPr/>
            </a:pPr>
            <a:r>
              <a:rPr kumimoji="1" lang="zh-CN" altLang="en-US" sz="2000" dirty="0"/>
              <a:t>那里</a:t>
            </a:r>
            <a:r>
              <a:rPr kumimoji="1" lang="en-US" altLang="zh-CN" sz="2000" dirty="0"/>
              <a:t>/</a:t>
            </a:r>
            <a:r>
              <a:rPr kumimoji="1" lang="en" altLang="zh-CN" sz="2000" dirty="0" err="1"/>
              <a:t>nàli</a:t>
            </a:r>
            <a:r>
              <a:rPr kumimoji="1" lang="en" altLang="zh-CN" sz="2000" dirty="0"/>
              <a:t>  </a:t>
            </a:r>
            <a:r>
              <a:rPr kumimoji="1" lang="zh-CN" altLang="en-US" sz="2000" dirty="0"/>
              <a:t>的</a:t>
            </a:r>
            <a:r>
              <a:rPr kumimoji="1" lang="en-US" altLang="zh-CN" sz="2000" dirty="0"/>
              <a:t>/</a:t>
            </a:r>
            <a:r>
              <a:rPr kumimoji="1" lang="en" altLang="zh-CN" sz="2000" dirty="0"/>
              <a:t>de  </a:t>
            </a:r>
            <a:r>
              <a:rPr kumimoji="1" lang="zh-CN" altLang="en-US" sz="2000" dirty="0"/>
              <a:t>气候</a:t>
            </a:r>
            <a:r>
              <a:rPr kumimoji="1" lang="en-US" altLang="zh-CN" sz="2000" dirty="0"/>
              <a:t>/</a:t>
            </a:r>
            <a:r>
              <a:rPr kumimoji="1" lang="en" altLang="zh-CN" sz="2000" dirty="0" err="1"/>
              <a:t>qìhòu</a:t>
            </a:r>
            <a:r>
              <a:rPr kumimoji="1" lang="en" altLang="zh-CN" sz="2000" dirty="0"/>
              <a:t>  </a:t>
            </a:r>
            <a:r>
              <a:rPr kumimoji="1" lang="zh-CN" altLang="en-US" sz="2000" dirty="0"/>
              <a:t>非常</a:t>
            </a:r>
            <a:r>
              <a:rPr kumimoji="1" lang="en-US" altLang="zh-CN" sz="2000" dirty="0"/>
              <a:t>/</a:t>
            </a:r>
            <a:r>
              <a:rPr kumimoji="1" lang="en" altLang="zh-CN" sz="2000" dirty="0" err="1"/>
              <a:t>fēicháng</a:t>
            </a:r>
            <a:r>
              <a:rPr kumimoji="1" lang="en" altLang="zh-CN" sz="2000" dirty="0"/>
              <a:t>  </a:t>
            </a:r>
            <a:r>
              <a:rPr kumimoji="1" lang="zh-CN" altLang="en-US" sz="2000" dirty="0"/>
              <a:t>暖和</a:t>
            </a:r>
            <a:r>
              <a:rPr kumimoji="1" lang="en-US" altLang="zh-CN" sz="2000" dirty="0"/>
              <a:t>/</a:t>
            </a:r>
            <a:r>
              <a:rPr kumimoji="1" lang="en" altLang="zh-CN" sz="2000" dirty="0" err="1"/>
              <a:t>nuǎnhuo</a:t>
            </a:r>
            <a:r>
              <a:rPr kumimoji="1" lang="en" altLang="zh-CN" sz="2000" dirty="0"/>
              <a:t>  </a:t>
            </a:r>
            <a:r>
              <a:rPr kumimoji="1" lang="zh-CN" altLang="en" sz="2000" dirty="0"/>
              <a:t>。</a:t>
            </a:r>
            <a:endParaRPr kumimoji="1" lang="en-US" altLang="zh-CN" sz="2000" dirty="0"/>
          </a:p>
          <a:p>
            <a:pPr marL="0" indent="0" eaLnBrk="1" hangingPunct="1">
              <a:buFontTx/>
              <a:buNone/>
              <a:defRPr/>
            </a:pPr>
            <a:r>
              <a:rPr kumimoji="1" lang="en-US" altLang="zh-CN" sz="2000" dirty="0"/>
              <a:t>The climate there is very warm.</a:t>
            </a:r>
          </a:p>
          <a:p>
            <a:pPr marL="0" indent="0" eaLnBrk="1" hangingPunct="1">
              <a:buFontTx/>
              <a:buNone/>
              <a:defRPr/>
            </a:pPr>
            <a:r>
              <a:rPr kumimoji="1" lang="zh-CN" altLang="en" sz="2000" dirty="0"/>
              <a:t> </a:t>
            </a:r>
            <a:endParaRPr kumimoji="1" lang="zh-CN" altLang="en-US" sz="2000" dirty="0"/>
          </a:p>
        </p:txBody>
      </p:sp>
      <p:pic>
        <p:nvPicPr>
          <p:cNvPr id="2" name="暖和.wav" descr="暖和.wav">
            <a:hlinkClick r:id="" action="ppaction://media"/>
            <a:extLst>
              <a:ext uri="{FF2B5EF4-FFF2-40B4-BE49-F238E27FC236}">
                <a16:creationId xmlns:a16="http://schemas.microsoft.com/office/drawing/2014/main" id="{C6827D59-6BF3-0249-9278-2EB520FBF449}"/>
              </a:ext>
            </a:extLst>
          </p:cNvPr>
          <p:cNvPicPr>
            <a:picLocks noChangeAspect="1" noChangeArrowheads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00800" y="455613"/>
            <a:ext cx="533400" cy="533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" name="暖和.wav" descr="暖和.wav">
            <a:hlinkClick r:id="" action="ppaction://media"/>
            <a:extLst>
              <a:ext uri="{FF2B5EF4-FFF2-40B4-BE49-F238E27FC236}">
                <a16:creationId xmlns:a16="http://schemas.microsoft.com/office/drawing/2014/main" id="{3E33F946-24AA-3B42-80E4-DC72A47D0752}"/>
              </a:ext>
            </a:extLst>
          </p:cNvPr>
          <p:cNvPicPr>
            <a:picLocks noChangeAspect="1" noChangeArrowheads="1"/>
          </p:cNvPicPr>
          <p:nvPr>
            <a:audi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0" y="1905000"/>
            <a:ext cx="533400" cy="533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" name="很暖和.wav" descr="很暖和.wav">
            <a:hlinkClick r:id="" action="ppaction://media"/>
            <a:extLst>
              <a:ext uri="{FF2B5EF4-FFF2-40B4-BE49-F238E27FC236}">
                <a16:creationId xmlns:a16="http://schemas.microsoft.com/office/drawing/2014/main" id="{139F5ED1-1C1E-134A-8EE9-2F3E018FAE49}"/>
              </a:ext>
            </a:extLst>
          </p:cNvPr>
          <p:cNvPicPr>
            <a:picLocks noChangeAspect="1" noChangeArrowheads="1"/>
          </p:cNvPicPr>
          <p:nvPr>
            <a:audioFile r:link="rId6"/>
            <p:extLst>
              <p:ext uri="{DAA4B4D4-6D71-4841-9C94-3DE7FCFB9230}">
                <p14:media xmlns:p14="http://schemas.microsoft.com/office/powerpoint/2010/main" r:embed="rId5"/>
              </p:ext>
            </p:extLst>
          </p:nvPr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86200" y="2286000"/>
            <a:ext cx="533400" cy="533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" name="那里的气候非常暖和。.wav" descr="那里的气候非常暖和。.wav">
            <a:hlinkClick r:id="" action="ppaction://media"/>
            <a:extLst>
              <a:ext uri="{FF2B5EF4-FFF2-40B4-BE49-F238E27FC236}">
                <a16:creationId xmlns:a16="http://schemas.microsoft.com/office/drawing/2014/main" id="{1157C283-08A9-E844-84EF-1973FDE02246}"/>
              </a:ext>
            </a:extLst>
          </p:cNvPr>
          <p:cNvPicPr>
            <a:picLocks noChangeAspect="1" noChangeArrowheads="1"/>
          </p:cNvPicPr>
          <p:nvPr>
            <a:audioFile r:link="rId8"/>
            <p:extLst>
              <p:ext uri="{DAA4B4D4-6D71-4841-9C94-3DE7FCFB9230}">
                <p14:media xmlns:p14="http://schemas.microsoft.com/office/powerpoint/2010/main" r:embed="rId7"/>
              </p:ext>
            </p:extLst>
          </p:nvPr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00400" y="2895600"/>
            <a:ext cx="533400" cy="533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" name="圆角矩形 9">
            <a:extLst>
              <a:ext uri="{FF2B5EF4-FFF2-40B4-BE49-F238E27FC236}">
                <a16:creationId xmlns:a16="http://schemas.microsoft.com/office/drawing/2014/main" id="{9CAA9798-080D-2E4E-9958-58B6F39622B6}"/>
              </a:ext>
            </a:extLst>
          </p:cNvPr>
          <p:cNvSpPr/>
          <p:nvPr/>
        </p:nvSpPr>
        <p:spPr>
          <a:xfrm>
            <a:off x="6346825" y="5097463"/>
            <a:ext cx="2514600" cy="598487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kumimoji="1" lang="en-US" altLang="zh-CN" dirty="0">
                <a:hlinkClick r:id="rId11" action="ppaction://hlinksldjump"/>
              </a:rPr>
              <a:t>Click to the next page</a:t>
            </a:r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2540526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936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0" dur="936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4" dur="1008" fill="hold"/>
                                        <p:tgtEl>
                                          <p:spTgt spid="8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8" dur="2304" fill="hold"/>
                                        <p:tgtEl>
                                          <p:spTgt spid="9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19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"/>
                </p:tgtEl>
              </p:cMediaNode>
            </p:audio>
            <p:audio>
              <p:cMediaNode vol="80000">
                <p:cTn id="20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  <p:audio>
              <p:cMediaNode vol="80000">
                <p:cTn id="21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8"/>
                </p:tgtEl>
              </p:cMediaNode>
            </p:audio>
            <p:audio>
              <p:cMediaNode vol="80000">
                <p:cTn id="22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9"/>
                </p:tgtEl>
              </p:cMediaNode>
            </p:audio>
          </p:childTnLst>
        </p:cTn>
      </p:par>
    </p:tnLst>
  </p:timing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49" name="标题 1">
            <a:extLst>
              <a:ext uri="{FF2B5EF4-FFF2-40B4-BE49-F238E27FC236}">
                <a16:creationId xmlns:a16="http://schemas.microsoft.com/office/drawing/2014/main" id="{AD690D71-8382-2843-8924-B32BEAAA831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kumimoji="1" lang="zh-CN" altLang="en-US"/>
              <a:t>暖和</a:t>
            </a:r>
            <a:r>
              <a:rPr kumimoji="1" lang="en-US" altLang="zh-CN"/>
              <a:t> nuǎn huo </a:t>
            </a:r>
            <a:endParaRPr kumimoji="1" lang="zh-CN" alt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092185D-0CAA-1D4F-815A-0830B5DCDDC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zh-CN" sz="2000" dirty="0">
                <a:solidFill>
                  <a:srgbClr val="000000"/>
                </a:solidFill>
              </a:rPr>
              <a:t>Collocation:</a:t>
            </a:r>
          </a:p>
          <a:p>
            <a:pPr marL="0" indent="0" eaLnBrk="1" hangingPunct="1">
              <a:buFontTx/>
              <a:buNone/>
              <a:defRPr/>
            </a:pPr>
            <a:r>
              <a:rPr lang="zh-CN" altLang="en-US" sz="2000" dirty="0">
                <a:solidFill>
                  <a:srgbClr val="000000"/>
                </a:solidFill>
              </a:rPr>
              <a:t>天气（一级） 暖和</a:t>
            </a:r>
            <a:r>
              <a:rPr lang="en-US" altLang="zh-CN" sz="2000" dirty="0">
                <a:solidFill>
                  <a:srgbClr val="000000"/>
                </a:solidFill>
              </a:rPr>
              <a:t>  warm weather</a:t>
            </a:r>
            <a:endParaRPr lang="zh-CN" altLang="en-US" sz="2000" dirty="0">
              <a:solidFill>
                <a:srgbClr val="000000"/>
              </a:solidFill>
            </a:endParaRPr>
          </a:p>
          <a:p>
            <a:pPr marL="0" indent="0" eaLnBrk="1" hangingPunct="1">
              <a:buFontTx/>
              <a:buNone/>
              <a:defRPr/>
            </a:pPr>
            <a:r>
              <a:rPr lang="zh-CN" altLang="en-US" sz="2000" dirty="0">
                <a:solidFill>
                  <a:srgbClr val="000000"/>
                </a:solidFill>
              </a:rPr>
              <a:t>很（一级） 暖和</a:t>
            </a:r>
            <a:r>
              <a:rPr lang="en-US" altLang="zh-CN" sz="2000" dirty="0">
                <a:solidFill>
                  <a:srgbClr val="000000"/>
                </a:solidFill>
              </a:rPr>
              <a:t>  very warm</a:t>
            </a:r>
          </a:p>
          <a:p>
            <a:pPr marL="0" indent="0" eaLnBrk="1" hangingPunct="1">
              <a:buFontTx/>
              <a:buNone/>
              <a:defRPr/>
            </a:pPr>
            <a:r>
              <a:rPr lang="en-US" altLang="zh-CN" sz="2000" dirty="0">
                <a:solidFill>
                  <a:srgbClr val="000000"/>
                </a:solidFill>
              </a:rPr>
              <a:t>Sentence:</a:t>
            </a:r>
          </a:p>
          <a:p>
            <a:pPr marL="0" indent="0" eaLnBrk="1" hangingPunct="1">
              <a:buFontTx/>
              <a:buNone/>
              <a:defRPr/>
            </a:pPr>
            <a:r>
              <a:rPr kumimoji="1" lang="zh-CN" altLang="en-US" sz="2000" dirty="0">
                <a:solidFill>
                  <a:srgbClr val="000000"/>
                </a:solidFill>
              </a:rPr>
              <a:t>那里的气候非常暖和。</a:t>
            </a:r>
            <a:endParaRPr kumimoji="1" lang="en-US" altLang="zh-CN" sz="2000" dirty="0">
              <a:solidFill>
                <a:srgbClr val="000000"/>
              </a:solidFill>
            </a:endParaRPr>
          </a:p>
          <a:p>
            <a:pPr marL="0" indent="0" eaLnBrk="1" hangingPunct="1">
              <a:buFontTx/>
              <a:buNone/>
              <a:defRPr/>
            </a:pPr>
            <a:r>
              <a:rPr kumimoji="1" lang="zh-CN" altLang="en-US" sz="2000" dirty="0"/>
              <a:t>那里</a:t>
            </a:r>
            <a:r>
              <a:rPr kumimoji="1" lang="en-US" altLang="zh-CN" sz="2000" dirty="0"/>
              <a:t>/</a:t>
            </a:r>
            <a:r>
              <a:rPr kumimoji="1" lang="en" altLang="zh-CN" sz="2000" dirty="0" err="1"/>
              <a:t>nàli</a:t>
            </a:r>
            <a:r>
              <a:rPr kumimoji="1" lang="en" altLang="zh-CN" sz="2000" dirty="0"/>
              <a:t>  </a:t>
            </a:r>
            <a:r>
              <a:rPr kumimoji="1" lang="zh-CN" altLang="en-US" sz="2000" dirty="0"/>
              <a:t>的</a:t>
            </a:r>
            <a:r>
              <a:rPr kumimoji="1" lang="en-US" altLang="zh-CN" sz="2000" dirty="0"/>
              <a:t>/</a:t>
            </a:r>
            <a:r>
              <a:rPr kumimoji="1" lang="en" altLang="zh-CN" sz="2000" dirty="0"/>
              <a:t>de  </a:t>
            </a:r>
            <a:r>
              <a:rPr kumimoji="1" lang="zh-CN" altLang="en-US" sz="2000" dirty="0"/>
              <a:t>气候</a:t>
            </a:r>
            <a:r>
              <a:rPr kumimoji="1" lang="en-US" altLang="zh-CN" sz="2000" dirty="0"/>
              <a:t>/</a:t>
            </a:r>
            <a:r>
              <a:rPr kumimoji="1" lang="en" altLang="zh-CN" sz="2000" dirty="0" err="1"/>
              <a:t>qìhòu</a:t>
            </a:r>
            <a:r>
              <a:rPr kumimoji="1" lang="en" altLang="zh-CN" sz="2000" dirty="0"/>
              <a:t>  </a:t>
            </a:r>
            <a:r>
              <a:rPr kumimoji="1" lang="zh-CN" altLang="en-US" sz="2000" dirty="0"/>
              <a:t>非常</a:t>
            </a:r>
            <a:r>
              <a:rPr kumimoji="1" lang="en-US" altLang="zh-CN" sz="2000" dirty="0"/>
              <a:t>/</a:t>
            </a:r>
            <a:r>
              <a:rPr kumimoji="1" lang="en" altLang="zh-CN" sz="2000" dirty="0" err="1"/>
              <a:t>fēicháng</a:t>
            </a:r>
            <a:r>
              <a:rPr kumimoji="1" lang="en" altLang="zh-CN" sz="2000" dirty="0"/>
              <a:t>  </a:t>
            </a:r>
            <a:r>
              <a:rPr kumimoji="1" lang="zh-CN" altLang="en-US" sz="2000" dirty="0"/>
              <a:t>暖和</a:t>
            </a:r>
            <a:r>
              <a:rPr kumimoji="1" lang="en-US" altLang="zh-CN" sz="2000" dirty="0"/>
              <a:t>/</a:t>
            </a:r>
            <a:r>
              <a:rPr kumimoji="1" lang="en" altLang="zh-CN" sz="2000" dirty="0" err="1"/>
              <a:t>nuǎnhuo</a:t>
            </a:r>
            <a:r>
              <a:rPr kumimoji="1" lang="en" altLang="zh-CN" sz="2000" dirty="0"/>
              <a:t>  </a:t>
            </a:r>
            <a:r>
              <a:rPr kumimoji="1" lang="zh-CN" altLang="en" sz="2000" dirty="0"/>
              <a:t>。</a:t>
            </a:r>
            <a:endParaRPr kumimoji="1" lang="en-US" altLang="zh-CN" sz="2000" dirty="0"/>
          </a:p>
          <a:p>
            <a:pPr marL="0" indent="0" eaLnBrk="1" hangingPunct="1">
              <a:buFontTx/>
              <a:buNone/>
              <a:defRPr/>
            </a:pPr>
            <a:r>
              <a:rPr kumimoji="1" lang="en-US" altLang="zh-CN" sz="2000" dirty="0"/>
              <a:t>The climate there is very warm.</a:t>
            </a:r>
          </a:p>
          <a:p>
            <a:pPr marL="0" indent="0" eaLnBrk="1" hangingPunct="1">
              <a:buFontTx/>
              <a:buNone/>
              <a:defRPr/>
            </a:pPr>
            <a:r>
              <a:rPr kumimoji="1" lang="zh-CN" altLang="en" sz="2000" dirty="0"/>
              <a:t> </a:t>
            </a:r>
            <a:endParaRPr kumimoji="1" lang="zh-CN" altLang="en-US" sz="2000" dirty="0"/>
          </a:p>
        </p:txBody>
      </p:sp>
      <p:pic>
        <p:nvPicPr>
          <p:cNvPr id="2" name="暖和.wav" descr="暖和.wav">
            <a:hlinkClick r:id="" action="ppaction://media"/>
            <a:extLst>
              <a:ext uri="{FF2B5EF4-FFF2-40B4-BE49-F238E27FC236}">
                <a16:creationId xmlns:a16="http://schemas.microsoft.com/office/drawing/2014/main" id="{C6827D59-6BF3-0249-9278-2EB520FBF449}"/>
              </a:ext>
            </a:extLst>
          </p:cNvPr>
          <p:cNvPicPr>
            <a:picLocks noChangeAspect="1" noChangeArrowheads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00800" y="455613"/>
            <a:ext cx="533400" cy="533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" name="暖和.wav" descr="暖和.wav">
            <a:hlinkClick r:id="" action="ppaction://media"/>
            <a:extLst>
              <a:ext uri="{FF2B5EF4-FFF2-40B4-BE49-F238E27FC236}">
                <a16:creationId xmlns:a16="http://schemas.microsoft.com/office/drawing/2014/main" id="{3E33F946-24AA-3B42-80E4-DC72A47D0752}"/>
              </a:ext>
            </a:extLst>
          </p:cNvPr>
          <p:cNvPicPr>
            <a:picLocks noChangeAspect="1" noChangeArrowheads="1"/>
          </p:cNvPicPr>
          <p:nvPr>
            <a:audi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0" y="1524000"/>
            <a:ext cx="533400" cy="533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" name="很暖和.wav" descr="很暖和.wav">
            <a:hlinkClick r:id="" action="ppaction://media"/>
            <a:extLst>
              <a:ext uri="{FF2B5EF4-FFF2-40B4-BE49-F238E27FC236}">
                <a16:creationId xmlns:a16="http://schemas.microsoft.com/office/drawing/2014/main" id="{139F5ED1-1C1E-134A-8EE9-2F3E018FAE49}"/>
              </a:ext>
            </a:extLst>
          </p:cNvPr>
          <p:cNvPicPr>
            <a:picLocks noChangeAspect="1" noChangeArrowheads="1"/>
          </p:cNvPicPr>
          <p:nvPr>
            <a:audioFile r:link="rId6"/>
            <p:extLst>
              <p:ext uri="{DAA4B4D4-6D71-4841-9C94-3DE7FCFB9230}">
                <p14:media xmlns:p14="http://schemas.microsoft.com/office/powerpoint/2010/main" r:embed="rId5"/>
              </p:ext>
            </p:extLst>
          </p:nvPr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86200" y="1905000"/>
            <a:ext cx="533400" cy="533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" name="那里的气候非常暖和。.wav" descr="那里的气候非常暖和。.wav">
            <a:hlinkClick r:id="" action="ppaction://media"/>
            <a:extLst>
              <a:ext uri="{FF2B5EF4-FFF2-40B4-BE49-F238E27FC236}">
                <a16:creationId xmlns:a16="http://schemas.microsoft.com/office/drawing/2014/main" id="{1157C283-08A9-E844-84EF-1973FDE02246}"/>
              </a:ext>
            </a:extLst>
          </p:cNvPr>
          <p:cNvPicPr>
            <a:picLocks noChangeAspect="1" noChangeArrowheads="1"/>
          </p:cNvPicPr>
          <p:nvPr>
            <a:audioFile r:link="rId8"/>
            <p:extLst>
              <p:ext uri="{DAA4B4D4-6D71-4841-9C94-3DE7FCFB9230}">
                <p14:media xmlns:p14="http://schemas.microsoft.com/office/powerpoint/2010/main" r:embed="rId7"/>
              </p:ext>
            </p:extLst>
          </p:nvPr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00400" y="2514600"/>
            <a:ext cx="533400" cy="533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" name="圆角矩形 9">
            <a:extLst>
              <a:ext uri="{FF2B5EF4-FFF2-40B4-BE49-F238E27FC236}">
                <a16:creationId xmlns:a16="http://schemas.microsoft.com/office/drawing/2014/main" id="{2759BF46-B501-1441-9542-EA06C0997815}"/>
              </a:ext>
            </a:extLst>
          </p:cNvPr>
          <p:cNvSpPr/>
          <p:nvPr/>
        </p:nvSpPr>
        <p:spPr>
          <a:xfrm>
            <a:off x="6346825" y="5097463"/>
            <a:ext cx="2514600" cy="598487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kumimoji="1" lang="en-US" altLang="zh-CN" dirty="0">
                <a:hlinkClick r:id="rId11" action="ppaction://hlinksldjump"/>
              </a:rPr>
              <a:t>Click to the next page</a:t>
            </a:r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47979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936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0" dur="936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4" dur="1008" fill="hold"/>
                                        <p:tgtEl>
                                          <p:spTgt spid="8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8" dur="2304" fill="hold"/>
                                        <p:tgtEl>
                                          <p:spTgt spid="9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19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"/>
                </p:tgtEl>
              </p:cMediaNode>
            </p:audio>
            <p:audio>
              <p:cMediaNode vol="80000">
                <p:cTn id="20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  <p:audio>
              <p:cMediaNode vol="80000">
                <p:cTn id="21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8"/>
                </p:tgtEl>
              </p:cMediaNode>
            </p:audio>
            <p:audio>
              <p:cMediaNode vol="80000">
                <p:cTn id="22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9"/>
                </p:tgtEl>
              </p:cMediaNode>
            </p:audio>
          </p:childTnLst>
        </p:cTn>
      </p:par>
    </p:tnLst>
  </p:timing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49" name="标题 1">
            <a:extLst>
              <a:ext uri="{FF2B5EF4-FFF2-40B4-BE49-F238E27FC236}">
                <a16:creationId xmlns:a16="http://schemas.microsoft.com/office/drawing/2014/main" id="{AD690D71-8382-2843-8924-B32BEAAA831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kumimoji="1" lang="zh-CN" altLang="en-US"/>
              <a:t>暖和</a:t>
            </a:r>
            <a:r>
              <a:rPr kumimoji="1" lang="en-US" altLang="zh-CN"/>
              <a:t> nuǎn huo </a:t>
            </a:r>
            <a:endParaRPr kumimoji="1" lang="zh-CN" alt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092185D-0CAA-1D4F-815A-0830B5DCDDC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eaLnBrk="1" hangingPunct="1">
              <a:buFontTx/>
              <a:buNone/>
              <a:defRPr/>
            </a:pPr>
            <a:r>
              <a:rPr lang="en-US" altLang="zh-CN" sz="2000" dirty="0">
                <a:solidFill>
                  <a:srgbClr val="000000"/>
                </a:solidFill>
              </a:rPr>
              <a:t>Sentence:</a:t>
            </a:r>
          </a:p>
          <a:p>
            <a:pPr marL="0" indent="0" eaLnBrk="1" hangingPunct="1">
              <a:buFontTx/>
              <a:buNone/>
              <a:defRPr/>
            </a:pPr>
            <a:r>
              <a:rPr kumimoji="1" lang="zh-CN" altLang="en-US" sz="2000" dirty="0">
                <a:solidFill>
                  <a:srgbClr val="000000"/>
                </a:solidFill>
              </a:rPr>
              <a:t>那里的气候非常暖和。</a:t>
            </a:r>
            <a:endParaRPr kumimoji="1" lang="en-US" altLang="zh-CN" sz="2000" dirty="0">
              <a:solidFill>
                <a:srgbClr val="000000"/>
              </a:solidFill>
            </a:endParaRPr>
          </a:p>
          <a:p>
            <a:pPr marL="0" indent="0" eaLnBrk="1" hangingPunct="1">
              <a:buFontTx/>
              <a:buNone/>
              <a:defRPr/>
            </a:pPr>
            <a:r>
              <a:rPr kumimoji="1" lang="zh-CN" altLang="en-US" sz="2000" dirty="0"/>
              <a:t>那里</a:t>
            </a:r>
            <a:r>
              <a:rPr kumimoji="1" lang="en-US" altLang="zh-CN" sz="2000" dirty="0"/>
              <a:t>/</a:t>
            </a:r>
            <a:r>
              <a:rPr kumimoji="1" lang="en" altLang="zh-CN" sz="2000" dirty="0" err="1"/>
              <a:t>nàli</a:t>
            </a:r>
            <a:r>
              <a:rPr kumimoji="1" lang="en" altLang="zh-CN" sz="2000" dirty="0"/>
              <a:t>  </a:t>
            </a:r>
            <a:r>
              <a:rPr kumimoji="1" lang="zh-CN" altLang="en-US" sz="2000" dirty="0"/>
              <a:t>的</a:t>
            </a:r>
            <a:r>
              <a:rPr kumimoji="1" lang="en-US" altLang="zh-CN" sz="2000" dirty="0"/>
              <a:t>/</a:t>
            </a:r>
            <a:r>
              <a:rPr kumimoji="1" lang="en" altLang="zh-CN" sz="2000" dirty="0"/>
              <a:t>de  </a:t>
            </a:r>
            <a:r>
              <a:rPr kumimoji="1" lang="zh-CN" altLang="en-US" sz="2000" dirty="0"/>
              <a:t>气候</a:t>
            </a:r>
            <a:r>
              <a:rPr kumimoji="1" lang="en-US" altLang="zh-CN" sz="2000" dirty="0"/>
              <a:t>/</a:t>
            </a:r>
            <a:r>
              <a:rPr kumimoji="1" lang="en" altLang="zh-CN" sz="2000" dirty="0" err="1"/>
              <a:t>qìhòu</a:t>
            </a:r>
            <a:r>
              <a:rPr kumimoji="1" lang="en" altLang="zh-CN" sz="2000" dirty="0"/>
              <a:t>  </a:t>
            </a:r>
            <a:r>
              <a:rPr kumimoji="1" lang="zh-CN" altLang="en-US" sz="2000" dirty="0"/>
              <a:t>非常</a:t>
            </a:r>
            <a:r>
              <a:rPr kumimoji="1" lang="en-US" altLang="zh-CN" sz="2000" dirty="0"/>
              <a:t>/</a:t>
            </a:r>
            <a:r>
              <a:rPr kumimoji="1" lang="en" altLang="zh-CN" sz="2000" dirty="0" err="1"/>
              <a:t>fēicháng</a:t>
            </a:r>
            <a:r>
              <a:rPr kumimoji="1" lang="en" altLang="zh-CN" sz="2000" dirty="0"/>
              <a:t>  </a:t>
            </a:r>
            <a:r>
              <a:rPr kumimoji="1" lang="zh-CN" altLang="en-US" sz="2000" dirty="0"/>
              <a:t>暖和</a:t>
            </a:r>
            <a:r>
              <a:rPr kumimoji="1" lang="en-US" altLang="zh-CN" sz="2000" dirty="0"/>
              <a:t>/</a:t>
            </a:r>
            <a:r>
              <a:rPr kumimoji="1" lang="en" altLang="zh-CN" sz="2000" dirty="0" err="1"/>
              <a:t>nuǎnhuo</a:t>
            </a:r>
            <a:r>
              <a:rPr kumimoji="1" lang="en" altLang="zh-CN" sz="2000" dirty="0"/>
              <a:t>  </a:t>
            </a:r>
            <a:r>
              <a:rPr kumimoji="1" lang="zh-CN" altLang="en" sz="2000" dirty="0"/>
              <a:t>。</a:t>
            </a:r>
            <a:endParaRPr kumimoji="1" lang="en-US" altLang="zh-CN" sz="2000" dirty="0"/>
          </a:p>
          <a:p>
            <a:pPr marL="0" indent="0" eaLnBrk="1" hangingPunct="1">
              <a:buFontTx/>
              <a:buNone/>
              <a:defRPr/>
            </a:pPr>
            <a:r>
              <a:rPr kumimoji="1" lang="en-US" altLang="zh-CN" sz="2000" dirty="0"/>
              <a:t>The climate there is very warm.</a:t>
            </a:r>
          </a:p>
          <a:p>
            <a:pPr marL="0" indent="0" eaLnBrk="1" hangingPunct="1">
              <a:buFontTx/>
              <a:buNone/>
              <a:defRPr/>
            </a:pPr>
            <a:r>
              <a:rPr kumimoji="1" lang="zh-CN" altLang="en" sz="2000" dirty="0"/>
              <a:t> </a:t>
            </a:r>
            <a:endParaRPr kumimoji="1" lang="zh-CN" altLang="en-US" sz="2000" dirty="0"/>
          </a:p>
        </p:txBody>
      </p:sp>
      <p:pic>
        <p:nvPicPr>
          <p:cNvPr id="2" name="暖和.wav" descr="暖和.wav">
            <a:hlinkClick r:id="" action="ppaction://media"/>
            <a:extLst>
              <a:ext uri="{FF2B5EF4-FFF2-40B4-BE49-F238E27FC236}">
                <a16:creationId xmlns:a16="http://schemas.microsoft.com/office/drawing/2014/main" id="{C6827D59-6BF3-0249-9278-2EB520FBF449}"/>
              </a:ext>
            </a:extLst>
          </p:cNvPr>
          <p:cNvPicPr>
            <a:picLocks noChangeAspect="1" noChangeArrowheads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00800" y="455613"/>
            <a:ext cx="533400" cy="533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" name="那里的气候非常暖和。.wav" descr="那里的气候非常暖和。.wav">
            <a:hlinkClick r:id="" action="ppaction://media"/>
            <a:extLst>
              <a:ext uri="{FF2B5EF4-FFF2-40B4-BE49-F238E27FC236}">
                <a16:creationId xmlns:a16="http://schemas.microsoft.com/office/drawing/2014/main" id="{1157C283-08A9-E844-84EF-1973FDE02246}"/>
              </a:ext>
            </a:extLst>
          </p:cNvPr>
          <p:cNvPicPr>
            <a:picLocks noChangeAspect="1" noChangeArrowheads="1"/>
          </p:cNvPicPr>
          <p:nvPr>
            <a:audi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24200" y="1447800"/>
            <a:ext cx="533400" cy="533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" name="圆角矩形 9">
            <a:extLst>
              <a:ext uri="{FF2B5EF4-FFF2-40B4-BE49-F238E27FC236}">
                <a16:creationId xmlns:a16="http://schemas.microsoft.com/office/drawing/2014/main" id="{99CBA07B-AB4A-3A48-97C4-CB5E8A45169D}"/>
              </a:ext>
            </a:extLst>
          </p:cNvPr>
          <p:cNvSpPr/>
          <p:nvPr/>
        </p:nvSpPr>
        <p:spPr>
          <a:xfrm>
            <a:off x="6346825" y="5097463"/>
            <a:ext cx="2514600" cy="598487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kumimoji="1" lang="en-US" altLang="zh-CN" dirty="0">
                <a:hlinkClick r:id="rId7" action="ppaction://hlinksldjump"/>
              </a:rPr>
              <a:t>Click to the next page</a:t>
            </a:r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1544880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936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0" dur="2304" fill="hold"/>
                                        <p:tgtEl>
                                          <p:spTgt spid="9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11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"/>
                </p:tgtEl>
              </p:cMediaNode>
            </p:audio>
            <p:audio>
              <p:cMediaNode vol="80000">
                <p:cTn id="12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9"/>
                </p:tgtEl>
              </p:cMediaNode>
            </p:audio>
          </p:childTnLst>
        </p:cTn>
      </p:par>
    </p:tnLst>
  </p:timing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3" name="标题 1">
            <a:extLst>
              <a:ext uri="{FF2B5EF4-FFF2-40B4-BE49-F238E27FC236}">
                <a16:creationId xmlns:a16="http://schemas.microsoft.com/office/drawing/2014/main" id="{07E82B70-06EF-F94A-853E-66FCAE54DE3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kumimoji="1" lang="en-US" altLang="zh-CN"/>
              <a:t>practice</a:t>
            </a:r>
            <a:endParaRPr kumimoji="1" lang="zh-CN" alt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7302DC2-EBD6-4343-9455-A1C3EF8D65C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indent="-457200" eaLnBrk="1" hangingPunct="1">
              <a:buFontTx/>
              <a:buAutoNum type="arabicPeriod"/>
              <a:defRPr/>
            </a:pPr>
            <a:r>
              <a:rPr lang="en" altLang="zh-CN" sz="2000" dirty="0"/>
              <a:t>Find</a:t>
            </a:r>
            <a:r>
              <a:rPr lang="zh-CN" altLang="en-US" sz="2000" dirty="0"/>
              <a:t> </a:t>
            </a:r>
            <a:r>
              <a:rPr lang="en-US" altLang="zh-CN" sz="2000" dirty="0"/>
              <a:t>responding</a:t>
            </a:r>
            <a:r>
              <a:rPr lang="zh-CN" altLang="en-US" sz="2000" dirty="0"/>
              <a:t> </a:t>
            </a:r>
            <a:r>
              <a:rPr lang="en" altLang="zh-CN" sz="2000" dirty="0"/>
              <a:t>word. </a:t>
            </a:r>
          </a:p>
          <a:p>
            <a:pPr marL="0" indent="0" eaLnBrk="1" hangingPunct="1">
              <a:buFontTx/>
              <a:buNone/>
              <a:defRPr/>
            </a:pPr>
            <a:r>
              <a:rPr lang="zh-CN" altLang="en-US" sz="2000" dirty="0"/>
              <a:t>（）</a:t>
            </a:r>
            <a:r>
              <a:rPr lang="en-US" altLang="zh-CN" sz="2000" dirty="0">
                <a:solidFill>
                  <a:srgbClr val="000000"/>
                </a:solidFill>
              </a:rPr>
              <a:t> </a:t>
            </a:r>
            <a:r>
              <a:rPr lang="zh-CN" altLang="en" sz="2000" dirty="0">
                <a:solidFill>
                  <a:srgbClr val="000000"/>
                </a:solidFill>
              </a:rPr>
              <a:t>（</a:t>
            </a:r>
            <a:r>
              <a:rPr lang="en" altLang="zh-CN" sz="2000" dirty="0">
                <a:solidFill>
                  <a:srgbClr val="000000"/>
                </a:solidFill>
              </a:rPr>
              <a:t>of weather, environment, etc.</a:t>
            </a:r>
            <a:r>
              <a:rPr lang="zh-CN" altLang="en" sz="2000" dirty="0">
                <a:solidFill>
                  <a:srgbClr val="000000"/>
                </a:solidFill>
              </a:rPr>
              <a:t>）</a:t>
            </a:r>
            <a:r>
              <a:rPr lang="en" altLang="zh-CN" sz="2000" dirty="0">
                <a:solidFill>
                  <a:srgbClr val="000000"/>
                </a:solidFill>
              </a:rPr>
              <a:t>warm; mild</a:t>
            </a:r>
          </a:p>
          <a:p>
            <a:pPr marL="0" indent="0" eaLnBrk="1" hangingPunct="1">
              <a:buFontTx/>
              <a:buNone/>
              <a:defRPr/>
            </a:pPr>
            <a:r>
              <a:rPr lang="en" altLang="zh-CN" sz="2000" dirty="0"/>
              <a:t>A.</a:t>
            </a:r>
            <a:r>
              <a:rPr lang="zh-CN" altLang="en-US" sz="2000" dirty="0"/>
              <a:t>越   </a:t>
            </a:r>
            <a:r>
              <a:rPr lang="en" altLang="zh-CN" sz="2000" dirty="0"/>
              <a:t>B.</a:t>
            </a:r>
            <a:r>
              <a:rPr lang="zh-CN" altLang="en-US" sz="2000" dirty="0"/>
              <a:t>很 </a:t>
            </a:r>
            <a:r>
              <a:rPr lang="en" altLang="zh-CN" sz="2000" dirty="0"/>
              <a:t>C.</a:t>
            </a:r>
            <a:r>
              <a:rPr lang="zh-CN" altLang="en-US" sz="2000" dirty="0"/>
              <a:t>个子  </a:t>
            </a:r>
            <a:r>
              <a:rPr lang="en" altLang="zh-CN" sz="2000" dirty="0"/>
              <a:t>D.</a:t>
            </a:r>
            <a:r>
              <a:rPr lang="zh-CN" altLang="en-US" sz="2000" dirty="0"/>
              <a:t>暖和</a:t>
            </a:r>
            <a:endParaRPr lang="en-US" altLang="zh-CN" sz="2000" dirty="0"/>
          </a:p>
          <a:p>
            <a:pPr marL="0" indent="0" eaLnBrk="1" hangingPunct="1">
              <a:buFontTx/>
              <a:buNone/>
              <a:defRPr/>
            </a:pPr>
            <a:endParaRPr lang="en-US" altLang="zh-CN" sz="2000" dirty="0"/>
          </a:p>
          <a:p>
            <a:pPr marL="0" indent="0" eaLnBrk="1" hangingPunct="1">
              <a:buFontTx/>
              <a:buNone/>
              <a:defRPr/>
            </a:pPr>
            <a:r>
              <a:rPr lang="en-US" altLang="zh-CN" sz="2000" dirty="0"/>
              <a:t>2.</a:t>
            </a:r>
            <a:r>
              <a:rPr lang="zh-CN" altLang="en-US" sz="2000" dirty="0"/>
              <a:t> </a:t>
            </a:r>
            <a:r>
              <a:rPr lang="en-US" altLang="zh-CN" sz="2000" dirty="0"/>
              <a:t>Find</a:t>
            </a:r>
            <a:r>
              <a:rPr lang="zh-CN" altLang="en-US" sz="2000" dirty="0"/>
              <a:t> </a:t>
            </a:r>
            <a:r>
              <a:rPr lang="en-US" altLang="zh-CN" sz="2000" dirty="0"/>
              <a:t>right</a:t>
            </a:r>
            <a:r>
              <a:rPr lang="zh-CN" altLang="en-US" sz="2000" dirty="0"/>
              <a:t> </a:t>
            </a:r>
            <a:r>
              <a:rPr lang="en-US" altLang="zh-CN" sz="2000" dirty="0"/>
              <a:t>collocation.</a:t>
            </a:r>
          </a:p>
          <a:p>
            <a:pPr marL="0" indent="0" eaLnBrk="1" hangingPunct="1">
              <a:buFontTx/>
              <a:buNone/>
              <a:defRPr/>
            </a:pPr>
            <a:r>
              <a:rPr lang="zh-CN" altLang="en-US" sz="2000" dirty="0">
                <a:solidFill>
                  <a:srgbClr val="000000"/>
                </a:solidFill>
              </a:rPr>
              <a:t>天气（）  </a:t>
            </a:r>
            <a:r>
              <a:rPr lang="en" altLang="zh-CN" sz="2000" dirty="0"/>
              <a:t>A.</a:t>
            </a:r>
            <a:r>
              <a:rPr lang="zh-CN" altLang="en-US" sz="2000" dirty="0"/>
              <a:t>千  </a:t>
            </a:r>
            <a:r>
              <a:rPr lang="en" altLang="zh-CN" sz="2000" dirty="0"/>
              <a:t>B.</a:t>
            </a:r>
            <a:r>
              <a:rPr lang="zh-CN" altLang="en-US" sz="2000" dirty="0"/>
              <a:t>暖和 </a:t>
            </a:r>
            <a:r>
              <a:rPr lang="en" altLang="zh-CN" sz="2000" dirty="0"/>
              <a:t>C.</a:t>
            </a:r>
            <a:r>
              <a:rPr lang="zh-CN" altLang="en-US" sz="2000" dirty="0"/>
              <a:t>明白 </a:t>
            </a:r>
            <a:r>
              <a:rPr lang="en" altLang="zh-CN" sz="2000" dirty="0"/>
              <a:t>D.</a:t>
            </a:r>
            <a:r>
              <a:rPr lang="zh-CN" altLang="en-US" sz="2000" dirty="0"/>
              <a:t>还（动词）</a:t>
            </a:r>
            <a:endParaRPr lang="zh-CN" altLang="en-US" sz="2000" dirty="0">
              <a:solidFill>
                <a:srgbClr val="000000"/>
              </a:solidFill>
            </a:endParaRPr>
          </a:p>
          <a:p>
            <a:pPr marL="0" indent="0" eaLnBrk="1" hangingPunct="1">
              <a:buFontTx/>
              <a:buNone/>
              <a:defRPr/>
            </a:pPr>
            <a:r>
              <a:rPr lang="zh-CN" altLang="en-US" sz="2000" dirty="0">
                <a:solidFill>
                  <a:srgbClr val="000000"/>
                </a:solidFill>
              </a:rPr>
              <a:t>很（）  </a:t>
            </a:r>
            <a:r>
              <a:rPr lang="en" altLang="zh-CN" sz="2000" dirty="0"/>
              <a:t>A.</a:t>
            </a:r>
            <a:r>
              <a:rPr lang="zh-CN" altLang="en-US" sz="2000" dirty="0"/>
              <a:t>吃   </a:t>
            </a:r>
            <a:r>
              <a:rPr lang="en" altLang="zh-CN" sz="2000" dirty="0"/>
              <a:t>B.</a:t>
            </a:r>
            <a:r>
              <a:rPr lang="zh-CN" altLang="en-US" sz="2000" dirty="0"/>
              <a:t>外  </a:t>
            </a:r>
            <a:r>
              <a:rPr lang="en" altLang="zh-CN" sz="2000" dirty="0"/>
              <a:t>C.</a:t>
            </a:r>
            <a:r>
              <a:rPr lang="zh-CN" altLang="en-US" sz="2000" dirty="0"/>
              <a:t>过（助词） </a:t>
            </a:r>
            <a:r>
              <a:rPr lang="en" altLang="zh-CN" sz="2000" dirty="0"/>
              <a:t>D.</a:t>
            </a:r>
            <a:r>
              <a:rPr lang="zh-CN" altLang="en" sz="2000" dirty="0"/>
              <a:t>暖和</a:t>
            </a:r>
            <a:endParaRPr lang="en-US" altLang="zh-CN" sz="2000" dirty="0">
              <a:solidFill>
                <a:srgbClr val="000000"/>
              </a:solidFill>
            </a:endParaRPr>
          </a:p>
          <a:p>
            <a:pPr marL="0" indent="0" eaLnBrk="1" hangingPunct="1">
              <a:buFontTx/>
              <a:buNone/>
              <a:defRPr/>
            </a:pPr>
            <a:endParaRPr lang="en-US" altLang="zh-CN" sz="2000" dirty="0"/>
          </a:p>
          <a:p>
            <a:pPr marL="0" indent="0" eaLnBrk="1" hangingPunct="1">
              <a:buFontTx/>
              <a:buNone/>
              <a:defRPr/>
            </a:pPr>
            <a:r>
              <a:rPr lang="en-US" altLang="zh-CN" sz="2000" dirty="0"/>
              <a:t>3.</a:t>
            </a:r>
            <a:r>
              <a:rPr lang="zh-CN" altLang="en-US" sz="2000" dirty="0"/>
              <a:t> </a:t>
            </a:r>
            <a:r>
              <a:rPr lang="en-US" altLang="zh-CN" sz="2000" dirty="0"/>
              <a:t>Fill</a:t>
            </a:r>
            <a:r>
              <a:rPr lang="zh-CN" altLang="en-US" sz="2000" dirty="0"/>
              <a:t> </a:t>
            </a:r>
            <a:r>
              <a:rPr lang="en-US" altLang="zh-CN" sz="2000" dirty="0"/>
              <a:t>in right word.</a:t>
            </a:r>
          </a:p>
          <a:p>
            <a:pPr marL="0" indent="0" eaLnBrk="1" hangingPunct="1">
              <a:buFontTx/>
              <a:buNone/>
              <a:defRPr/>
            </a:pPr>
            <a:r>
              <a:rPr kumimoji="1" lang="zh-CN" altLang="en-US" sz="2000" dirty="0">
                <a:solidFill>
                  <a:srgbClr val="000000"/>
                </a:solidFill>
              </a:rPr>
              <a:t>那里的气候非常暖（）。</a:t>
            </a:r>
            <a:endParaRPr kumimoji="1" lang="zh-CN" altLang="en-US" sz="2000" dirty="0"/>
          </a:p>
          <a:p>
            <a:pPr marL="0" indent="0" eaLnBrk="1" hangingPunct="1">
              <a:buFontTx/>
              <a:buNone/>
              <a:defRPr/>
            </a:pPr>
            <a:endParaRPr kumimoji="1" lang="zh-CN" altLang="en-US" sz="2000" dirty="0"/>
          </a:p>
        </p:txBody>
      </p:sp>
      <p:sp>
        <p:nvSpPr>
          <p:cNvPr id="4" name="圆角矩形 3">
            <a:extLst>
              <a:ext uri="{FF2B5EF4-FFF2-40B4-BE49-F238E27FC236}">
                <a16:creationId xmlns:a16="http://schemas.microsoft.com/office/drawing/2014/main" id="{B8C4B5DC-28E1-4945-BEF4-516539905269}"/>
              </a:ext>
            </a:extLst>
          </p:cNvPr>
          <p:cNvSpPr/>
          <p:nvPr/>
        </p:nvSpPr>
        <p:spPr>
          <a:xfrm>
            <a:off x="6346825" y="5097463"/>
            <a:ext cx="2514600" cy="598487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kumimoji="1" lang="en-US" altLang="zh-CN" dirty="0">
                <a:hlinkClick r:id="rId2" action="ppaction://hlinksldjump"/>
              </a:rPr>
              <a:t>End</a:t>
            </a:r>
            <a:endParaRPr kumimoji="1" lang="zh-CN" altLang="en-US" dirty="0"/>
          </a:p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正文">
  <a:themeElements>
    <a:clrScheme name="正文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正文">
      <a:majorFont>
        <a:latin typeface="Arial"/>
        <a:ea typeface="黑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>
    <a:extraClrScheme>
      <a:clrScheme name="正文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正文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正文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正文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正文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正文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正文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正文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正文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正文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正文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正文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首页">
  <a:themeElements>
    <a:clrScheme name="首页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首页">
      <a:majorFont>
        <a:latin typeface="Arial"/>
        <a:ea typeface="黑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>
    <a:extraClrScheme>
      <a:clrScheme name="首页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首页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首页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首页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首页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首页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首页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首页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首页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首页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首页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首页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致谢">
  <a:themeElements>
    <a:clrScheme name="致谢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致谢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>
    <a:extraClrScheme>
      <a:clrScheme name="致谢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致谢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致谢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致谢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致谢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致谢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致谢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致谢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致谢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致谢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致谢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致谢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241</TotalTime>
  <Words>6097</Words>
  <Application>Microsoft Macintosh PowerPoint</Application>
  <PresentationFormat>全屏显示(4:3)</PresentationFormat>
  <Paragraphs>786</Paragraphs>
  <Slides>95</Slides>
  <Notes>0</Notes>
  <HiddenSlides>0</HiddenSlides>
  <MMClips>170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3</vt:i4>
      </vt:variant>
      <vt:variant>
        <vt:lpstr>幻灯片标题</vt:lpstr>
      </vt:variant>
      <vt:variant>
        <vt:i4>95</vt:i4>
      </vt:variant>
    </vt:vector>
  </HeadingPairs>
  <TitlesOfParts>
    <vt:vector size="102" baseType="lpstr">
      <vt:lpstr>Arial</vt:lpstr>
      <vt:lpstr>宋体</vt:lpstr>
      <vt:lpstr>黑体</vt:lpstr>
      <vt:lpstr>等线</vt:lpstr>
      <vt:lpstr>正文</vt:lpstr>
      <vt:lpstr>首页</vt:lpstr>
      <vt:lpstr>致谢</vt:lpstr>
      <vt:lpstr>第五次学习</vt:lpstr>
      <vt:lpstr>Start time of learning a word </vt:lpstr>
      <vt:lpstr>How about you know 问题？ Please write down the choice on your page and click the choice to jump to the corresponding page</vt:lpstr>
      <vt:lpstr>问题 wèntí </vt:lpstr>
      <vt:lpstr>问题 wèntí </vt:lpstr>
      <vt:lpstr>问题 wèntí </vt:lpstr>
      <vt:lpstr>问题 wèntí </vt:lpstr>
      <vt:lpstr>practice</vt:lpstr>
      <vt:lpstr>End time of learning a word </vt:lpstr>
      <vt:lpstr>Start time of learning a word </vt:lpstr>
      <vt:lpstr>How about you know 难过？ Please write down the choice on your page and click the choice to jump to the corresponding page</vt:lpstr>
      <vt:lpstr>难过 nán guò </vt:lpstr>
      <vt:lpstr>难过 nán guò </vt:lpstr>
      <vt:lpstr>难过 nán guò </vt:lpstr>
      <vt:lpstr>难过 nán guò </vt:lpstr>
      <vt:lpstr>practice</vt:lpstr>
      <vt:lpstr>End time of learning a word </vt:lpstr>
      <vt:lpstr>Start time of learning a word </vt:lpstr>
      <vt:lpstr>How about you know 幸福（NOUN）？ Please write down the choice on your page and click the choice to jump to the corresponding page</vt:lpstr>
      <vt:lpstr>幸福 xìngfú </vt:lpstr>
      <vt:lpstr>幸福 xìngfú </vt:lpstr>
      <vt:lpstr>幸福 xìngfú </vt:lpstr>
      <vt:lpstr>practice</vt:lpstr>
      <vt:lpstr>End time of learning a word </vt:lpstr>
      <vt:lpstr>Start time of learning a word </vt:lpstr>
      <vt:lpstr>How about you know 幸福（ADJECTIVE）？ Please write down the choice on your page and click the choice to jump to the corresponding page</vt:lpstr>
      <vt:lpstr>幸福 xìngfú</vt:lpstr>
      <vt:lpstr>幸福 xìngfú</vt:lpstr>
      <vt:lpstr>幸福 xìngfú</vt:lpstr>
      <vt:lpstr>幸福 xìngfú</vt:lpstr>
      <vt:lpstr>practice</vt:lpstr>
      <vt:lpstr>End time of learning a word </vt:lpstr>
      <vt:lpstr>Start time of learning a word </vt:lpstr>
      <vt:lpstr>How about you know 使用？ Please write down the choice on your page and click the choice to jump to the corresponding page</vt:lpstr>
      <vt:lpstr>使用 shǐyòng </vt:lpstr>
      <vt:lpstr>使用 shǐyòng </vt:lpstr>
      <vt:lpstr>使用 shǐyòng </vt:lpstr>
      <vt:lpstr>使用 shǐyòng </vt:lpstr>
      <vt:lpstr>practice</vt:lpstr>
      <vt:lpstr>End time of learning a word </vt:lpstr>
      <vt:lpstr>Start time of learning a word </vt:lpstr>
      <vt:lpstr>How about you know 感觉（NOUN）？ Please write down the choice on your page and click the choice to jump to the corresponding page</vt:lpstr>
      <vt:lpstr>感觉 gǎnjué  </vt:lpstr>
      <vt:lpstr>感觉 gǎnjué  </vt:lpstr>
      <vt:lpstr>感觉 gǎnjué  </vt:lpstr>
      <vt:lpstr>感觉 gǎnjué  </vt:lpstr>
      <vt:lpstr>practice</vt:lpstr>
      <vt:lpstr>End time of learning a word </vt:lpstr>
      <vt:lpstr>Start time of learning a word </vt:lpstr>
      <vt:lpstr>How about you know 感觉（VERB）？ Please write down the choice on your page and click the choice to jump to the corresponding page</vt:lpstr>
      <vt:lpstr>感觉 gǎnjué </vt:lpstr>
      <vt:lpstr>感觉 gǎnjué </vt:lpstr>
      <vt:lpstr>感觉 gǎnjué </vt:lpstr>
      <vt:lpstr>感觉 gǎnjué </vt:lpstr>
      <vt:lpstr>practice</vt:lpstr>
      <vt:lpstr>End time of learning a word </vt:lpstr>
      <vt:lpstr>Start time of learning a word </vt:lpstr>
      <vt:lpstr>How about you know 所有？ Please write down the choice on your page and click the choice to jump to the corresponding page</vt:lpstr>
      <vt:lpstr>所有 suǒyǒu </vt:lpstr>
      <vt:lpstr>所有 suǒyǒu </vt:lpstr>
      <vt:lpstr>所有 suǒyǒu </vt:lpstr>
      <vt:lpstr>practice</vt:lpstr>
      <vt:lpstr>End time of learning a word </vt:lpstr>
      <vt:lpstr>Start time of learning a word </vt:lpstr>
      <vt:lpstr>How about you know 正式？ Please write down the choice on your page and click the choice to jump to the corresponding page</vt:lpstr>
      <vt:lpstr>正式 zhèngshì </vt:lpstr>
      <vt:lpstr>正式 zhèngshì </vt:lpstr>
      <vt:lpstr>正式 zhèngshì </vt:lpstr>
      <vt:lpstr>正式 zhèngshì </vt:lpstr>
      <vt:lpstr>practice</vt:lpstr>
      <vt:lpstr>End time of learning a word </vt:lpstr>
      <vt:lpstr>Start time of learning a word </vt:lpstr>
      <vt:lpstr>How about you know 号码？ Please write down the choice on your page and click the choice to jump to the corresponding page</vt:lpstr>
      <vt:lpstr>号码 hàomǎ </vt:lpstr>
      <vt:lpstr>号码 hàomǎ </vt:lpstr>
      <vt:lpstr>号码 hàomǎ </vt:lpstr>
      <vt:lpstr>号码 hàomǎ </vt:lpstr>
      <vt:lpstr>practice</vt:lpstr>
      <vt:lpstr>End time of learning a word </vt:lpstr>
      <vt:lpstr>Start time of learning a word </vt:lpstr>
      <vt:lpstr>How about you know 简直？ Please write down the choice on your page and click the choice to jump to the corresponding page</vt:lpstr>
      <vt:lpstr>简直 jiǎnzhí </vt:lpstr>
      <vt:lpstr>简直 jiǎnzhí </vt:lpstr>
      <vt:lpstr>简直 jiǎnzhí </vt:lpstr>
      <vt:lpstr>简直 jiǎnzhí </vt:lpstr>
      <vt:lpstr>practice</vt:lpstr>
      <vt:lpstr>End time of learning a word </vt:lpstr>
      <vt:lpstr>Start time of learning a word </vt:lpstr>
      <vt:lpstr>How about you know 暖和？ Please write down the choice on your page and click the choice to jump to the corresponding page</vt:lpstr>
      <vt:lpstr>暖和 nuǎn huo </vt:lpstr>
      <vt:lpstr>暖和 nuǎn huo </vt:lpstr>
      <vt:lpstr>暖和 nuǎn huo </vt:lpstr>
      <vt:lpstr>暖和 nuǎn huo </vt:lpstr>
      <vt:lpstr>practice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/>
  <cp:lastModifiedBy>康 正伟</cp:lastModifiedBy>
  <cp:revision>30</cp:revision>
  <cp:lastPrinted>1601-01-01T00:00:00Z</cp:lastPrinted>
  <dcterms:created xsi:type="dcterms:W3CDTF">1601-01-01T00:00:00Z</dcterms:created>
  <dcterms:modified xsi:type="dcterms:W3CDTF">2022-04-11T02:34:53Z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Version">
    <vt:i4>1</vt:i4>
  </property>
</Properties>
</file>