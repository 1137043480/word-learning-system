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48" r:id="rId2"/>
    <p:sldMasterId id="2147483650" r:id="rId3"/>
  </p:sldMasterIdLst>
  <p:sldIdLst>
    <p:sldId id="262" r:id="rId4"/>
    <p:sldId id="428" r:id="rId5"/>
    <p:sldId id="347" r:id="rId6"/>
    <p:sldId id="293" r:id="rId7"/>
    <p:sldId id="429" r:id="rId8"/>
    <p:sldId id="430" r:id="rId9"/>
    <p:sldId id="431" r:id="rId10"/>
    <p:sldId id="294" r:id="rId11"/>
    <p:sldId id="432" r:id="rId12"/>
    <p:sldId id="433" r:id="rId13"/>
    <p:sldId id="434" r:id="rId14"/>
    <p:sldId id="303" r:id="rId15"/>
    <p:sldId id="435" r:id="rId16"/>
    <p:sldId id="436" r:id="rId17"/>
    <p:sldId id="437" r:id="rId18"/>
    <p:sldId id="304" r:id="rId19"/>
    <p:sldId id="438" r:id="rId20"/>
    <p:sldId id="439" r:id="rId21"/>
    <p:sldId id="395" r:id="rId22"/>
    <p:sldId id="277" r:id="rId23"/>
    <p:sldId id="440" r:id="rId24"/>
    <p:sldId id="441" r:id="rId25"/>
    <p:sldId id="442" r:id="rId26"/>
    <p:sldId id="358" r:id="rId27"/>
    <p:sldId id="443" r:id="rId28"/>
    <p:sldId id="444" r:id="rId29"/>
    <p:sldId id="445" r:id="rId30"/>
    <p:sldId id="359" r:id="rId31"/>
    <p:sldId id="446" r:id="rId32"/>
    <p:sldId id="447" r:id="rId33"/>
    <p:sldId id="448" r:id="rId34"/>
    <p:sldId id="280" r:id="rId35"/>
    <p:sldId id="449" r:id="rId36"/>
    <p:sldId id="450" r:id="rId37"/>
    <p:sldId id="451" r:id="rId38"/>
    <p:sldId id="257" r:id="rId39"/>
    <p:sldId id="452" r:id="rId40"/>
    <p:sldId id="453" r:id="rId41"/>
    <p:sldId id="454" r:id="rId42"/>
    <p:sldId id="360" r:id="rId43"/>
    <p:sldId id="455" r:id="rId44"/>
    <p:sldId id="456" r:id="rId45"/>
    <p:sldId id="457" r:id="rId46"/>
    <p:sldId id="361" r:id="rId47"/>
    <p:sldId id="458" r:id="rId48"/>
    <p:sldId id="459" r:id="rId49"/>
    <p:sldId id="263" r:id="rId50"/>
    <p:sldId id="460" r:id="rId51"/>
    <p:sldId id="461" r:id="rId52"/>
    <p:sldId id="462" r:id="rId53"/>
    <p:sldId id="275" r:id="rId54"/>
    <p:sldId id="463" r:id="rId55"/>
    <p:sldId id="464" r:id="rId56"/>
    <p:sldId id="264" r:id="rId57"/>
    <p:sldId id="465" r:id="rId58"/>
    <p:sldId id="466" r:id="rId59"/>
    <p:sldId id="467" r:id="rId60"/>
    <p:sldId id="265" r:id="rId61"/>
    <p:sldId id="468" r:id="rId62"/>
    <p:sldId id="469" r:id="rId63"/>
    <p:sldId id="470" r:id="rId64"/>
    <p:sldId id="276" r:id="rId65"/>
    <p:sldId id="471" r:id="rId66"/>
    <p:sldId id="472" r:id="rId67"/>
    <p:sldId id="473" r:id="rId68"/>
    <p:sldId id="267" r:id="rId69"/>
    <p:sldId id="474" r:id="rId70"/>
    <p:sldId id="475" r:id="rId71"/>
    <p:sldId id="476" r:id="rId72"/>
    <p:sldId id="268" r:id="rId73"/>
    <p:sldId id="477" r:id="rId74"/>
    <p:sldId id="478" r:id="rId75"/>
    <p:sldId id="479" r:id="rId76"/>
    <p:sldId id="270" r:id="rId77"/>
    <p:sldId id="480" r:id="rId78"/>
    <p:sldId id="481" r:id="rId79"/>
    <p:sldId id="482" r:id="rId80"/>
    <p:sldId id="278" r:id="rId81"/>
    <p:sldId id="483" r:id="rId82"/>
    <p:sldId id="484" r:id="rId83"/>
    <p:sldId id="485" r:id="rId84"/>
    <p:sldId id="386" r:id="rId85"/>
    <p:sldId id="486" r:id="rId86"/>
    <p:sldId id="487" r:id="rId87"/>
    <p:sldId id="387" r:id="rId88"/>
    <p:sldId id="488" r:id="rId89"/>
    <p:sldId id="489" r:id="rId90"/>
    <p:sldId id="490" r:id="rId91"/>
    <p:sldId id="388" r:id="rId92"/>
    <p:sldId id="491" r:id="rId93"/>
    <p:sldId id="492" r:id="rId94"/>
    <p:sldId id="493" r:id="rId95"/>
    <p:sldId id="389" r:id="rId96"/>
    <p:sldId id="260" r:id="rId9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50" autoAdjust="0"/>
  </p:normalViewPr>
  <p:slideViewPr>
    <p:cSldViewPr>
      <p:cViewPr varScale="1">
        <p:scale>
          <a:sx n="120" d="100"/>
          <a:sy n="120" d="100"/>
        </p:scale>
        <p:origin x="140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presProps" Target="presProps.xml"/><Relationship Id="rId3" Type="http://schemas.openxmlformats.org/officeDocument/2006/relationships/slideMaster" Target="slideMasters/slideMaster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005897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5287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43365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54469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900091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58469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4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73847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20747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31586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3641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3641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462430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291922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95452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089763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29506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431477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951302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217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211888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76292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253823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676400"/>
            <a:ext cx="2057400" cy="4500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1676400"/>
            <a:ext cx="6019800" cy="4500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6544132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2542038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2538710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116987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558933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9403350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737822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98502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123151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156022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2293436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68522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>
            <a:extLst>
              <a:ext uri="{FF2B5EF4-FFF2-40B4-BE49-F238E27FC236}">
                <a16:creationId xmlns:a16="http://schemas.microsoft.com/office/drawing/2014/main" id="{A218C591-F3D0-1E40-A5F0-279D2380BE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FA123E24-F5C9-8F4B-A644-0C45A01EC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B189F9C1-65ED-E64F-AF6B-4E6E424BC7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>
            <a:extLst>
              <a:ext uri="{FF2B5EF4-FFF2-40B4-BE49-F238E27FC236}">
                <a16:creationId xmlns:a16="http://schemas.microsoft.com/office/drawing/2014/main" id="{7E935B47-410B-5D46-93FE-2A93A69A8D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1">
            <a:extLst>
              <a:ext uri="{FF2B5EF4-FFF2-40B4-BE49-F238E27FC236}">
                <a16:creationId xmlns:a16="http://schemas.microsoft.com/office/drawing/2014/main" id="{D6D8B005-D19A-5447-9B52-229FC7B0FB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676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8">
            <a:extLst>
              <a:ext uri="{FF2B5EF4-FFF2-40B4-BE49-F238E27FC236}">
                <a16:creationId xmlns:a16="http://schemas.microsoft.com/office/drawing/2014/main" id="{562A9A72-4D1A-AE4E-87D3-94CF756864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13" Type="http://schemas.openxmlformats.org/officeDocument/2006/relationships/slideLayout" Target="../slideLayouts/slideLayout2.xml"/><Relationship Id="rId3" Type="http://schemas.microsoft.com/office/2007/relationships/media" Target="../media/media2.wav"/><Relationship Id="rId7" Type="http://schemas.microsoft.com/office/2007/relationships/media" Target="../media/media4.wav"/><Relationship Id="rId12" Type="http://schemas.openxmlformats.org/officeDocument/2006/relationships/audio" Target="../media/media6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microsoft.com/office/2007/relationships/media" Target="../media/media6.wav"/><Relationship Id="rId5" Type="http://schemas.microsoft.com/office/2007/relationships/media" Target="../media/media3.wav"/><Relationship Id="rId15" Type="http://schemas.openxmlformats.org/officeDocument/2006/relationships/slide" Target="slide8.xml"/><Relationship Id="rId10" Type="http://schemas.openxmlformats.org/officeDocument/2006/relationships/audio" Target="../media/media5.wav"/><Relationship Id="rId4" Type="http://schemas.openxmlformats.org/officeDocument/2006/relationships/audio" Target="../media/media2.wav"/><Relationship Id="rId9" Type="http://schemas.microsoft.com/office/2007/relationships/media" Target="../media/media5.wav"/><Relationship Id="rId1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audio" Target="../media/media6.wav"/><Relationship Id="rId3" Type="http://schemas.microsoft.com/office/2007/relationships/media" Target="../media/media4.wav"/><Relationship Id="rId7" Type="http://schemas.microsoft.com/office/2007/relationships/media" Target="../media/media6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5.wav"/><Relationship Id="rId11" Type="http://schemas.openxmlformats.org/officeDocument/2006/relationships/slide" Target="slide8.xml"/><Relationship Id="rId5" Type="http://schemas.microsoft.com/office/2007/relationships/media" Target="../media/media5.wav"/><Relationship Id="rId10" Type="http://schemas.openxmlformats.org/officeDocument/2006/relationships/image" Target="../media/image4.png"/><Relationship Id="rId4" Type="http://schemas.openxmlformats.org/officeDocument/2006/relationships/audio" Target="../media/media4.wav"/><Relationship Id="rId9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audio" Target="../media/media6.wav"/><Relationship Id="rId3" Type="http://schemas.microsoft.com/office/2007/relationships/media" Target="../media/media4.wav"/><Relationship Id="rId7" Type="http://schemas.microsoft.com/office/2007/relationships/media" Target="../media/media6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5.wav"/><Relationship Id="rId11" Type="http://schemas.openxmlformats.org/officeDocument/2006/relationships/slide" Target="slide8.xml"/><Relationship Id="rId5" Type="http://schemas.microsoft.com/office/2007/relationships/media" Target="../media/media5.wav"/><Relationship Id="rId10" Type="http://schemas.openxmlformats.org/officeDocument/2006/relationships/image" Target="../media/image4.png"/><Relationship Id="rId4" Type="http://schemas.openxmlformats.org/officeDocument/2006/relationships/audio" Target="../media/media4.wav"/><Relationship Id="rId9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media" Target="../media/media6.wav"/><Relationship Id="rId7" Type="http://schemas.openxmlformats.org/officeDocument/2006/relationships/slide" Target="slide8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6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13.xml"/><Relationship Id="rId4" Type="http://schemas.openxmlformats.org/officeDocument/2006/relationships/slide" Target="slide1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audio" Target="../media/media9.wav"/><Relationship Id="rId13" Type="http://schemas.openxmlformats.org/officeDocument/2006/relationships/slideLayout" Target="../slideLayouts/slideLayout2.xml"/><Relationship Id="rId3" Type="http://schemas.microsoft.com/office/2007/relationships/media" Target="../media/media2.wav"/><Relationship Id="rId7" Type="http://schemas.microsoft.com/office/2007/relationships/media" Target="../media/media9.wav"/><Relationship Id="rId12" Type="http://schemas.openxmlformats.org/officeDocument/2006/relationships/audio" Target="../media/media11.wav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audio" Target="../media/media8.wav"/><Relationship Id="rId11" Type="http://schemas.microsoft.com/office/2007/relationships/media" Target="../media/media11.wav"/><Relationship Id="rId5" Type="http://schemas.microsoft.com/office/2007/relationships/media" Target="../media/media8.wav"/><Relationship Id="rId15" Type="http://schemas.openxmlformats.org/officeDocument/2006/relationships/slide" Target="slide16.xml"/><Relationship Id="rId10" Type="http://schemas.openxmlformats.org/officeDocument/2006/relationships/audio" Target="../media/media10.wav"/><Relationship Id="rId4" Type="http://schemas.openxmlformats.org/officeDocument/2006/relationships/audio" Target="../media/media2.wav"/><Relationship Id="rId9" Type="http://schemas.microsoft.com/office/2007/relationships/media" Target="../media/media10.wav"/><Relationship Id="rId1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audio" Target="../media/media11.wav"/><Relationship Id="rId3" Type="http://schemas.microsoft.com/office/2007/relationships/media" Target="../media/media9.wav"/><Relationship Id="rId7" Type="http://schemas.microsoft.com/office/2007/relationships/media" Target="../media/media11.wav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audio" Target="../media/media10.wav"/><Relationship Id="rId11" Type="http://schemas.openxmlformats.org/officeDocument/2006/relationships/slide" Target="slide16.xml"/><Relationship Id="rId5" Type="http://schemas.microsoft.com/office/2007/relationships/media" Target="../media/media10.wav"/><Relationship Id="rId10" Type="http://schemas.openxmlformats.org/officeDocument/2006/relationships/image" Target="../media/image4.png"/><Relationship Id="rId4" Type="http://schemas.openxmlformats.org/officeDocument/2006/relationships/audio" Target="../media/media9.wav"/><Relationship Id="rId9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audio" Target="../media/media11.wav"/><Relationship Id="rId3" Type="http://schemas.microsoft.com/office/2007/relationships/media" Target="../media/media9.wav"/><Relationship Id="rId7" Type="http://schemas.microsoft.com/office/2007/relationships/media" Target="../media/media11.wav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audio" Target="../media/media10.wav"/><Relationship Id="rId11" Type="http://schemas.openxmlformats.org/officeDocument/2006/relationships/slide" Target="slide16.xml"/><Relationship Id="rId5" Type="http://schemas.microsoft.com/office/2007/relationships/media" Target="../media/media10.wav"/><Relationship Id="rId10" Type="http://schemas.openxmlformats.org/officeDocument/2006/relationships/image" Target="../media/image4.png"/><Relationship Id="rId4" Type="http://schemas.openxmlformats.org/officeDocument/2006/relationships/audio" Target="../media/media9.wav"/><Relationship Id="rId9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media" Target="../media/media11.wav"/><Relationship Id="rId7" Type="http://schemas.openxmlformats.org/officeDocument/2006/relationships/slide" Target="slide16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1.wav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1.xml"/><Relationship Id="rId5" Type="http://schemas.openxmlformats.org/officeDocument/2006/relationships/slide" Target="slide24.xml"/><Relationship Id="rId4" Type="http://schemas.openxmlformats.org/officeDocument/2006/relationships/slide" Target="slide2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audio" Target="../media/media15.wav"/><Relationship Id="rId13" Type="http://schemas.openxmlformats.org/officeDocument/2006/relationships/slideLayout" Target="../slideLayouts/slideLayout2.xml"/><Relationship Id="rId3" Type="http://schemas.microsoft.com/office/2007/relationships/media" Target="../media/media13.wav"/><Relationship Id="rId7" Type="http://schemas.microsoft.com/office/2007/relationships/media" Target="../media/media15.wav"/><Relationship Id="rId12" Type="http://schemas.openxmlformats.org/officeDocument/2006/relationships/audio" Target="../media/media17.wav"/><Relationship Id="rId2" Type="http://schemas.openxmlformats.org/officeDocument/2006/relationships/audio" Target="../media/media12.wav"/><Relationship Id="rId1" Type="http://schemas.microsoft.com/office/2007/relationships/media" Target="../media/media12.wav"/><Relationship Id="rId6" Type="http://schemas.openxmlformats.org/officeDocument/2006/relationships/audio" Target="../media/media14.wav"/><Relationship Id="rId11" Type="http://schemas.microsoft.com/office/2007/relationships/media" Target="../media/media17.wav"/><Relationship Id="rId5" Type="http://schemas.microsoft.com/office/2007/relationships/media" Target="../media/media14.wav"/><Relationship Id="rId15" Type="http://schemas.openxmlformats.org/officeDocument/2006/relationships/slide" Target="slide24.xml"/><Relationship Id="rId10" Type="http://schemas.openxmlformats.org/officeDocument/2006/relationships/audio" Target="../media/media16.wav"/><Relationship Id="rId4" Type="http://schemas.openxmlformats.org/officeDocument/2006/relationships/audio" Target="../media/media13.wav"/><Relationship Id="rId9" Type="http://schemas.microsoft.com/office/2007/relationships/media" Target="../media/media16.wav"/><Relationship Id="rId1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audio" Target="../media/media17.wav"/><Relationship Id="rId3" Type="http://schemas.microsoft.com/office/2007/relationships/media" Target="../media/media15.wav"/><Relationship Id="rId7" Type="http://schemas.microsoft.com/office/2007/relationships/media" Target="../media/media17.wav"/><Relationship Id="rId2" Type="http://schemas.openxmlformats.org/officeDocument/2006/relationships/audio" Target="../media/media12.wav"/><Relationship Id="rId1" Type="http://schemas.microsoft.com/office/2007/relationships/media" Target="../media/media12.wav"/><Relationship Id="rId6" Type="http://schemas.openxmlformats.org/officeDocument/2006/relationships/audio" Target="../media/media16.wav"/><Relationship Id="rId11" Type="http://schemas.openxmlformats.org/officeDocument/2006/relationships/slide" Target="slide24.xml"/><Relationship Id="rId5" Type="http://schemas.microsoft.com/office/2007/relationships/media" Target="../media/media16.wav"/><Relationship Id="rId10" Type="http://schemas.openxmlformats.org/officeDocument/2006/relationships/image" Target="../media/image4.png"/><Relationship Id="rId4" Type="http://schemas.openxmlformats.org/officeDocument/2006/relationships/audio" Target="../media/media15.wav"/><Relationship Id="rId9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audio" Target="../media/media17.wav"/><Relationship Id="rId3" Type="http://schemas.microsoft.com/office/2007/relationships/media" Target="../media/media15.wav"/><Relationship Id="rId7" Type="http://schemas.microsoft.com/office/2007/relationships/media" Target="../media/media17.wav"/><Relationship Id="rId2" Type="http://schemas.openxmlformats.org/officeDocument/2006/relationships/audio" Target="../media/media12.wav"/><Relationship Id="rId1" Type="http://schemas.microsoft.com/office/2007/relationships/media" Target="../media/media12.wav"/><Relationship Id="rId6" Type="http://schemas.openxmlformats.org/officeDocument/2006/relationships/audio" Target="../media/media16.wav"/><Relationship Id="rId11" Type="http://schemas.openxmlformats.org/officeDocument/2006/relationships/slide" Target="slide24.xml"/><Relationship Id="rId5" Type="http://schemas.microsoft.com/office/2007/relationships/media" Target="../media/media16.wav"/><Relationship Id="rId10" Type="http://schemas.openxmlformats.org/officeDocument/2006/relationships/image" Target="../media/image4.png"/><Relationship Id="rId4" Type="http://schemas.openxmlformats.org/officeDocument/2006/relationships/audio" Target="../media/media15.wav"/><Relationship Id="rId9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media" Target="../media/media17.wav"/><Relationship Id="rId7" Type="http://schemas.openxmlformats.org/officeDocument/2006/relationships/slide" Target="slide24.xml"/><Relationship Id="rId2" Type="http://schemas.openxmlformats.org/officeDocument/2006/relationships/audio" Target="../media/media12.wav"/><Relationship Id="rId1" Type="http://schemas.microsoft.com/office/2007/relationships/media" Target="../media/media12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7.wav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9.xml"/><Relationship Id="rId5" Type="http://schemas.openxmlformats.org/officeDocument/2006/relationships/slide" Target="slide32.xml"/><Relationship Id="rId4" Type="http://schemas.openxmlformats.org/officeDocument/2006/relationships/slide" Target="slide3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audio" Target="../media/media21.wav"/><Relationship Id="rId13" Type="http://schemas.openxmlformats.org/officeDocument/2006/relationships/slideLayout" Target="../slideLayouts/slideLayout2.xml"/><Relationship Id="rId3" Type="http://schemas.microsoft.com/office/2007/relationships/media" Target="../media/media19.wav"/><Relationship Id="rId7" Type="http://schemas.microsoft.com/office/2007/relationships/media" Target="../media/media21.wav"/><Relationship Id="rId12" Type="http://schemas.openxmlformats.org/officeDocument/2006/relationships/audio" Target="../media/media23.wav"/><Relationship Id="rId2" Type="http://schemas.openxmlformats.org/officeDocument/2006/relationships/audio" Target="../media/media18.wav"/><Relationship Id="rId1" Type="http://schemas.microsoft.com/office/2007/relationships/media" Target="../media/media18.wav"/><Relationship Id="rId6" Type="http://schemas.openxmlformats.org/officeDocument/2006/relationships/audio" Target="../media/media20.wav"/><Relationship Id="rId11" Type="http://schemas.microsoft.com/office/2007/relationships/media" Target="../media/media23.wav"/><Relationship Id="rId5" Type="http://schemas.microsoft.com/office/2007/relationships/media" Target="../media/media20.wav"/><Relationship Id="rId15" Type="http://schemas.openxmlformats.org/officeDocument/2006/relationships/slide" Target="slide32.xml"/><Relationship Id="rId10" Type="http://schemas.openxmlformats.org/officeDocument/2006/relationships/audio" Target="../media/media22.wav"/><Relationship Id="rId4" Type="http://schemas.openxmlformats.org/officeDocument/2006/relationships/audio" Target="../media/media19.wav"/><Relationship Id="rId9" Type="http://schemas.microsoft.com/office/2007/relationships/media" Target="../media/media22.wav"/><Relationship Id="rId1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audio" Target="../media/media23.wav"/><Relationship Id="rId3" Type="http://schemas.microsoft.com/office/2007/relationships/media" Target="../media/media21.wav"/><Relationship Id="rId7" Type="http://schemas.microsoft.com/office/2007/relationships/media" Target="../media/media23.wav"/><Relationship Id="rId2" Type="http://schemas.openxmlformats.org/officeDocument/2006/relationships/audio" Target="../media/media18.wav"/><Relationship Id="rId1" Type="http://schemas.microsoft.com/office/2007/relationships/media" Target="../media/media18.wav"/><Relationship Id="rId6" Type="http://schemas.openxmlformats.org/officeDocument/2006/relationships/audio" Target="../media/media22.wav"/><Relationship Id="rId11" Type="http://schemas.openxmlformats.org/officeDocument/2006/relationships/slide" Target="slide32.xml"/><Relationship Id="rId5" Type="http://schemas.microsoft.com/office/2007/relationships/media" Target="../media/media22.wav"/><Relationship Id="rId10" Type="http://schemas.openxmlformats.org/officeDocument/2006/relationships/image" Target="../media/image4.png"/><Relationship Id="rId4" Type="http://schemas.openxmlformats.org/officeDocument/2006/relationships/audio" Target="../media/media21.wav"/><Relationship Id="rId9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audio" Target="../media/media23.wav"/><Relationship Id="rId3" Type="http://schemas.microsoft.com/office/2007/relationships/media" Target="../media/media21.wav"/><Relationship Id="rId7" Type="http://schemas.microsoft.com/office/2007/relationships/media" Target="../media/media23.wav"/><Relationship Id="rId2" Type="http://schemas.openxmlformats.org/officeDocument/2006/relationships/audio" Target="../media/media18.wav"/><Relationship Id="rId1" Type="http://schemas.microsoft.com/office/2007/relationships/media" Target="../media/media18.wav"/><Relationship Id="rId6" Type="http://schemas.openxmlformats.org/officeDocument/2006/relationships/audio" Target="../media/media22.wav"/><Relationship Id="rId11" Type="http://schemas.openxmlformats.org/officeDocument/2006/relationships/slide" Target="slide32.xml"/><Relationship Id="rId5" Type="http://schemas.microsoft.com/office/2007/relationships/media" Target="../media/media22.wav"/><Relationship Id="rId10" Type="http://schemas.openxmlformats.org/officeDocument/2006/relationships/image" Target="../media/image4.png"/><Relationship Id="rId4" Type="http://schemas.openxmlformats.org/officeDocument/2006/relationships/audio" Target="../media/media21.wav"/><Relationship Id="rId9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media" Target="../media/media23.wav"/><Relationship Id="rId7" Type="http://schemas.openxmlformats.org/officeDocument/2006/relationships/slide" Target="slide32.xml"/><Relationship Id="rId2" Type="http://schemas.openxmlformats.org/officeDocument/2006/relationships/audio" Target="../media/media18.wav"/><Relationship Id="rId1" Type="http://schemas.microsoft.com/office/2007/relationships/media" Target="../media/media18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3.wav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slide" Target="slide3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7.xml"/><Relationship Id="rId5" Type="http://schemas.openxmlformats.org/officeDocument/2006/relationships/slide" Target="slide40.xml"/><Relationship Id="rId4" Type="http://schemas.openxmlformats.org/officeDocument/2006/relationships/slide" Target="slide39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audio" Target="../media/media27.wav"/><Relationship Id="rId13" Type="http://schemas.openxmlformats.org/officeDocument/2006/relationships/slideLayout" Target="../slideLayouts/slideLayout2.xml"/><Relationship Id="rId3" Type="http://schemas.microsoft.com/office/2007/relationships/media" Target="../media/media25.wav"/><Relationship Id="rId7" Type="http://schemas.microsoft.com/office/2007/relationships/media" Target="../media/media27.wav"/><Relationship Id="rId12" Type="http://schemas.openxmlformats.org/officeDocument/2006/relationships/audio" Target="../media/media29.wav"/><Relationship Id="rId2" Type="http://schemas.openxmlformats.org/officeDocument/2006/relationships/audio" Target="../media/media24.wav"/><Relationship Id="rId1" Type="http://schemas.microsoft.com/office/2007/relationships/media" Target="../media/media24.wav"/><Relationship Id="rId6" Type="http://schemas.openxmlformats.org/officeDocument/2006/relationships/audio" Target="../media/media26.wav"/><Relationship Id="rId11" Type="http://schemas.microsoft.com/office/2007/relationships/media" Target="../media/media29.wav"/><Relationship Id="rId5" Type="http://schemas.microsoft.com/office/2007/relationships/media" Target="../media/media26.wav"/><Relationship Id="rId15" Type="http://schemas.openxmlformats.org/officeDocument/2006/relationships/slide" Target="slide40.xml"/><Relationship Id="rId10" Type="http://schemas.openxmlformats.org/officeDocument/2006/relationships/audio" Target="../media/media28.wav"/><Relationship Id="rId4" Type="http://schemas.openxmlformats.org/officeDocument/2006/relationships/audio" Target="../media/media25.wav"/><Relationship Id="rId9" Type="http://schemas.microsoft.com/office/2007/relationships/media" Target="../media/media28.wav"/><Relationship Id="rId1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audio" Target="../media/media29.wav"/><Relationship Id="rId3" Type="http://schemas.microsoft.com/office/2007/relationships/media" Target="../media/media27.wav"/><Relationship Id="rId7" Type="http://schemas.microsoft.com/office/2007/relationships/media" Target="../media/media29.wav"/><Relationship Id="rId2" Type="http://schemas.openxmlformats.org/officeDocument/2006/relationships/audio" Target="../media/media24.wav"/><Relationship Id="rId1" Type="http://schemas.microsoft.com/office/2007/relationships/media" Target="../media/media24.wav"/><Relationship Id="rId6" Type="http://schemas.openxmlformats.org/officeDocument/2006/relationships/audio" Target="../media/media28.wav"/><Relationship Id="rId11" Type="http://schemas.openxmlformats.org/officeDocument/2006/relationships/slide" Target="slide40.xml"/><Relationship Id="rId5" Type="http://schemas.microsoft.com/office/2007/relationships/media" Target="../media/media28.wav"/><Relationship Id="rId10" Type="http://schemas.openxmlformats.org/officeDocument/2006/relationships/image" Target="../media/image4.png"/><Relationship Id="rId4" Type="http://schemas.openxmlformats.org/officeDocument/2006/relationships/audio" Target="../media/media27.wav"/><Relationship Id="rId9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audio" Target="../media/media29.wav"/><Relationship Id="rId3" Type="http://schemas.microsoft.com/office/2007/relationships/media" Target="../media/media27.wav"/><Relationship Id="rId7" Type="http://schemas.microsoft.com/office/2007/relationships/media" Target="../media/media29.wav"/><Relationship Id="rId2" Type="http://schemas.openxmlformats.org/officeDocument/2006/relationships/audio" Target="../media/media24.wav"/><Relationship Id="rId1" Type="http://schemas.microsoft.com/office/2007/relationships/media" Target="../media/media24.wav"/><Relationship Id="rId6" Type="http://schemas.openxmlformats.org/officeDocument/2006/relationships/audio" Target="../media/media28.wav"/><Relationship Id="rId11" Type="http://schemas.openxmlformats.org/officeDocument/2006/relationships/slide" Target="slide40.xml"/><Relationship Id="rId5" Type="http://schemas.microsoft.com/office/2007/relationships/media" Target="../media/media28.wav"/><Relationship Id="rId10" Type="http://schemas.openxmlformats.org/officeDocument/2006/relationships/image" Target="../media/image4.png"/><Relationship Id="rId4" Type="http://schemas.openxmlformats.org/officeDocument/2006/relationships/audio" Target="../media/media27.wav"/><Relationship Id="rId9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media" Target="../media/media29.wav"/><Relationship Id="rId7" Type="http://schemas.openxmlformats.org/officeDocument/2006/relationships/slide" Target="slide40.xml"/><Relationship Id="rId2" Type="http://schemas.openxmlformats.org/officeDocument/2006/relationships/audio" Target="../media/media24.wav"/><Relationship Id="rId1" Type="http://schemas.microsoft.com/office/2007/relationships/media" Target="../media/media24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9.wav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4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4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7.xml"/><Relationship Id="rId4" Type="http://schemas.openxmlformats.org/officeDocument/2006/relationships/slide" Target="slide46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audio" Target="../media/media33.wav"/><Relationship Id="rId3" Type="http://schemas.microsoft.com/office/2007/relationships/media" Target="../media/media31.wav"/><Relationship Id="rId7" Type="http://schemas.microsoft.com/office/2007/relationships/media" Target="../media/media33.wav"/><Relationship Id="rId2" Type="http://schemas.openxmlformats.org/officeDocument/2006/relationships/audio" Target="../media/media30.wav"/><Relationship Id="rId1" Type="http://schemas.microsoft.com/office/2007/relationships/media" Target="../media/media30.wav"/><Relationship Id="rId6" Type="http://schemas.openxmlformats.org/officeDocument/2006/relationships/audio" Target="../media/media32.wav"/><Relationship Id="rId11" Type="http://schemas.openxmlformats.org/officeDocument/2006/relationships/slide" Target="slide47.xml"/><Relationship Id="rId5" Type="http://schemas.microsoft.com/office/2007/relationships/media" Target="../media/media32.wav"/><Relationship Id="rId10" Type="http://schemas.openxmlformats.org/officeDocument/2006/relationships/image" Target="../media/image4.png"/><Relationship Id="rId4" Type="http://schemas.openxmlformats.org/officeDocument/2006/relationships/audio" Target="../media/media31.wav"/><Relationship Id="rId9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audio" Target="../media/media33.wav"/><Relationship Id="rId3" Type="http://schemas.microsoft.com/office/2007/relationships/media" Target="../media/media31.wav"/><Relationship Id="rId7" Type="http://schemas.microsoft.com/office/2007/relationships/media" Target="../media/media33.wav"/><Relationship Id="rId2" Type="http://schemas.openxmlformats.org/officeDocument/2006/relationships/audio" Target="../media/media30.wav"/><Relationship Id="rId1" Type="http://schemas.microsoft.com/office/2007/relationships/media" Target="../media/media30.wav"/><Relationship Id="rId6" Type="http://schemas.openxmlformats.org/officeDocument/2006/relationships/audio" Target="../media/media32.wav"/><Relationship Id="rId11" Type="http://schemas.openxmlformats.org/officeDocument/2006/relationships/slide" Target="slide47.xml"/><Relationship Id="rId5" Type="http://schemas.microsoft.com/office/2007/relationships/media" Target="../media/media32.wav"/><Relationship Id="rId10" Type="http://schemas.openxmlformats.org/officeDocument/2006/relationships/image" Target="../media/image4.png"/><Relationship Id="rId4" Type="http://schemas.openxmlformats.org/officeDocument/2006/relationships/audio" Target="../media/media31.wav"/><Relationship Id="rId9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media" Target="../media/media33.wav"/><Relationship Id="rId7" Type="http://schemas.openxmlformats.org/officeDocument/2006/relationships/slide" Target="slide47.xml"/><Relationship Id="rId2" Type="http://schemas.openxmlformats.org/officeDocument/2006/relationships/audio" Target="../media/media30.wav"/><Relationship Id="rId1" Type="http://schemas.microsoft.com/office/2007/relationships/media" Target="../media/media30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3.wav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4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5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5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4.xml"/><Relationship Id="rId4" Type="http://schemas.openxmlformats.org/officeDocument/2006/relationships/slide" Target="slide53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34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0.wav"/><Relationship Id="rId1" Type="http://schemas.microsoft.com/office/2007/relationships/media" Target="../media/media30.wav"/><Relationship Id="rId6" Type="http://schemas.openxmlformats.org/officeDocument/2006/relationships/audio" Target="../media/media35.wav"/><Relationship Id="rId5" Type="http://schemas.microsoft.com/office/2007/relationships/media" Target="../media/media35.wav"/><Relationship Id="rId4" Type="http://schemas.openxmlformats.org/officeDocument/2006/relationships/audio" Target="../media/media34.wav"/><Relationship Id="rId9" Type="http://schemas.openxmlformats.org/officeDocument/2006/relationships/slide" Target="slide54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34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0.wav"/><Relationship Id="rId1" Type="http://schemas.microsoft.com/office/2007/relationships/media" Target="../media/media30.wav"/><Relationship Id="rId6" Type="http://schemas.openxmlformats.org/officeDocument/2006/relationships/audio" Target="../media/media35.wav"/><Relationship Id="rId5" Type="http://schemas.microsoft.com/office/2007/relationships/media" Target="../media/media35.wav"/><Relationship Id="rId4" Type="http://schemas.openxmlformats.org/officeDocument/2006/relationships/audio" Target="../media/media34.wav"/><Relationship Id="rId9" Type="http://schemas.openxmlformats.org/officeDocument/2006/relationships/slide" Target="slide54.xml"/></Relationships>
</file>

<file path=ppt/slides/_rels/slide53.xml.rels><?xml version="1.0" encoding="UTF-8" standalone="yes"?>
<Relationships xmlns="http://schemas.openxmlformats.org/package/2006/relationships"><Relationship Id="rId3" Type="http://schemas.microsoft.com/office/2007/relationships/media" Target="../media/media35.wav"/><Relationship Id="rId7" Type="http://schemas.openxmlformats.org/officeDocument/2006/relationships/slide" Target="slide54.xml"/><Relationship Id="rId2" Type="http://schemas.openxmlformats.org/officeDocument/2006/relationships/audio" Target="../media/media30.wav"/><Relationship Id="rId1" Type="http://schemas.microsoft.com/office/2007/relationships/media" Target="../media/media30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5.wav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5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5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60.xml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9.xml"/><Relationship Id="rId5" Type="http://schemas.openxmlformats.org/officeDocument/2006/relationships/slide" Target="slide62.xml"/><Relationship Id="rId4" Type="http://schemas.openxmlformats.org/officeDocument/2006/relationships/slide" Target="slide61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audio" Target="../media/media39.wav"/><Relationship Id="rId13" Type="http://schemas.openxmlformats.org/officeDocument/2006/relationships/slideLayout" Target="../slideLayouts/slideLayout2.xml"/><Relationship Id="rId3" Type="http://schemas.microsoft.com/office/2007/relationships/media" Target="../media/media37.wav"/><Relationship Id="rId7" Type="http://schemas.microsoft.com/office/2007/relationships/media" Target="../media/media39.wav"/><Relationship Id="rId12" Type="http://schemas.openxmlformats.org/officeDocument/2006/relationships/audio" Target="../media/media41.wav"/><Relationship Id="rId2" Type="http://schemas.openxmlformats.org/officeDocument/2006/relationships/audio" Target="../media/media36.wav"/><Relationship Id="rId1" Type="http://schemas.microsoft.com/office/2007/relationships/media" Target="../media/media36.wav"/><Relationship Id="rId6" Type="http://schemas.openxmlformats.org/officeDocument/2006/relationships/audio" Target="../media/media38.wav"/><Relationship Id="rId11" Type="http://schemas.microsoft.com/office/2007/relationships/media" Target="../media/media41.wav"/><Relationship Id="rId5" Type="http://schemas.microsoft.com/office/2007/relationships/media" Target="../media/media38.wav"/><Relationship Id="rId15" Type="http://schemas.openxmlformats.org/officeDocument/2006/relationships/slide" Target="slide62.xml"/><Relationship Id="rId10" Type="http://schemas.openxmlformats.org/officeDocument/2006/relationships/audio" Target="../media/media40.wav"/><Relationship Id="rId4" Type="http://schemas.openxmlformats.org/officeDocument/2006/relationships/audio" Target="../media/media37.wav"/><Relationship Id="rId9" Type="http://schemas.microsoft.com/office/2007/relationships/media" Target="../media/media40.wav"/><Relationship Id="rId14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audio" Target="../media/media41.wav"/><Relationship Id="rId3" Type="http://schemas.microsoft.com/office/2007/relationships/media" Target="../media/media39.wav"/><Relationship Id="rId7" Type="http://schemas.microsoft.com/office/2007/relationships/media" Target="../media/media41.wav"/><Relationship Id="rId2" Type="http://schemas.openxmlformats.org/officeDocument/2006/relationships/audio" Target="../media/media36.wav"/><Relationship Id="rId1" Type="http://schemas.microsoft.com/office/2007/relationships/media" Target="../media/media36.wav"/><Relationship Id="rId6" Type="http://schemas.openxmlformats.org/officeDocument/2006/relationships/audio" Target="../media/media40.wav"/><Relationship Id="rId11" Type="http://schemas.openxmlformats.org/officeDocument/2006/relationships/slide" Target="slide62.xml"/><Relationship Id="rId5" Type="http://schemas.microsoft.com/office/2007/relationships/media" Target="../media/media40.wav"/><Relationship Id="rId10" Type="http://schemas.openxmlformats.org/officeDocument/2006/relationships/image" Target="../media/image4.png"/><Relationship Id="rId4" Type="http://schemas.openxmlformats.org/officeDocument/2006/relationships/audio" Target="../media/media39.wav"/><Relationship Id="rId9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audio" Target="../media/media41.wav"/><Relationship Id="rId3" Type="http://schemas.microsoft.com/office/2007/relationships/media" Target="../media/media39.wav"/><Relationship Id="rId7" Type="http://schemas.microsoft.com/office/2007/relationships/media" Target="../media/media41.wav"/><Relationship Id="rId2" Type="http://schemas.openxmlformats.org/officeDocument/2006/relationships/audio" Target="../media/media36.wav"/><Relationship Id="rId1" Type="http://schemas.microsoft.com/office/2007/relationships/media" Target="../media/media36.wav"/><Relationship Id="rId6" Type="http://schemas.openxmlformats.org/officeDocument/2006/relationships/audio" Target="../media/media40.wav"/><Relationship Id="rId11" Type="http://schemas.openxmlformats.org/officeDocument/2006/relationships/slide" Target="slide62.xml"/><Relationship Id="rId5" Type="http://schemas.microsoft.com/office/2007/relationships/media" Target="../media/media40.wav"/><Relationship Id="rId10" Type="http://schemas.openxmlformats.org/officeDocument/2006/relationships/image" Target="../media/image4.png"/><Relationship Id="rId4" Type="http://schemas.openxmlformats.org/officeDocument/2006/relationships/audio" Target="../media/media39.wav"/><Relationship Id="rId9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media" Target="../media/media41.wav"/><Relationship Id="rId7" Type="http://schemas.openxmlformats.org/officeDocument/2006/relationships/slide" Target="slide62.xml"/><Relationship Id="rId2" Type="http://schemas.openxmlformats.org/officeDocument/2006/relationships/audio" Target="../media/media36.wav"/><Relationship Id="rId1" Type="http://schemas.microsoft.com/office/2007/relationships/media" Target="../media/media36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41.wav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6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slide" Target="slide6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7.xml"/><Relationship Id="rId5" Type="http://schemas.openxmlformats.org/officeDocument/2006/relationships/slide" Target="slide70.xml"/><Relationship Id="rId4" Type="http://schemas.openxmlformats.org/officeDocument/2006/relationships/slide" Target="slide69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audio" Target="../media/media42.wav"/><Relationship Id="rId13" Type="http://schemas.openxmlformats.org/officeDocument/2006/relationships/slide" Target="slide70.xml"/><Relationship Id="rId3" Type="http://schemas.microsoft.com/office/2007/relationships/media" Target="../media/media37.wav"/><Relationship Id="rId7" Type="http://schemas.microsoft.com/office/2007/relationships/media" Target="../media/media42.wav"/><Relationship Id="rId12" Type="http://schemas.openxmlformats.org/officeDocument/2006/relationships/image" Target="../media/image4.png"/><Relationship Id="rId2" Type="http://schemas.openxmlformats.org/officeDocument/2006/relationships/audio" Target="../media/media36.wav"/><Relationship Id="rId1" Type="http://schemas.microsoft.com/office/2007/relationships/media" Target="../media/media36.wav"/><Relationship Id="rId6" Type="http://schemas.openxmlformats.org/officeDocument/2006/relationships/audio" Target="../media/media38.wav"/><Relationship Id="rId11" Type="http://schemas.openxmlformats.org/officeDocument/2006/relationships/slideLayout" Target="../slideLayouts/slideLayout2.xml"/><Relationship Id="rId5" Type="http://schemas.microsoft.com/office/2007/relationships/media" Target="../media/media38.wav"/><Relationship Id="rId10" Type="http://schemas.openxmlformats.org/officeDocument/2006/relationships/audio" Target="../media/media43.wav"/><Relationship Id="rId4" Type="http://schemas.openxmlformats.org/officeDocument/2006/relationships/audio" Target="../media/media37.wav"/><Relationship Id="rId9" Type="http://schemas.microsoft.com/office/2007/relationships/media" Target="../media/media43.wav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42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6.wav"/><Relationship Id="rId1" Type="http://schemas.microsoft.com/office/2007/relationships/media" Target="../media/media36.wav"/><Relationship Id="rId6" Type="http://schemas.openxmlformats.org/officeDocument/2006/relationships/audio" Target="../media/media43.wav"/><Relationship Id="rId5" Type="http://schemas.microsoft.com/office/2007/relationships/media" Target="../media/media43.wav"/><Relationship Id="rId4" Type="http://schemas.openxmlformats.org/officeDocument/2006/relationships/audio" Target="../media/media42.wav"/><Relationship Id="rId9" Type="http://schemas.openxmlformats.org/officeDocument/2006/relationships/slide" Target="slide70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42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6.wav"/><Relationship Id="rId1" Type="http://schemas.microsoft.com/office/2007/relationships/media" Target="../media/media36.wav"/><Relationship Id="rId6" Type="http://schemas.openxmlformats.org/officeDocument/2006/relationships/audio" Target="../media/media43.wav"/><Relationship Id="rId5" Type="http://schemas.microsoft.com/office/2007/relationships/media" Target="../media/media43.wav"/><Relationship Id="rId4" Type="http://schemas.openxmlformats.org/officeDocument/2006/relationships/audio" Target="../media/media42.wav"/><Relationship Id="rId9" Type="http://schemas.openxmlformats.org/officeDocument/2006/relationships/slide" Target="slide70.xml"/></Relationships>
</file>

<file path=ppt/slides/_rels/slide69.xml.rels><?xml version="1.0" encoding="UTF-8" standalone="yes"?>
<Relationships xmlns="http://schemas.openxmlformats.org/package/2006/relationships"><Relationship Id="rId3" Type="http://schemas.microsoft.com/office/2007/relationships/media" Target="../media/media43.wav"/><Relationship Id="rId7" Type="http://schemas.openxmlformats.org/officeDocument/2006/relationships/slide" Target="slide70.xml"/><Relationship Id="rId2" Type="http://schemas.openxmlformats.org/officeDocument/2006/relationships/audio" Target="../media/media36.wav"/><Relationship Id="rId1" Type="http://schemas.microsoft.com/office/2007/relationships/media" Target="../media/media36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43.wav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7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7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slide" Target="slide7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5.xml"/><Relationship Id="rId5" Type="http://schemas.openxmlformats.org/officeDocument/2006/relationships/slide" Target="slide78.xml"/><Relationship Id="rId4" Type="http://schemas.openxmlformats.org/officeDocument/2006/relationships/slide" Target="slide77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audio" Target="../media/media47.wav"/><Relationship Id="rId13" Type="http://schemas.openxmlformats.org/officeDocument/2006/relationships/slide" Target="slide78.xml"/><Relationship Id="rId3" Type="http://schemas.microsoft.com/office/2007/relationships/media" Target="../media/media45.wav"/><Relationship Id="rId7" Type="http://schemas.microsoft.com/office/2007/relationships/media" Target="../media/media47.wav"/><Relationship Id="rId12" Type="http://schemas.openxmlformats.org/officeDocument/2006/relationships/image" Target="../media/image4.png"/><Relationship Id="rId2" Type="http://schemas.openxmlformats.org/officeDocument/2006/relationships/audio" Target="../media/media44.wav"/><Relationship Id="rId1" Type="http://schemas.microsoft.com/office/2007/relationships/media" Target="../media/media44.wav"/><Relationship Id="rId6" Type="http://schemas.openxmlformats.org/officeDocument/2006/relationships/audio" Target="../media/media46.wav"/><Relationship Id="rId11" Type="http://schemas.openxmlformats.org/officeDocument/2006/relationships/slideLayout" Target="../slideLayouts/slideLayout2.xml"/><Relationship Id="rId5" Type="http://schemas.microsoft.com/office/2007/relationships/media" Target="../media/media46.wav"/><Relationship Id="rId10" Type="http://schemas.openxmlformats.org/officeDocument/2006/relationships/audio" Target="../media/media48.wav"/><Relationship Id="rId4" Type="http://schemas.openxmlformats.org/officeDocument/2006/relationships/audio" Target="../media/media45.wav"/><Relationship Id="rId9" Type="http://schemas.microsoft.com/office/2007/relationships/media" Target="../media/media48.wav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47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44.wav"/><Relationship Id="rId1" Type="http://schemas.microsoft.com/office/2007/relationships/media" Target="../media/media44.wav"/><Relationship Id="rId6" Type="http://schemas.openxmlformats.org/officeDocument/2006/relationships/audio" Target="../media/media48.wav"/><Relationship Id="rId5" Type="http://schemas.microsoft.com/office/2007/relationships/media" Target="../media/media48.wav"/><Relationship Id="rId4" Type="http://schemas.openxmlformats.org/officeDocument/2006/relationships/audio" Target="../media/media47.wav"/><Relationship Id="rId9" Type="http://schemas.openxmlformats.org/officeDocument/2006/relationships/slide" Target="slide78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47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44.wav"/><Relationship Id="rId1" Type="http://schemas.microsoft.com/office/2007/relationships/media" Target="../media/media44.wav"/><Relationship Id="rId6" Type="http://schemas.openxmlformats.org/officeDocument/2006/relationships/audio" Target="../media/media48.wav"/><Relationship Id="rId5" Type="http://schemas.microsoft.com/office/2007/relationships/media" Target="../media/media48.wav"/><Relationship Id="rId4" Type="http://schemas.openxmlformats.org/officeDocument/2006/relationships/audio" Target="../media/media47.wav"/><Relationship Id="rId9" Type="http://schemas.openxmlformats.org/officeDocument/2006/relationships/slide" Target="slide78.xml"/></Relationships>
</file>

<file path=ppt/slides/_rels/slide77.xml.rels><?xml version="1.0" encoding="UTF-8" standalone="yes"?>
<Relationships xmlns="http://schemas.openxmlformats.org/package/2006/relationships"><Relationship Id="rId3" Type="http://schemas.microsoft.com/office/2007/relationships/media" Target="../media/media48.wav"/><Relationship Id="rId7" Type="http://schemas.openxmlformats.org/officeDocument/2006/relationships/slide" Target="slide78.xml"/><Relationship Id="rId2" Type="http://schemas.openxmlformats.org/officeDocument/2006/relationships/audio" Target="../media/media44.wav"/><Relationship Id="rId1" Type="http://schemas.microsoft.com/office/2007/relationships/media" Target="../media/media44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48.wav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8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" Target="slide81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84.xml"/><Relationship Id="rId2" Type="http://schemas.openxmlformats.org/officeDocument/2006/relationships/slide" Target="slide8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83.xml"/><Relationship Id="rId4" Type="http://schemas.openxmlformats.org/officeDocument/2006/relationships/slide" Target="slide85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audio" Target="../media/media52.wav"/><Relationship Id="rId3" Type="http://schemas.microsoft.com/office/2007/relationships/media" Target="../media/media50.wav"/><Relationship Id="rId7" Type="http://schemas.microsoft.com/office/2007/relationships/media" Target="../media/media52.wav"/><Relationship Id="rId2" Type="http://schemas.openxmlformats.org/officeDocument/2006/relationships/audio" Target="../media/media49.wav"/><Relationship Id="rId1" Type="http://schemas.microsoft.com/office/2007/relationships/media" Target="../media/media49.wav"/><Relationship Id="rId6" Type="http://schemas.openxmlformats.org/officeDocument/2006/relationships/audio" Target="../media/media51.wav"/><Relationship Id="rId11" Type="http://schemas.openxmlformats.org/officeDocument/2006/relationships/slide" Target="slide85.xml"/><Relationship Id="rId5" Type="http://schemas.microsoft.com/office/2007/relationships/media" Target="../media/media51.wav"/><Relationship Id="rId10" Type="http://schemas.openxmlformats.org/officeDocument/2006/relationships/image" Target="../media/image4.png"/><Relationship Id="rId4" Type="http://schemas.openxmlformats.org/officeDocument/2006/relationships/audio" Target="../media/media50.wav"/><Relationship Id="rId9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microsoft.com/office/2007/relationships/media" Target="../media/media52.wav"/><Relationship Id="rId7" Type="http://schemas.openxmlformats.org/officeDocument/2006/relationships/slide" Target="slide81.xml"/><Relationship Id="rId2" Type="http://schemas.openxmlformats.org/officeDocument/2006/relationships/audio" Target="../media/media49.wav"/><Relationship Id="rId1" Type="http://schemas.microsoft.com/office/2007/relationships/media" Target="../media/media49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52.wav"/></Relationships>
</file>

<file path=ppt/slides/_rels/slide84.xml.rels><?xml version="1.0" encoding="UTF-8" standalone="yes"?>
<Relationships xmlns="http://schemas.openxmlformats.org/package/2006/relationships"><Relationship Id="rId3" Type="http://schemas.microsoft.com/office/2007/relationships/media" Target="../media/media52.wav"/><Relationship Id="rId7" Type="http://schemas.openxmlformats.org/officeDocument/2006/relationships/slide" Target="slide81.xml"/><Relationship Id="rId2" Type="http://schemas.openxmlformats.org/officeDocument/2006/relationships/audio" Target="../media/media49.wav"/><Relationship Id="rId1" Type="http://schemas.microsoft.com/office/2007/relationships/media" Target="../media/media49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52.wav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" Target="slide86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" Target="slide87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" Target="slide88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" Target="slide91.xml"/><Relationship Id="rId2" Type="http://schemas.openxmlformats.org/officeDocument/2006/relationships/slide" Target="slide8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0.xml"/><Relationship Id="rId5" Type="http://schemas.openxmlformats.org/officeDocument/2006/relationships/slide" Target="slide93.xml"/><Relationship Id="rId4" Type="http://schemas.openxmlformats.org/officeDocument/2006/relationships/slide" Target="slide92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audio" Target="../media/media55.wav"/><Relationship Id="rId13" Type="http://schemas.openxmlformats.org/officeDocument/2006/relationships/slideLayout" Target="../slideLayouts/slideLayout2.xml"/><Relationship Id="rId3" Type="http://schemas.microsoft.com/office/2007/relationships/media" Target="../media/media54.wav"/><Relationship Id="rId7" Type="http://schemas.microsoft.com/office/2007/relationships/media" Target="../media/media55.wav"/><Relationship Id="rId12" Type="http://schemas.openxmlformats.org/officeDocument/2006/relationships/audio" Target="../media/media57.wav"/><Relationship Id="rId2" Type="http://schemas.openxmlformats.org/officeDocument/2006/relationships/audio" Target="../media/media53.wav"/><Relationship Id="rId1" Type="http://schemas.microsoft.com/office/2007/relationships/media" Target="../media/media53.wav"/><Relationship Id="rId6" Type="http://schemas.openxmlformats.org/officeDocument/2006/relationships/audio" Target="../media/media25.wav"/><Relationship Id="rId11" Type="http://schemas.microsoft.com/office/2007/relationships/media" Target="../media/media57.wav"/><Relationship Id="rId5" Type="http://schemas.microsoft.com/office/2007/relationships/media" Target="../media/media25.wav"/><Relationship Id="rId15" Type="http://schemas.openxmlformats.org/officeDocument/2006/relationships/slide" Target="slide93.xml"/><Relationship Id="rId10" Type="http://schemas.openxmlformats.org/officeDocument/2006/relationships/audio" Target="../media/media56.wav"/><Relationship Id="rId4" Type="http://schemas.openxmlformats.org/officeDocument/2006/relationships/audio" Target="../media/media54.wav"/><Relationship Id="rId9" Type="http://schemas.microsoft.com/office/2007/relationships/media" Target="../media/media56.wav"/><Relationship Id="rId14" Type="http://schemas.openxmlformats.org/officeDocument/2006/relationships/image" Target="../media/image4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56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53.wav"/><Relationship Id="rId1" Type="http://schemas.microsoft.com/office/2007/relationships/media" Target="../media/media53.wav"/><Relationship Id="rId6" Type="http://schemas.openxmlformats.org/officeDocument/2006/relationships/audio" Target="../media/media57.wav"/><Relationship Id="rId5" Type="http://schemas.microsoft.com/office/2007/relationships/media" Target="../media/media57.wav"/><Relationship Id="rId4" Type="http://schemas.openxmlformats.org/officeDocument/2006/relationships/audio" Target="../media/media56.wav"/><Relationship Id="rId9" Type="http://schemas.openxmlformats.org/officeDocument/2006/relationships/slide" Target="slide93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56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53.wav"/><Relationship Id="rId1" Type="http://schemas.microsoft.com/office/2007/relationships/media" Target="../media/media53.wav"/><Relationship Id="rId6" Type="http://schemas.openxmlformats.org/officeDocument/2006/relationships/audio" Target="../media/media57.wav"/><Relationship Id="rId5" Type="http://schemas.microsoft.com/office/2007/relationships/media" Target="../media/media57.wav"/><Relationship Id="rId4" Type="http://schemas.openxmlformats.org/officeDocument/2006/relationships/audio" Target="../media/media56.wav"/><Relationship Id="rId9" Type="http://schemas.openxmlformats.org/officeDocument/2006/relationships/slide" Target="slide93.xml"/></Relationships>
</file>

<file path=ppt/slides/_rels/slide92.xml.rels><?xml version="1.0" encoding="UTF-8" standalone="yes"?>
<Relationships xmlns="http://schemas.openxmlformats.org/package/2006/relationships"><Relationship Id="rId3" Type="http://schemas.microsoft.com/office/2007/relationships/media" Target="../media/media57.wav"/><Relationship Id="rId7" Type="http://schemas.openxmlformats.org/officeDocument/2006/relationships/slide" Target="slide93.xml"/><Relationship Id="rId2" Type="http://schemas.openxmlformats.org/officeDocument/2006/relationships/audio" Target="../media/media53.wav"/><Relationship Id="rId1" Type="http://schemas.microsoft.com/office/2007/relationships/media" Target="../media/media53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57.wav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10A38960-2E18-054C-80DC-9C055D611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第三次学习</a:t>
            </a: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851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方法？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4A162510-9E0F-9641-945A-8737F9392B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方法 </a:t>
            </a:r>
            <a:r>
              <a:rPr kumimoji="1" lang="zh-CN" altLang="zh-CN" sz="2800"/>
              <a:t>fāngfǎ</a:t>
            </a:r>
            <a:r>
              <a:rPr kumimoji="1" lang="zh-CN" altLang="en-US" sz="2800"/>
              <a:t> </a:t>
            </a:r>
            <a:r>
              <a:rPr kumimoji="1" lang="zh-CN" altLang="zh-CN" sz="2800"/>
              <a:t> </a:t>
            </a:r>
            <a:endParaRPr kumimoji="1" lang="zh-CN" altLang="en-US" sz="2800"/>
          </a:p>
        </p:txBody>
      </p:sp>
      <p:sp>
        <p:nvSpPr>
          <p:cNvPr id="5122" name="内容占位符 2">
            <a:extLst>
              <a:ext uri="{FF2B5EF4-FFF2-40B4-BE49-F238E27FC236}">
                <a16:creationId xmlns:a16="http://schemas.microsoft.com/office/drawing/2014/main" id="{BB1C3CAF-D7AA-6A45-9A5F-830C352FA0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sz="2000"/>
              <a:t>方</a:t>
            </a:r>
            <a:r>
              <a:rPr lang="zh-CN" altLang="en-US" sz="2000"/>
              <a:t> </a:t>
            </a:r>
            <a:r>
              <a:rPr lang="en-US" altLang="zh-CN" sz="2000"/>
              <a:t>NOUN</a:t>
            </a:r>
            <a:r>
              <a:rPr lang="zh-CN" altLang="en-US" sz="2000"/>
              <a:t>  </a:t>
            </a:r>
            <a:r>
              <a:rPr lang="en-US" altLang="zh-CN" sz="2000"/>
              <a:t>method; way</a:t>
            </a:r>
          </a:p>
          <a:p>
            <a:pPr eaLnBrk="1" hangingPunct="1"/>
            <a:r>
              <a:rPr lang="zh-CN" altLang="en-US" sz="2000"/>
              <a:t>法</a:t>
            </a:r>
            <a:r>
              <a:rPr lang="en-US" altLang="zh-CN" sz="2000"/>
              <a:t> NOUN  method; way; mode</a:t>
            </a:r>
            <a:endParaRPr lang="zh-CN" altLang="zh-CN" sz="2000"/>
          </a:p>
          <a:p>
            <a:pPr eaLnBrk="1" hangingPunct="1"/>
            <a:r>
              <a:rPr lang="zh-CN" altLang="zh-CN" sz="2000"/>
              <a:t>NOUN</a:t>
            </a:r>
            <a:r>
              <a:rPr lang="zh-CN" altLang="en-US" sz="2000"/>
              <a:t>   </a:t>
            </a:r>
            <a:r>
              <a:rPr lang="zh-CN" altLang="zh-CN" sz="2000"/>
              <a:t>method;</a:t>
            </a:r>
            <a:r>
              <a:rPr lang="zh-CN" altLang="en-US" sz="2000"/>
              <a:t> </a:t>
            </a:r>
            <a:r>
              <a:rPr lang="zh-CN" altLang="zh-CN" sz="2000"/>
              <a:t>way;</a:t>
            </a:r>
            <a:r>
              <a:rPr lang="zh-CN" altLang="en-US" sz="2000"/>
              <a:t> </a:t>
            </a:r>
            <a:r>
              <a:rPr lang="zh-CN" altLang="zh-CN" sz="2000"/>
              <a:t>means</a:t>
            </a:r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注意（三级） 方法</a:t>
            </a:r>
            <a:r>
              <a:rPr lang="en-US" altLang="zh-CN" sz="2000"/>
              <a:t> Pay attention to the method</a:t>
            </a:r>
            <a:endParaRPr lang="zh-CN" altLang="en-US" sz="2000"/>
          </a:p>
          <a:p>
            <a:pPr eaLnBrk="1" hangingPunct="1"/>
            <a:r>
              <a:rPr lang="zh-CN" altLang="en-US" sz="2000"/>
              <a:t>方法 简单（三级）</a:t>
            </a:r>
            <a:r>
              <a:rPr lang="zh-CN" altLang="zh-CN" sz="2000"/>
              <a:t>Simple method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kumimoji="1" lang="zh-CN" altLang="en-US" sz="2000"/>
              <a:t>做读书笔记就是其中一种好方法。</a:t>
            </a:r>
            <a:r>
              <a:rPr kumimoji="1" lang="en-US" altLang="zh-CN" sz="2000"/>
              <a:t>['</a:t>
            </a:r>
            <a:r>
              <a:rPr kumimoji="1" lang="zh-CN" altLang="en-US" sz="2000"/>
              <a:t>其中</a:t>
            </a:r>
            <a:r>
              <a:rPr kumimoji="1"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做</a:t>
            </a:r>
            <a:r>
              <a:rPr kumimoji="1" lang="en-US" altLang="zh-CN" sz="2000"/>
              <a:t>/</a:t>
            </a:r>
            <a:r>
              <a:rPr kumimoji="1" lang="zh-CN" altLang="zh-CN" sz="2000"/>
              <a:t>zuò  </a:t>
            </a:r>
            <a:r>
              <a:rPr kumimoji="1" lang="zh-CN" altLang="en-US" sz="2000"/>
              <a:t>读书</a:t>
            </a:r>
            <a:r>
              <a:rPr kumimoji="1" lang="en-US" altLang="zh-CN" sz="2000"/>
              <a:t>/</a:t>
            </a:r>
            <a:r>
              <a:rPr kumimoji="1" lang="zh-CN" altLang="zh-CN" sz="2000"/>
              <a:t>dúshū  </a:t>
            </a:r>
            <a:r>
              <a:rPr kumimoji="1" lang="zh-CN" altLang="en-US" sz="2000"/>
              <a:t>笔记</a:t>
            </a:r>
            <a:r>
              <a:rPr kumimoji="1" lang="en-US" altLang="zh-CN" sz="2000"/>
              <a:t>/</a:t>
            </a:r>
            <a:r>
              <a:rPr kumimoji="1" lang="zh-CN" altLang="zh-CN" sz="2000"/>
              <a:t>bǐjì  </a:t>
            </a:r>
            <a:r>
              <a:rPr kumimoji="1" lang="zh-CN" altLang="en-US" sz="2000"/>
              <a:t>就是</a:t>
            </a:r>
            <a:r>
              <a:rPr kumimoji="1" lang="en-US" altLang="zh-CN" sz="2000"/>
              <a:t>/</a:t>
            </a:r>
            <a:r>
              <a:rPr kumimoji="1" lang="zh-CN" altLang="zh-CN" sz="2000"/>
              <a:t>jiùshì  </a:t>
            </a:r>
            <a:r>
              <a:rPr kumimoji="1" lang="zh-CN" altLang="en-US" sz="2000"/>
              <a:t>其中</a:t>
            </a:r>
            <a:r>
              <a:rPr kumimoji="1" lang="en-US" altLang="zh-CN" sz="2000"/>
              <a:t>/</a:t>
            </a:r>
            <a:r>
              <a:rPr kumimoji="1" lang="zh-CN" altLang="zh-CN" sz="2000"/>
              <a:t>qízhōng  </a:t>
            </a:r>
            <a:r>
              <a:rPr kumimoji="1" lang="zh-CN" altLang="en-US" sz="2000"/>
              <a:t>一种</a:t>
            </a:r>
            <a:r>
              <a:rPr kumimoji="1" lang="en-US" altLang="zh-CN" sz="2000"/>
              <a:t>/</a:t>
            </a:r>
            <a:r>
              <a:rPr kumimoji="1" lang="zh-CN" altLang="zh-CN" sz="2000"/>
              <a:t>yīzhǒng  </a:t>
            </a:r>
            <a:r>
              <a:rPr kumimoji="1" lang="zh-CN" altLang="en-US" sz="2000"/>
              <a:t>好</a:t>
            </a:r>
            <a:r>
              <a:rPr kumimoji="1" lang="en-US" altLang="zh-CN" sz="2000"/>
              <a:t>/</a:t>
            </a:r>
            <a:r>
              <a:rPr kumimoji="1" lang="zh-CN" altLang="zh-CN" sz="2000"/>
              <a:t>hǎo  </a:t>
            </a:r>
            <a:r>
              <a:rPr kumimoji="1" lang="zh-CN" altLang="en-US" sz="2000"/>
              <a:t>方法</a:t>
            </a:r>
            <a:r>
              <a:rPr kumimoji="1" lang="en-US" altLang="zh-CN" sz="2000"/>
              <a:t>/</a:t>
            </a:r>
            <a:r>
              <a:rPr kumimoji="1" lang="zh-CN" altLang="zh-CN" sz="2000"/>
              <a:t>fāngfǎ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Taking reading notes is a good way to do this.</a:t>
            </a:r>
            <a:endParaRPr kumimoji="1" lang="zh-CN" altLang="en-US" sz="2000"/>
          </a:p>
        </p:txBody>
      </p:sp>
      <p:pic>
        <p:nvPicPr>
          <p:cNvPr id="2" name="方法.wav" descr="方法.wav">
            <a:hlinkClick r:id="" action="ppaction://media"/>
            <a:extLst>
              <a:ext uri="{FF2B5EF4-FFF2-40B4-BE49-F238E27FC236}">
                <a16:creationId xmlns:a16="http://schemas.microsoft.com/office/drawing/2014/main" id="{67794CEE-4063-1241-97DC-EC9EC57DE9C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81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方.wav" descr="方.wav">
            <a:hlinkClick r:id="" action="ppaction://media"/>
            <a:extLst>
              <a:ext uri="{FF2B5EF4-FFF2-40B4-BE49-F238E27FC236}">
                <a16:creationId xmlns:a16="http://schemas.microsoft.com/office/drawing/2014/main" id="{52688FD4-1623-4A45-B64F-B6EFCDC3B3FC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88" y="11826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法.wav" descr="法.wav">
            <a:hlinkClick r:id="" action="ppaction://media"/>
            <a:extLst>
              <a:ext uri="{FF2B5EF4-FFF2-40B4-BE49-F238E27FC236}">
                <a16:creationId xmlns:a16="http://schemas.microsoft.com/office/drawing/2014/main" id="{12A8A7B2-21E2-4B4E-B650-AFB2F193693D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075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注意方法.wav" descr="注意方法.wav">
            <a:hlinkClick r:id="" action="ppaction://media"/>
            <a:extLst>
              <a:ext uri="{FF2B5EF4-FFF2-40B4-BE49-F238E27FC236}">
                <a16:creationId xmlns:a16="http://schemas.microsoft.com/office/drawing/2014/main" id="{55148E12-FADA-CE4E-8960-395389EB8EF5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400" y="2590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方法简单.wav" descr="方法简单.wav">
            <a:hlinkClick r:id="" action="ppaction://media"/>
            <a:extLst>
              <a:ext uri="{FF2B5EF4-FFF2-40B4-BE49-F238E27FC236}">
                <a16:creationId xmlns:a16="http://schemas.microsoft.com/office/drawing/2014/main" id="{24943B94-82FB-644F-A23C-D98C26D73306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048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做读书笔记就是其中一种好方法。.wav" descr="做读书笔记就是其中一种好方法。.wav">
            <a:hlinkClick r:id="" action="ppaction://media"/>
            <a:extLst>
              <a:ext uri="{FF2B5EF4-FFF2-40B4-BE49-F238E27FC236}">
                <a16:creationId xmlns:a16="http://schemas.microsoft.com/office/drawing/2014/main" id="{C6F25E89-F685-8D4E-8F41-573D4EC8F61E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733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A9231922-BA6A-5043-B3FF-AD531EB0600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2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4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367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4A162510-9E0F-9641-945A-8737F9392B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方法 </a:t>
            </a:r>
            <a:r>
              <a:rPr kumimoji="1" lang="zh-CN" altLang="zh-CN" sz="2800"/>
              <a:t>fāngfǎ</a:t>
            </a:r>
            <a:r>
              <a:rPr kumimoji="1" lang="zh-CN" altLang="en-US" sz="2800"/>
              <a:t> </a:t>
            </a:r>
            <a:r>
              <a:rPr kumimoji="1" lang="zh-CN" altLang="zh-CN" sz="2800"/>
              <a:t> </a:t>
            </a:r>
            <a:endParaRPr kumimoji="1" lang="zh-CN" altLang="en-US" sz="2800"/>
          </a:p>
        </p:txBody>
      </p:sp>
      <p:sp>
        <p:nvSpPr>
          <p:cNvPr id="5122" name="内容占位符 2">
            <a:extLst>
              <a:ext uri="{FF2B5EF4-FFF2-40B4-BE49-F238E27FC236}">
                <a16:creationId xmlns:a16="http://schemas.microsoft.com/office/drawing/2014/main" id="{BB1C3CAF-D7AA-6A45-9A5F-830C352FA0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sz="2000" dirty="0"/>
              <a:t>NOUN</a:t>
            </a:r>
            <a:r>
              <a:rPr lang="zh-CN" altLang="en-US" sz="2000" dirty="0"/>
              <a:t>   </a:t>
            </a:r>
            <a:r>
              <a:rPr lang="zh-CN" altLang="zh-CN" sz="2000" dirty="0"/>
              <a:t>method;</a:t>
            </a:r>
            <a:r>
              <a:rPr lang="zh-CN" altLang="en-US" sz="2000" dirty="0"/>
              <a:t> </a:t>
            </a:r>
            <a:r>
              <a:rPr lang="zh-CN" altLang="zh-CN" sz="2000" dirty="0"/>
              <a:t>way;</a:t>
            </a:r>
            <a:r>
              <a:rPr lang="zh-CN" altLang="en-US" sz="2000" dirty="0"/>
              <a:t> </a:t>
            </a:r>
            <a:r>
              <a:rPr lang="zh-CN" altLang="zh-CN" sz="2000" dirty="0"/>
              <a:t>means</a:t>
            </a:r>
          </a:p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注意（三级） 方法</a:t>
            </a:r>
            <a:r>
              <a:rPr lang="en-US" altLang="zh-CN" sz="2000" dirty="0"/>
              <a:t> Pay attention to the method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方法 简单（三级）</a:t>
            </a:r>
            <a:r>
              <a:rPr lang="zh-CN" altLang="zh-CN" sz="2000" dirty="0"/>
              <a:t>Simple method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做读书笔记就是其中一种好方法。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其中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zuò  </a:t>
            </a:r>
            <a:r>
              <a:rPr kumimoji="1" lang="zh-CN" altLang="en-US" sz="2000" dirty="0"/>
              <a:t>读书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dúshū  </a:t>
            </a:r>
            <a:r>
              <a:rPr kumimoji="1" lang="zh-CN" altLang="en-US" sz="2000" dirty="0"/>
              <a:t>笔记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bǐjì  </a:t>
            </a:r>
            <a:r>
              <a:rPr kumimoji="1" lang="zh-CN" altLang="en-US" sz="2000" dirty="0"/>
              <a:t>就是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jiùshì  </a:t>
            </a:r>
            <a:r>
              <a:rPr kumimoji="1" lang="zh-CN" altLang="en-US" sz="2000" dirty="0"/>
              <a:t>其中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qízhōng  </a:t>
            </a:r>
            <a:r>
              <a:rPr kumimoji="1" lang="zh-CN" altLang="en-US" sz="2000" dirty="0"/>
              <a:t>一种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yīzhǒng  </a:t>
            </a:r>
            <a:r>
              <a:rPr kumimoji="1" lang="zh-CN" altLang="en-US" sz="2000" dirty="0"/>
              <a:t>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hǎo  </a:t>
            </a:r>
            <a:r>
              <a:rPr kumimoji="1" lang="zh-CN" altLang="en-US" sz="2000" dirty="0"/>
              <a:t>方法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fāngfǎ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Taking reading notes is a good way to do this.</a:t>
            </a:r>
            <a:endParaRPr kumimoji="1" lang="zh-CN" altLang="en-US" sz="2000" dirty="0"/>
          </a:p>
        </p:txBody>
      </p:sp>
      <p:pic>
        <p:nvPicPr>
          <p:cNvPr id="2" name="方法.wav" descr="方法.wav">
            <a:hlinkClick r:id="" action="ppaction://media"/>
            <a:extLst>
              <a:ext uri="{FF2B5EF4-FFF2-40B4-BE49-F238E27FC236}">
                <a16:creationId xmlns:a16="http://schemas.microsoft.com/office/drawing/2014/main" id="{67794CEE-4063-1241-97DC-EC9EC57DE9C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81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注意方法.wav" descr="注意方法.wav">
            <a:hlinkClick r:id="" action="ppaction://media"/>
            <a:extLst>
              <a:ext uri="{FF2B5EF4-FFF2-40B4-BE49-F238E27FC236}">
                <a16:creationId xmlns:a16="http://schemas.microsoft.com/office/drawing/2014/main" id="{55148E12-FADA-CE4E-8960-395389EB8EF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400" y="1828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方法简单.wav" descr="方法简单.wav">
            <a:hlinkClick r:id="" action="ppaction://media"/>
            <a:extLst>
              <a:ext uri="{FF2B5EF4-FFF2-40B4-BE49-F238E27FC236}">
                <a16:creationId xmlns:a16="http://schemas.microsoft.com/office/drawing/2014/main" id="{24943B94-82FB-644F-A23C-D98C26D73306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286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做读书笔记就是其中一种好方法。.wav" descr="做读书笔记就是其中一种好方法。.wav">
            <a:hlinkClick r:id="" action="ppaction://media"/>
            <a:extLst>
              <a:ext uri="{FF2B5EF4-FFF2-40B4-BE49-F238E27FC236}">
                <a16:creationId xmlns:a16="http://schemas.microsoft.com/office/drawing/2014/main" id="{C6F25E89-F685-8D4E-8F41-573D4EC8F61E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971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B4791640-4C25-274D-8A06-A7FD2E8A4646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6956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4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67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4A162510-9E0F-9641-945A-8737F9392B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方法 </a:t>
            </a:r>
            <a:r>
              <a:rPr kumimoji="1" lang="zh-CN" altLang="zh-CN" sz="2800"/>
              <a:t>fāngfǎ</a:t>
            </a:r>
            <a:r>
              <a:rPr kumimoji="1" lang="zh-CN" altLang="en-US" sz="2800"/>
              <a:t> </a:t>
            </a:r>
            <a:r>
              <a:rPr kumimoji="1" lang="zh-CN" altLang="zh-CN" sz="2800"/>
              <a:t> </a:t>
            </a:r>
            <a:endParaRPr kumimoji="1" lang="zh-CN" altLang="en-US" sz="2800"/>
          </a:p>
        </p:txBody>
      </p:sp>
      <p:sp>
        <p:nvSpPr>
          <p:cNvPr id="5122" name="内容占位符 2">
            <a:extLst>
              <a:ext uri="{FF2B5EF4-FFF2-40B4-BE49-F238E27FC236}">
                <a16:creationId xmlns:a16="http://schemas.microsoft.com/office/drawing/2014/main" id="{BB1C3CAF-D7AA-6A45-9A5F-830C352FA0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注意（三级） 方法</a:t>
            </a:r>
            <a:r>
              <a:rPr lang="en-US" altLang="zh-CN" sz="2000" dirty="0"/>
              <a:t> Pay attention to the method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方法 简单（三级）</a:t>
            </a:r>
            <a:r>
              <a:rPr lang="zh-CN" altLang="zh-CN" sz="2000" dirty="0"/>
              <a:t>Simple method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做读书笔记就是其中一种好方法。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其中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zuò  </a:t>
            </a:r>
            <a:r>
              <a:rPr kumimoji="1" lang="zh-CN" altLang="en-US" sz="2000" dirty="0"/>
              <a:t>读书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dúshū  </a:t>
            </a:r>
            <a:r>
              <a:rPr kumimoji="1" lang="zh-CN" altLang="en-US" sz="2000" dirty="0"/>
              <a:t>笔记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bǐjì  </a:t>
            </a:r>
            <a:r>
              <a:rPr kumimoji="1" lang="zh-CN" altLang="en-US" sz="2000" dirty="0"/>
              <a:t>就是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jiùshì  </a:t>
            </a:r>
            <a:r>
              <a:rPr kumimoji="1" lang="zh-CN" altLang="en-US" sz="2000" dirty="0"/>
              <a:t>其中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qízhōng  </a:t>
            </a:r>
            <a:r>
              <a:rPr kumimoji="1" lang="zh-CN" altLang="en-US" sz="2000" dirty="0"/>
              <a:t>一种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yīzhǒng  </a:t>
            </a:r>
            <a:r>
              <a:rPr kumimoji="1" lang="zh-CN" altLang="en-US" sz="2000" dirty="0"/>
              <a:t>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hǎo  </a:t>
            </a:r>
            <a:r>
              <a:rPr kumimoji="1" lang="zh-CN" altLang="en-US" sz="2000" dirty="0"/>
              <a:t>方法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fāngfǎ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Taking reading notes is a good way to do this.</a:t>
            </a:r>
            <a:endParaRPr kumimoji="1" lang="zh-CN" altLang="en-US" sz="2000" dirty="0"/>
          </a:p>
        </p:txBody>
      </p:sp>
      <p:pic>
        <p:nvPicPr>
          <p:cNvPr id="2" name="方法.wav" descr="方法.wav">
            <a:hlinkClick r:id="" action="ppaction://media"/>
            <a:extLst>
              <a:ext uri="{FF2B5EF4-FFF2-40B4-BE49-F238E27FC236}">
                <a16:creationId xmlns:a16="http://schemas.microsoft.com/office/drawing/2014/main" id="{67794CEE-4063-1241-97DC-EC9EC57DE9C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81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注意方法.wav" descr="注意方法.wav">
            <a:hlinkClick r:id="" action="ppaction://media"/>
            <a:extLst>
              <a:ext uri="{FF2B5EF4-FFF2-40B4-BE49-F238E27FC236}">
                <a16:creationId xmlns:a16="http://schemas.microsoft.com/office/drawing/2014/main" id="{55148E12-FADA-CE4E-8960-395389EB8EF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400" y="1447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方法简单.wav" descr="方法简单.wav">
            <a:hlinkClick r:id="" action="ppaction://media"/>
            <a:extLst>
              <a:ext uri="{FF2B5EF4-FFF2-40B4-BE49-F238E27FC236}">
                <a16:creationId xmlns:a16="http://schemas.microsoft.com/office/drawing/2014/main" id="{24943B94-82FB-644F-A23C-D98C26D73306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做读书笔记就是其中一种好方法。.wav" descr="做读书笔记就是其中一种好方法。.wav">
            <a:hlinkClick r:id="" action="ppaction://media"/>
            <a:extLst>
              <a:ext uri="{FF2B5EF4-FFF2-40B4-BE49-F238E27FC236}">
                <a16:creationId xmlns:a16="http://schemas.microsoft.com/office/drawing/2014/main" id="{C6F25E89-F685-8D4E-8F41-573D4EC8F61E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590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F9AD4C6E-3B22-C14B-968D-9F4F8199DFCE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419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4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67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4A162510-9E0F-9641-945A-8737F9392B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方法 </a:t>
            </a:r>
            <a:r>
              <a:rPr kumimoji="1" lang="zh-CN" altLang="zh-CN" sz="2800"/>
              <a:t>fāngfǎ</a:t>
            </a:r>
            <a:r>
              <a:rPr kumimoji="1" lang="zh-CN" altLang="en-US" sz="2800"/>
              <a:t> </a:t>
            </a:r>
            <a:r>
              <a:rPr kumimoji="1" lang="zh-CN" altLang="zh-CN" sz="2800"/>
              <a:t> </a:t>
            </a:r>
            <a:endParaRPr kumimoji="1" lang="zh-CN" altLang="en-US" sz="2800"/>
          </a:p>
        </p:txBody>
      </p:sp>
      <p:sp>
        <p:nvSpPr>
          <p:cNvPr id="5122" name="内容占位符 2">
            <a:extLst>
              <a:ext uri="{FF2B5EF4-FFF2-40B4-BE49-F238E27FC236}">
                <a16:creationId xmlns:a16="http://schemas.microsoft.com/office/drawing/2014/main" id="{BB1C3CAF-D7AA-6A45-9A5F-830C352FA0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做读书笔记就是其中一种好方法。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其中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zuò  </a:t>
            </a:r>
            <a:r>
              <a:rPr kumimoji="1" lang="zh-CN" altLang="en-US" sz="2000" dirty="0"/>
              <a:t>读书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dúshū  </a:t>
            </a:r>
            <a:r>
              <a:rPr kumimoji="1" lang="zh-CN" altLang="en-US" sz="2000" dirty="0"/>
              <a:t>笔记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bǐjì  </a:t>
            </a:r>
            <a:r>
              <a:rPr kumimoji="1" lang="zh-CN" altLang="en-US" sz="2000" dirty="0"/>
              <a:t>就是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jiùshì  </a:t>
            </a:r>
            <a:r>
              <a:rPr kumimoji="1" lang="zh-CN" altLang="en-US" sz="2000" dirty="0"/>
              <a:t>其中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qízhōng  </a:t>
            </a:r>
            <a:r>
              <a:rPr kumimoji="1" lang="zh-CN" altLang="en-US" sz="2000" dirty="0"/>
              <a:t>一种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yīzhǒng  </a:t>
            </a:r>
            <a:r>
              <a:rPr kumimoji="1" lang="zh-CN" altLang="en-US" sz="2000" dirty="0"/>
              <a:t>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hǎo  </a:t>
            </a:r>
            <a:r>
              <a:rPr kumimoji="1" lang="zh-CN" altLang="en-US" sz="2000" dirty="0"/>
              <a:t>方法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fāngfǎ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Taking reading notes is a good way to do this.</a:t>
            </a:r>
            <a:endParaRPr kumimoji="1" lang="zh-CN" altLang="en-US" sz="2000" dirty="0"/>
          </a:p>
        </p:txBody>
      </p:sp>
      <p:pic>
        <p:nvPicPr>
          <p:cNvPr id="2" name="方法.wav" descr="方法.wav">
            <a:hlinkClick r:id="" action="ppaction://media"/>
            <a:extLst>
              <a:ext uri="{FF2B5EF4-FFF2-40B4-BE49-F238E27FC236}">
                <a16:creationId xmlns:a16="http://schemas.microsoft.com/office/drawing/2014/main" id="{67794CEE-4063-1241-97DC-EC9EC57DE9C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81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做读书笔记就是其中一种好方法。.wav" descr="做读书笔记就是其中一种好方法。.wav">
            <a:hlinkClick r:id="" action="ppaction://media"/>
            <a:extLst>
              <a:ext uri="{FF2B5EF4-FFF2-40B4-BE49-F238E27FC236}">
                <a16:creationId xmlns:a16="http://schemas.microsoft.com/office/drawing/2014/main" id="{C6F25E89-F685-8D4E-8F41-573D4EC8F61E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651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E02AB44C-BD4E-2740-B2BE-8BE46E9B1C21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878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67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>
            <a:extLst>
              <a:ext uri="{FF2B5EF4-FFF2-40B4-BE49-F238E27FC236}">
                <a16:creationId xmlns:a16="http://schemas.microsoft.com/office/drawing/2014/main" id="{88F33C2F-E7A6-834C-817B-6228A53B10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0B75CE-E8D0-4C4D-8575-7F6861EDA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method;</a:t>
            </a:r>
            <a:r>
              <a:rPr lang="zh-CN" altLang="en-US" sz="2000" dirty="0"/>
              <a:t> </a:t>
            </a:r>
            <a:r>
              <a:rPr lang="en" altLang="zh-CN" sz="2000" dirty="0"/>
              <a:t>way;</a:t>
            </a:r>
            <a:r>
              <a:rPr lang="zh-CN" altLang="en-US" sz="2000" dirty="0"/>
              <a:t> </a:t>
            </a:r>
            <a:r>
              <a:rPr lang="en" altLang="zh-CN" sz="2000" dirty="0"/>
              <a:t>means </a:t>
            </a:r>
            <a:r>
              <a:rPr lang="zh-CN" altLang="en-US" sz="2000" dirty="0"/>
              <a:t>  </a:t>
            </a:r>
            <a:r>
              <a:rPr lang="en-US" altLang="zh-CN" sz="2000" dirty="0"/>
              <a:t>A.</a:t>
            </a:r>
            <a:r>
              <a:rPr lang="zh-CN" altLang="en-US" sz="2000" dirty="0"/>
              <a:t>段  </a:t>
            </a:r>
            <a:r>
              <a:rPr lang="en-US" altLang="zh-CN" sz="2000" dirty="0"/>
              <a:t>B.</a:t>
            </a:r>
            <a:r>
              <a:rPr lang="zh-CN" altLang="en-US" sz="2000" dirty="0"/>
              <a:t>多  </a:t>
            </a:r>
            <a:r>
              <a:rPr lang="en-US" altLang="zh-CN" sz="2000" dirty="0"/>
              <a:t>C.</a:t>
            </a:r>
            <a:r>
              <a:rPr lang="zh-CN" altLang="en-US" sz="2000" dirty="0"/>
              <a:t>方法  </a:t>
            </a:r>
            <a:r>
              <a:rPr lang="en-US" altLang="zh-CN" sz="2000" dirty="0"/>
              <a:t>D.</a:t>
            </a:r>
            <a:r>
              <a:rPr lang="zh-CN" altLang="en-US" sz="2000" dirty="0"/>
              <a:t>等（动词）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注意（）   </a:t>
            </a:r>
            <a:r>
              <a:rPr lang="en-US" altLang="zh-CN" sz="2000" dirty="0"/>
              <a:t>A.</a:t>
            </a:r>
            <a:r>
              <a:rPr lang="zh-CN" altLang="en-US" sz="2000" dirty="0"/>
              <a:t>方法  </a:t>
            </a:r>
            <a:r>
              <a:rPr lang="en-US" altLang="zh-CN" sz="2000" dirty="0"/>
              <a:t>B.</a:t>
            </a:r>
            <a:r>
              <a:rPr lang="zh-CN" altLang="en-US" sz="2000" dirty="0"/>
              <a:t>春</a:t>
            </a:r>
            <a:r>
              <a:rPr lang="en-US" altLang="zh-CN" sz="2000" dirty="0"/>
              <a:t>  C.</a:t>
            </a:r>
            <a:r>
              <a:rPr lang="zh-CN" altLang="en-US" sz="2000" dirty="0"/>
              <a:t>块  </a:t>
            </a:r>
            <a:r>
              <a:rPr lang="en-US" altLang="zh-CN" sz="2000" dirty="0"/>
              <a:t>D.</a:t>
            </a:r>
            <a:r>
              <a:rPr lang="zh-CN" altLang="en-US" sz="2000" dirty="0"/>
              <a:t>汉语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（）简单   </a:t>
            </a:r>
            <a:r>
              <a:rPr lang="en-US" altLang="zh-CN" sz="2000" dirty="0"/>
              <a:t>A.</a:t>
            </a:r>
            <a:r>
              <a:rPr lang="zh-CN" altLang="en-US" sz="2000" dirty="0"/>
              <a:t> 没有  </a:t>
            </a:r>
            <a:r>
              <a:rPr lang="en-US" altLang="zh-CN" sz="2000" dirty="0"/>
              <a:t>B.</a:t>
            </a:r>
            <a:r>
              <a:rPr lang="zh-CN" altLang="en-US" sz="2000" dirty="0"/>
              <a:t>方法</a:t>
            </a:r>
            <a:r>
              <a:rPr lang="en-US" altLang="zh-CN" sz="2000" dirty="0"/>
              <a:t>  C.</a:t>
            </a:r>
            <a:r>
              <a:rPr lang="zh-CN" altLang="en-US" sz="2000" dirty="0"/>
              <a:t>终于  </a:t>
            </a:r>
            <a:r>
              <a:rPr lang="en-US" altLang="zh-CN" sz="2000" dirty="0"/>
              <a:t>D.</a:t>
            </a:r>
            <a:r>
              <a:rPr lang="zh-CN" altLang="en-US" sz="2000" dirty="0"/>
              <a:t>您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做读书笔记就是其中一种好方（）。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2900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1678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方面？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 marL="0" indent="0">
              <a:buNone/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9F44D19-CFA8-EB47-B7F2-029714554416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6" action="ppaction://hlinksldjump"/>
              </a:rPr>
              <a:t>C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6063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07A323F6-613A-7A4B-9589-2C7345124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方面 </a:t>
            </a:r>
            <a:r>
              <a:rPr kumimoji="1" lang="zh-CN" altLang="zh-CN" sz="2800"/>
              <a:t>fāngmiàn </a:t>
            </a:r>
            <a:endParaRPr kumimoji="1" lang="zh-CN" altLang="en-US" sz="2800"/>
          </a:p>
        </p:txBody>
      </p:sp>
      <p:sp>
        <p:nvSpPr>
          <p:cNvPr id="7170" name="内容占位符 2">
            <a:extLst>
              <a:ext uri="{FF2B5EF4-FFF2-40B4-BE49-F238E27FC236}">
                <a16:creationId xmlns:a16="http://schemas.microsoft.com/office/drawing/2014/main" id="{7F1C9A5F-18DD-2C4C-B560-C6672C9009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sz="1800" dirty="0"/>
              <a:t>方</a:t>
            </a:r>
            <a:r>
              <a:rPr lang="zh-CN" altLang="en-US" sz="1800" dirty="0"/>
              <a:t> </a:t>
            </a:r>
            <a:r>
              <a:rPr lang="en-US" altLang="zh-CN" sz="1800" dirty="0"/>
              <a:t>NOUN</a:t>
            </a:r>
            <a:r>
              <a:rPr lang="zh-CN" altLang="en-US" sz="1800" dirty="0"/>
              <a:t>  </a:t>
            </a:r>
            <a:r>
              <a:rPr lang="en-US" altLang="zh-CN" sz="1800" dirty="0"/>
              <a:t>side; party</a:t>
            </a:r>
          </a:p>
          <a:p>
            <a:pPr eaLnBrk="1" hangingPunct="1"/>
            <a:r>
              <a:rPr lang="zh-CN" altLang="zh-CN" sz="1800" dirty="0"/>
              <a:t>面 NOUN  side</a:t>
            </a:r>
          </a:p>
          <a:p>
            <a:pPr eaLnBrk="1" hangingPunct="1"/>
            <a:r>
              <a:rPr lang="zh-CN" altLang="zh-CN" sz="1800" dirty="0"/>
              <a:t>NOUN</a:t>
            </a:r>
            <a:r>
              <a:rPr lang="zh-CN" altLang="en-US" sz="1800" dirty="0"/>
              <a:t>   </a:t>
            </a:r>
            <a:r>
              <a:rPr lang="zh-CN" altLang="zh-CN" sz="1800" dirty="0"/>
              <a:t>respect;</a:t>
            </a:r>
            <a:r>
              <a:rPr lang="zh-CN" altLang="en-US" sz="1800" dirty="0"/>
              <a:t> </a:t>
            </a:r>
            <a:r>
              <a:rPr lang="zh-CN" altLang="zh-CN" sz="1800" dirty="0"/>
              <a:t>aspect;</a:t>
            </a:r>
            <a:r>
              <a:rPr lang="zh-CN" altLang="en-US" sz="1800" dirty="0"/>
              <a:t> </a:t>
            </a:r>
            <a:r>
              <a:rPr lang="zh-CN" altLang="zh-CN" sz="1800" dirty="0"/>
              <a:t>side;</a:t>
            </a:r>
            <a:r>
              <a:rPr lang="zh-CN" altLang="en-US" sz="1800" dirty="0"/>
              <a:t> </a:t>
            </a:r>
            <a:r>
              <a:rPr lang="zh-CN" altLang="zh-CN" sz="1800" dirty="0"/>
              <a:t>field</a:t>
            </a:r>
          </a:p>
          <a:p>
            <a:pPr eaLnBrk="1" hangingPunct="1"/>
            <a:r>
              <a:rPr lang="en-US" altLang="zh-CN" sz="1800" dirty="0"/>
              <a:t>Collocation: </a:t>
            </a:r>
          </a:p>
          <a:p>
            <a:pPr eaLnBrk="1" hangingPunct="1"/>
            <a:r>
              <a:rPr lang="zh-CN" altLang="en-US" sz="1800" dirty="0"/>
              <a:t>多（一级） 方面</a:t>
            </a:r>
            <a:r>
              <a:rPr lang="en-US" altLang="zh-CN" sz="1800" dirty="0"/>
              <a:t> many aspects</a:t>
            </a:r>
            <a:endParaRPr lang="zh-CN" altLang="en-US" sz="1800" dirty="0"/>
          </a:p>
          <a:p>
            <a:pPr eaLnBrk="1" hangingPunct="1"/>
            <a:r>
              <a:rPr lang="zh-CN" altLang="en-US" sz="1800" dirty="0"/>
              <a:t>重要（三级） 方面</a:t>
            </a:r>
            <a:r>
              <a:rPr lang="en-US" altLang="zh-CN" sz="1800" dirty="0"/>
              <a:t> important aspects</a:t>
            </a:r>
          </a:p>
          <a:p>
            <a:pPr eaLnBrk="1" hangingPunct="1"/>
            <a:r>
              <a:rPr lang="en-US" altLang="zh-CN" sz="1800" dirty="0"/>
              <a:t>Sentence:</a:t>
            </a:r>
          </a:p>
          <a:p>
            <a:pPr eaLnBrk="1" hangingPunct="1"/>
            <a:r>
              <a:rPr kumimoji="1" lang="zh-CN" altLang="en-US" sz="1800" dirty="0"/>
              <a:t>可以说，在上述两个方面，中国最能满足其条件。</a:t>
            </a:r>
            <a:r>
              <a:rPr kumimoji="1" lang="en-US" altLang="zh-CN" sz="1800" dirty="0"/>
              <a:t>['</a:t>
            </a:r>
            <a:r>
              <a:rPr kumimoji="1" lang="zh-CN" altLang="en-US" sz="1800" dirty="0"/>
              <a:t>满足</a:t>
            </a:r>
            <a:r>
              <a:rPr kumimoji="1" lang="en-US" altLang="zh-CN" sz="1800" dirty="0"/>
              <a:t>', '</a:t>
            </a:r>
            <a:r>
              <a:rPr kumimoji="1" lang="zh-CN" altLang="en-US" sz="1800" dirty="0"/>
              <a:t>条件</a:t>
            </a:r>
            <a:r>
              <a:rPr kumimoji="1" lang="en-US" altLang="zh-CN" sz="1800" dirty="0"/>
              <a:t>’]</a:t>
            </a:r>
          </a:p>
          <a:p>
            <a:pPr eaLnBrk="1" hangingPunct="1"/>
            <a:r>
              <a:rPr kumimoji="1" lang="zh-CN" altLang="en-US" sz="1800" dirty="0"/>
              <a:t>可以说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kěyǐshuō  ，  </a:t>
            </a:r>
            <a:r>
              <a:rPr kumimoji="1" lang="zh-CN" altLang="en-US" sz="1800" dirty="0"/>
              <a:t>在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zài  </a:t>
            </a:r>
            <a:r>
              <a:rPr kumimoji="1" lang="zh-CN" altLang="en-US" sz="1800" dirty="0"/>
              <a:t>上述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shàngshù  </a:t>
            </a:r>
            <a:r>
              <a:rPr kumimoji="1" lang="zh-CN" altLang="en-US" sz="1800" dirty="0"/>
              <a:t>两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liǎng  </a:t>
            </a:r>
            <a:r>
              <a:rPr kumimoji="1" lang="zh-CN" altLang="en-US" sz="1800" dirty="0"/>
              <a:t>个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gè  </a:t>
            </a:r>
            <a:r>
              <a:rPr kumimoji="1" lang="zh-CN" altLang="en-US" sz="1800" dirty="0"/>
              <a:t>方面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fāngmiàn  ，  </a:t>
            </a:r>
            <a:r>
              <a:rPr kumimoji="1" lang="zh-CN" altLang="en-US" sz="1800" dirty="0"/>
              <a:t>中国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zhōngguó  </a:t>
            </a:r>
            <a:r>
              <a:rPr kumimoji="1" lang="zh-CN" altLang="en-US" sz="1800" dirty="0"/>
              <a:t>最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zuì  </a:t>
            </a:r>
            <a:r>
              <a:rPr kumimoji="1" lang="zh-CN" altLang="en-US" sz="1800" dirty="0"/>
              <a:t>能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néng  </a:t>
            </a:r>
            <a:r>
              <a:rPr kumimoji="1" lang="zh-CN" altLang="en-US" sz="1800" dirty="0"/>
              <a:t>满足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mǎnzú  </a:t>
            </a:r>
            <a:r>
              <a:rPr kumimoji="1" lang="zh-CN" altLang="en-US" sz="1800" dirty="0"/>
              <a:t>其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qí  </a:t>
            </a:r>
            <a:r>
              <a:rPr kumimoji="1" lang="zh-CN" altLang="en-US" sz="1800" dirty="0"/>
              <a:t>条件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tiáojiàn  。</a:t>
            </a:r>
            <a:endParaRPr kumimoji="1" lang="en-US" altLang="zh-CN" sz="1800" dirty="0"/>
          </a:p>
          <a:p>
            <a:pPr eaLnBrk="1" hangingPunct="1"/>
            <a:r>
              <a:rPr kumimoji="1" lang="zh-CN" altLang="zh-CN" sz="1800" dirty="0"/>
              <a:t>It can be said that in the above two aspects, China can best meet its conditions.</a:t>
            </a:r>
            <a:endParaRPr kumimoji="1" lang="zh-CN" altLang="en-US" sz="1800" dirty="0"/>
          </a:p>
        </p:txBody>
      </p:sp>
      <p:pic>
        <p:nvPicPr>
          <p:cNvPr id="2" name="方面.wav" descr="方面.wav">
            <a:hlinkClick r:id="" action="ppaction://media"/>
            <a:extLst>
              <a:ext uri="{FF2B5EF4-FFF2-40B4-BE49-F238E27FC236}">
                <a16:creationId xmlns:a16="http://schemas.microsoft.com/office/drawing/2014/main" id="{373156E1-0558-AE44-9D4F-390FF391D28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58788"/>
            <a:ext cx="4572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方.wav" descr="方.wav">
            <a:hlinkClick r:id="" action="ppaction://media"/>
            <a:extLst>
              <a:ext uri="{FF2B5EF4-FFF2-40B4-BE49-F238E27FC236}">
                <a16:creationId xmlns:a16="http://schemas.microsoft.com/office/drawing/2014/main" id="{A167E854-0920-2A42-BE27-68E810046771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219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面.wav" descr="面.wav">
            <a:hlinkClick r:id="" action="ppaction://media"/>
            <a:extLst>
              <a:ext uri="{FF2B5EF4-FFF2-40B4-BE49-F238E27FC236}">
                <a16:creationId xmlns:a16="http://schemas.microsoft.com/office/drawing/2014/main" id="{545D6E02-15B4-0846-A456-6A2E70A0C0EE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528763"/>
            <a:ext cx="4572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多方面.wav" descr="多方面.wav">
            <a:hlinkClick r:id="" action="ppaction://media"/>
            <a:extLst>
              <a:ext uri="{FF2B5EF4-FFF2-40B4-BE49-F238E27FC236}">
                <a16:creationId xmlns:a16="http://schemas.microsoft.com/office/drawing/2014/main" id="{50334752-A22D-4546-AF8E-76A1708F0FB2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489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重要方面.wav" descr="重要方面.wav">
            <a:hlinkClick r:id="" action="ppaction://media"/>
            <a:extLst>
              <a:ext uri="{FF2B5EF4-FFF2-40B4-BE49-F238E27FC236}">
                <a16:creationId xmlns:a16="http://schemas.microsoft.com/office/drawing/2014/main" id="{C2215DBD-4163-4A43-B5F5-A1ADCDEC7377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844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可以说，在上述两个方面，中国最能满足其条件。.wav" descr="可以说，在上述两个方面，中国最能满足其条件。.wav">
            <a:hlinkClick r:id="" action="ppaction://media"/>
            <a:extLst>
              <a:ext uri="{FF2B5EF4-FFF2-40B4-BE49-F238E27FC236}">
                <a16:creationId xmlns:a16="http://schemas.microsoft.com/office/drawing/2014/main" id="{B327CB2B-8862-DB45-992A-CD182FB6408F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505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8D4D1C53-9579-7642-BB0A-10A28A1AAF1B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2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529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07A323F6-613A-7A4B-9589-2C7345124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方面 </a:t>
            </a:r>
            <a:r>
              <a:rPr kumimoji="1" lang="zh-CN" altLang="zh-CN" sz="2800"/>
              <a:t>fāngmiàn </a:t>
            </a:r>
            <a:endParaRPr kumimoji="1" lang="zh-CN" altLang="en-US" sz="2800"/>
          </a:p>
        </p:txBody>
      </p:sp>
      <p:sp>
        <p:nvSpPr>
          <p:cNvPr id="7170" name="内容占位符 2">
            <a:extLst>
              <a:ext uri="{FF2B5EF4-FFF2-40B4-BE49-F238E27FC236}">
                <a16:creationId xmlns:a16="http://schemas.microsoft.com/office/drawing/2014/main" id="{7F1C9A5F-18DD-2C4C-B560-C6672C9009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sz="1800" dirty="0"/>
              <a:t>NOUN</a:t>
            </a:r>
            <a:r>
              <a:rPr lang="zh-CN" altLang="en-US" sz="1800" dirty="0"/>
              <a:t>   </a:t>
            </a:r>
            <a:r>
              <a:rPr lang="zh-CN" altLang="zh-CN" sz="1800" dirty="0"/>
              <a:t>respect;</a:t>
            </a:r>
            <a:r>
              <a:rPr lang="zh-CN" altLang="en-US" sz="1800" dirty="0"/>
              <a:t> </a:t>
            </a:r>
            <a:r>
              <a:rPr lang="zh-CN" altLang="zh-CN" sz="1800" dirty="0"/>
              <a:t>aspect;</a:t>
            </a:r>
            <a:r>
              <a:rPr lang="zh-CN" altLang="en-US" sz="1800" dirty="0"/>
              <a:t> </a:t>
            </a:r>
            <a:r>
              <a:rPr lang="zh-CN" altLang="zh-CN" sz="1800" dirty="0"/>
              <a:t>side;</a:t>
            </a:r>
            <a:r>
              <a:rPr lang="zh-CN" altLang="en-US" sz="1800" dirty="0"/>
              <a:t> </a:t>
            </a:r>
            <a:r>
              <a:rPr lang="zh-CN" altLang="zh-CN" sz="1800" dirty="0"/>
              <a:t>field</a:t>
            </a:r>
          </a:p>
          <a:p>
            <a:pPr eaLnBrk="1" hangingPunct="1"/>
            <a:r>
              <a:rPr lang="en-US" altLang="zh-CN" sz="1800" dirty="0"/>
              <a:t>Collocation: </a:t>
            </a:r>
          </a:p>
          <a:p>
            <a:pPr eaLnBrk="1" hangingPunct="1"/>
            <a:r>
              <a:rPr lang="zh-CN" altLang="en-US" sz="1800" dirty="0"/>
              <a:t>多（一级） 方面</a:t>
            </a:r>
            <a:r>
              <a:rPr lang="en-US" altLang="zh-CN" sz="1800" dirty="0"/>
              <a:t> many aspects</a:t>
            </a:r>
            <a:endParaRPr lang="zh-CN" altLang="en-US" sz="1800" dirty="0"/>
          </a:p>
          <a:p>
            <a:pPr eaLnBrk="1" hangingPunct="1"/>
            <a:r>
              <a:rPr lang="zh-CN" altLang="en-US" sz="1800" dirty="0"/>
              <a:t>重要（三级） 方面</a:t>
            </a:r>
            <a:r>
              <a:rPr lang="en-US" altLang="zh-CN" sz="1800" dirty="0"/>
              <a:t> important aspects</a:t>
            </a:r>
          </a:p>
          <a:p>
            <a:pPr eaLnBrk="1" hangingPunct="1"/>
            <a:r>
              <a:rPr lang="en-US" altLang="zh-CN" sz="1800" dirty="0"/>
              <a:t>Sentence:</a:t>
            </a:r>
          </a:p>
          <a:p>
            <a:pPr eaLnBrk="1" hangingPunct="1"/>
            <a:r>
              <a:rPr kumimoji="1" lang="zh-CN" altLang="en-US" sz="1800" dirty="0"/>
              <a:t>可以说，在上述两个方面，中国最能满足其条件。</a:t>
            </a:r>
            <a:r>
              <a:rPr kumimoji="1" lang="en-US" altLang="zh-CN" sz="1800" dirty="0"/>
              <a:t>['</a:t>
            </a:r>
            <a:r>
              <a:rPr kumimoji="1" lang="zh-CN" altLang="en-US" sz="1800" dirty="0"/>
              <a:t>满足</a:t>
            </a:r>
            <a:r>
              <a:rPr kumimoji="1" lang="en-US" altLang="zh-CN" sz="1800" dirty="0"/>
              <a:t>', '</a:t>
            </a:r>
            <a:r>
              <a:rPr kumimoji="1" lang="zh-CN" altLang="en-US" sz="1800" dirty="0"/>
              <a:t>条件</a:t>
            </a:r>
            <a:r>
              <a:rPr kumimoji="1" lang="en-US" altLang="zh-CN" sz="1800" dirty="0"/>
              <a:t>’]</a:t>
            </a:r>
          </a:p>
          <a:p>
            <a:pPr eaLnBrk="1" hangingPunct="1"/>
            <a:r>
              <a:rPr kumimoji="1" lang="zh-CN" altLang="en-US" sz="1800" dirty="0"/>
              <a:t>可以说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kěyǐshuō  ，  </a:t>
            </a:r>
            <a:r>
              <a:rPr kumimoji="1" lang="zh-CN" altLang="en-US" sz="1800" dirty="0"/>
              <a:t>在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zài  </a:t>
            </a:r>
            <a:r>
              <a:rPr kumimoji="1" lang="zh-CN" altLang="en-US" sz="1800" dirty="0"/>
              <a:t>上述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shàngshù  </a:t>
            </a:r>
            <a:r>
              <a:rPr kumimoji="1" lang="zh-CN" altLang="en-US" sz="1800" dirty="0"/>
              <a:t>两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liǎng  </a:t>
            </a:r>
            <a:r>
              <a:rPr kumimoji="1" lang="zh-CN" altLang="en-US" sz="1800" dirty="0"/>
              <a:t>个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gè  </a:t>
            </a:r>
            <a:r>
              <a:rPr kumimoji="1" lang="zh-CN" altLang="en-US" sz="1800" dirty="0"/>
              <a:t>方面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fāngmiàn  ，  </a:t>
            </a:r>
            <a:r>
              <a:rPr kumimoji="1" lang="zh-CN" altLang="en-US" sz="1800" dirty="0"/>
              <a:t>中国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zhōngguó  </a:t>
            </a:r>
            <a:r>
              <a:rPr kumimoji="1" lang="zh-CN" altLang="en-US" sz="1800" dirty="0"/>
              <a:t>最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zuì  </a:t>
            </a:r>
            <a:r>
              <a:rPr kumimoji="1" lang="zh-CN" altLang="en-US" sz="1800" dirty="0"/>
              <a:t>能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néng  </a:t>
            </a:r>
            <a:r>
              <a:rPr kumimoji="1" lang="zh-CN" altLang="en-US" sz="1800" dirty="0"/>
              <a:t>满足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mǎnzú  </a:t>
            </a:r>
            <a:r>
              <a:rPr kumimoji="1" lang="zh-CN" altLang="en-US" sz="1800" dirty="0"/>
              <a:t>其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qí  </a:t>
            </a:r>
            <a:r>
              <a:rPr kumimoji="1" lang="zh-CN" altLang="en-US" sz="1800" dirty="0"/>
              <a:t>条件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tiáojiàn  。</a:t>
            </a:r>
            <a:endParaRPr kumimoji="1" lang="en-US" altLang="zh-CN" sz="1800" dirty="0"/>
          </a:p>
          <a:p>
            <a:pPr eaLnBrk="1" hangingPunct="1"/>
            <a:r>
              <a:rPr kumimoji="1" lang="zh-CN" altLang="zh-CN" sz="1800" dirty="0"/>
              <a:t>It can be said that in the above two aspects, China can best meet its conditions.</a:t>
            </a:r>
            <a:endParaRPr kumimoji="1" lang="zh-CN" altLang="en-US" sz="1800" dirty="0"/>
          </a:p>
        </p:txBody>
      </p:sp>
      <p:pic>
        <p:nvPicPr>
          <p:cNvPr id="2" name="方面.wav" descr="方面.wav">
            <a:hlinkClick r:id="" action="ppaction://media"/>
            <a:extLst>
              <a:ext uri="{FF2B5EF4-FFF2-40B4-BE49-F238E27FC236}">
                <a16:creationId xmlns:a16="http://schemas.microsoft.com/office/drawing/2014/main" id="{373156E1-0558-AE44-9D4F-390FF391D28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58788"/>
            <a:ext cx="4572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多方面.wav" descr="多方面.wav">
            <a:hlinkClick r:id="" action="ppaction://media"/>
            <a:extLst>
              <a:ext uri="{FF2B5EF4-FFF2-40B4-BE49-F238E27FC236}">
                <a16:creationId xmlns:a16="http://schemas.microsoft.com/office/drawing/2014/main" id="{50334752-A22D-4546-AF8E-76A1708F0FB2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75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重要方面.wav" descr="重要方面.wav">
            <a:hlinkClick r:id="" action="ppaction://media"/>
            <a:extLst>
              <a:ext uri="{FF2B5EF4-FFF2-40B4-BE49-F238E27FC236}">
                <a16:creationId xmlns:a16="http://schemas.microsoft.com/office/drawing/2014/main" id="{C2215DBD-4163-4A43-B5F5-A1ADCDEC7377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10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可以说，在上述两个方面，中国最能满足其条件。.wav" descr="可以说，在上述两个方面，中国最能满足其条件。.wav">
            <a:hlinkClick r:id="" action="ppaction://media"/>
            <a:extLst>
              <a:ext uri="{FF2B5EF4-FFF2-40B4-BE49-F238E27FC236}">
                <a16:creationId xmlns:a16="http://schemas.microsoft.com/office/drawing/2014/main" id="{B327CB2B-8862-DB45-992A-CD182FB6408F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768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70443A78-0B03-B24A-BFBE-6A5F394FC89B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454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2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529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07A323F6-613A-7A4B-9589-2C7345124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方面 </a:t>
            </a:r>
            <a:r>
              <a:rPr kumimoji="1" lang="zh-CN" altLang="zh-CN" sz="2800"/>
              <a:t>fāngmiàn </a:t>
            </a:r>
            <a:endParaRPr kumimoji="1" lang="zh-CN" altLang="en-US" sz="2800"/>
          </a:p>
        </p:txBody>
      </p:sp>
      <p:sp>
        <p:nvSpPr>
          <p:cNvPr id="7170" name="内容占位符 2">
            <a:extLst>
              <a:ext uri="{FF2B5EF4-FFF2-40B4-BE49-F238E27FC236}">
                <a16:creationId xmlns:a16="http://schemas.microsoft.com/office/drawing/2014/main" id="{7F1C9A5F-18DD-2C4C-B560-C6672C9009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1800" dirty="0"/>
              <a:t>Collocation: </a:t>
            </a:r>
          </a:p>
          <a:p>
            <a:pPr eaLnBrk="1" hangingPunct="1"/>
            <a:r>
              <a:rPr lang="zh-CN" altLang="en-US" sz="1800" dirty="0"/>
              <a:t>多（一级） 方面</a:t>
            </a:r>
            <a:r>
              <a:rPr lang="en-US" altLang="zh-CN" sz="1800" dirty="0"/>
              <a:t> many aspects</a:t>
            </a:r>
            <a:endParaRPr lang="zh-CN" altLang="en-US" sz="1800" dirty="0"/>
          </a:p>
          <a:p>
            <a:pPr eaLnBrk="1" hangingPunct="1"/>
            <a:r>
              <a:rPr lang="zh-CN" altLang="en-US" sz="1800" dirty="0"/>
              <a:t>重要（三级） 方面</a:t>
            </a:r>
            <a:r>
              <a:rPr lang="en-US" altLang="zh-CN" sz="1800" dirty="0"/>
              <a:t> important aspects</a:t>
            </a:r>
          </a:p>
          <a:p>
            <a:pPr eaLnBrk="1" hangingPunct="1"/>
            <a:r>
              <a:rPr lang="en-US" altLang="zh-CN" sz="1800" dirty="0"/>
              <a:t>Sentence:</a:t>
            </a:r>
          </a:p>
          <a:p>
            <a:pPr eaLnBrk="1" hangingPunct="1"/>
            <a:r>
              <a:rPr kumimoji="1" lang="zh-CN" altLang="en-US" sz="1800" dirty="0"/>
              <a:t>可以说，在上述两个方面，中国最能满足其条件。</a:t>
            </a:r>
            <a:r>
              <a:rPr kumimoji="1" lang="en-US" altLang="zh-CN" sz="1800" dirty="0"/>
              <a:t>['</a:t>
            </a:r>
            <a:r>
              <a:rPr kumimoji="1" lang="zh-CN" altLang="en-US" sz="1800" dirty="0"/>
              <a:t>满足</a:t>
            </a:r>
            <a:r>
              <a:rPr kumimoji="1" lang="en-US" altLang="zh-CN" sz="1800" dirty="0"/>
              <a:t>', '</a:t>
            </a:r>
            <a:r>
              <a:rPr kumimoji="1" lang="zh-CN" altLang="en-US" sz="1800" dirty="0"/>
              <a:t>条件</a:t>
            </a:r>
            <a:r>
              <a:rPr kumimoji="1" lang="en-US" altLang="zh-CN" sz="1800" dirty="0"/>
              <a:t>’]</a:t>
            </a:r>
          </a:p>
          <a:p>
            <a:pPr eaLnBrk="1" hangingPunct="1"/>
            <a:r>
              <a:rPr kumimoji="1" lang="zh-CN" altLang="en-US" sz="1800" dirty="0"/>
              <a:t>可以说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kěyǐshuō  ，  </a:t>
            </a:r>
            <a:r>
              <a:rPr kumimoji="1" lang="zh-CN" altLang="en-US" sz="1800" dirty="0"/>
              <a:t>在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zài  </a:t>
            </a:r>
            <a:r>
              <a:rPr kumimoji="1" lang="zh-CN" altLang="en-US" sz="1800" dirty="0"/>
              <a:t>上述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shàngshù  </a:t>
            </a:r>
            <a:r>
              <a:rPr kumimoji="1" lang="zh-CN" altLang="en-US" sz="1800" dirty="0"/>
              <a:t>两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liǎng  </a:t>
            </a:r>
            <a:r>
              <a:rPr kumimoji="1" lang="zh-CN" altLang="en-US" sz="1800" dirty="0"/>
              <a:t>个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gè  </a:t>
            </a:r>
            <a:r>
              <a:rPr kumimoji="1" lang="zh-CN" altLang="en-US" sz="1800" dirty="0"/>
              <a:t>方面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fāngmiàn  ，  </a:t>
            </a:r>
            <a:r>
              <a:rPr kumimoji="1" lang="zh-CN" altLang="en-US" sz="1800" dirty="0"/>
              <a:t>中国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zhōngguó  </a:t>
            </a:r>
            <a:r>
              <a:rPr kumimoji="1" lang="zh-CN" altLang="en-US" sz="1800" dirty="0"/>
              <a:t>最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zuì  </a:t>
            </a:r>
            <a:r>
              <a:rPr kumimoji="1" lang="zh-CN" altLang="en-US" sz="1800" dirty="0"/>
              <a:t>能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néng  </a:t>
            </a:r>
            <a:r>
              <a:rPr kumimoji="1" lang="zh-CN" altLang="en-US" sz="1800" dirty="0"/>
              <a:t>满足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mǎnzú  </a:t>
            </a:r>
            <a:r>
              <a:rPr kumimoji="1" lang="zh-CN" altLang="en-US" sz="1800" dirty="0"/>
              <a:t>其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qí  </a:t>
            </a:r>
            <a:r>
              <a:rPr kumimoji="1" lang="zh-CN" altLang="en-US" sz="1800" dirty="0"/>
              <a:t>条件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tiáojiàn  。</a:t>
            </a:r>
            <a:endParaRPr kumimoji="1" lang="en-US" altLang="zh-CN" sz="1800" dirty="0"/>
          </a:p>
          <a:p>
            <a:pPr eaLnBrk="1" hangingPunct="1"/>
            <a:r>
              <a:rPr kumimoji="1" lang="zh-CN" altLang="zh-CN" sz="1800" dirty="0"/>
              <a:t>It can be said that in the above two aspects, China can best meet its conditions.</a:t>
            </a:r>
            <a:endParaRPr kumimoji="1" lang="zh-CN" altLang="en-US" sz="1800" dirty="0"/>
          </a:p>
        </p:txBody>
      </p:sp>
      <p:pic>
        <p:nvPicPr>
          <p:cNvPr id="2" name="方面.wav" descr="方面.wav">
            <a:hlinkClick r:id="" action="ppaction://media"/>
            <a:extLst>
              <a:ext uri="{FF2B5EF4-FFF2-40B4-BE49-F238E27FC236}">
                <a16:creationId xmlns:a16="http://schemas.microsoft.com/office/drawing/2014/main" id="{373156E1-0558-AE44-9D4F-390FF391D28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58788"/>
            <a:ext cx="4572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多方面.wav" descr="多方面.wav">
            <a:hlinkClick r:id="" action="ppaction://media"/>
            <a:extLst>
              <a:ext uri="{FF2B5EF4-FFF2-40B4-BE49-F238E27FC236}">
                <a16:creationId xmlns:a16="http://schemas.microsoft.com/office/drawing/2014/main" id="{50334752-A22D-4546-AF8E-76A1708F0FB2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42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重要方面.wav" descr="重要方面.wav">
            <a:hlinkClick r:id="" action="ppaction://media"/>
            <a:extLst>
              <a:ext uri="{FF2B5EF4-FFF2-40B4-BE49-F238E27FC236}">
                <a16:creationId xmlns:a16="http://schemas.microsoft.com/office/drawing/2014/main" id="{C2215DBD-4163-4A43-B5F5-A1ADCDEC7377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778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可以说，在上述两个方面，中国最能满足其条件。.wav" descr="可以说，在上述两个方面，中国最能满足其条件。.wav">
            <a:hlinkClick r:id="" action="ppaction://media"/>
            <a:extLst>
              <a:ext uri="{FF2B5EF4-FFF2-40B4-BE49-F238E27FC236}">
                <a16:creationId xmlns:a16="http://schemas.microsoft.com/office/drawing/2014/main" id="{B327CB2B-8862-DB45-992A-CD182FB6408F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28A70295-6882-F542-BC0F-28A2D874AB7C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311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2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529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07A323F6-613A-7A4B-9589-2C7345124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方面 </a:t>
            </a:r>
            <a:r>
              <a:rPr kumimoji="1" lang="zh-CN" altLang="zh-CN" sz="2800"/>
              <a:t>fāngmiàn </a:t>
            </a:r>
            <a:endParaRPr kumimoji="1" lang="zh-CN" altLang="en-US" sz="2800"/>
          </a:p>
        </p:txBody>
      </p:sp>
      <p:sp>
        <p:nvSpPr>
          <p:cNvPr id="7170" name="内容占位符 2">
            <a:extLst>
              <a:ext uri="{FF2B5EF4-FFF2-40B4-BE49-F238E27FC236}">
                <a16:creationId xmlns:a16="http://schemas.microsoft.com/office/drawing/2014/main" id="{7F1C9A5F-18DD-2C4C-B560-C6672C9009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1800" dirty="0"/>
              <a:t>Sentence:</a:t>
            </a:r>
          </a:p>
          <a:p>
            <a:pPr eaLnBrk="1" hangingPunct="1"/>
            <a:r>
              <a:rPr kumimoji="1" lang="zh-CN" altLang="en-US" sz="1800" dirty="0"/>
              <a:t>可以说，在上述两个方面，中国最能满足其条件。</a:t>
            </a:r>
            <a:r>
              <a:rPr kumimoji="1" lang="en-US" altLang="zh-CN" sz="1800" dirty="0"/>
              <a:t>['</a:t>
            </a:r>
            <a:r>
              <a:rPr kumimoji="1" lang="zh-CN" altLang="en-US" sz="1800" dirty="0"/>
              <a:t>满足</a:t>
            </a:r>
            <a:r>
              <a:rPr kumimoji="1" lang="en-US" altLang="zh-CN" sz="1800" dirty="0"/>
              <a:t>', '</a:t>
            </a:r>
            <a:r>
              <a:rPr kumimoji="1" lang="zh-CN" altLang="en-US" sz="1800" dirty="0"/>
              <a:t>条件</a:t>
            </a:r>
            <a:r>
              <a:rPr kumimoji="1" lang="en-US" altLang="zh-CN" sz="1800" dirty="0"/>
              <a:t>’]</a:t>
            </a:r>
          </a:p>
          <a:p>
            <a:pPr eaLnBrk="1" hangingPunct="1"/>
            <a:r>
              <a:rPr kumimoji="1" lang="zh-CN" altLang="en-US" sz="1800" dirty="0"/>
              <a:t>可以说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kěyǐshuō  ，  </a:t>
            </a:r>
            <a:r>
              <a:rPr kumimoji="1" lang="zh-CN" altLang="en-US" sz="1800" dirty="0"/>
              <a:t>在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zài  </a:t>
            </a:r>
            <a:r>
              <a:rPr kumimoji="1" lang="zh-CN" altLang="en-US" sz="1800" dirty="0"/>
              <a:t>上述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shàngshù  </a:t>
            </a:r>
            <a:r>
              <a:rPr kumimoji="1" lang="zh-CN" altLang="en-US" sz="1800" dirty="0"/>
              <a:t>两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liǎng  </a:t>
            </a:r>
            <a:r>
              <a:rPr kumimoji="1" lang="zh-CN" altLang="en-US" sz="1800" dirty="0"/>
              <a:t>个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gè  </a:t>
            </a:r>
            <a:r>
              <a:rPr kumimoji="1" lang="zh-CN" altLang="en-US" sz="1800" dirty="0"/>
              <a:t>方面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fāngmiàn  ，  </a:t>
            </a:r>
            <a:r>
              <a:rPr kumimoji="1" lang="zh-CN" altLang="en-US" sz="1800" dirty="0"/>
              <a:t>中国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zhōngguó  </a:t>
            </a:r>
            <a:r>
              <a:rPr kumimoji="1" lang="zh-CN" altLang="en-US" sz="1800" dirty="0"/>
              <a:t>最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zuì  </a:t>
            </a:r>
            <a:r>
              <a:rPr kumimoji="1" lang="zh-CN" altLang="en-US" sz="1800" dirty="0"/>
              <a:t>能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néng  </a:t>
            </a:r>
            <a:r>
              <a:rPr kumimoji="1" lang="zh-CN" altLang="en-US" sz="1800" dirty="0"/>
              <a:t>满足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mǎnzú  </a:t>
            </a:r>
            <a:r>
              <a:rPr kumimoji="1" lang="zh-CN" altLang="en-US" sz="1800" dirty="0"/>
              <a:t>其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qí  </a:t>
            </a:r>
            <a:r>
              <a:rPr kumimoji="1" lang="zh-CN" altLang="en-US" sz="1800" dirty="0"/>
              <a:t>条件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tiáojiàn  。</a:t>
            </a:r>
            <a:endParaRPr kumimoji="1" lang="en-US" altLang="zh-CN" sz="1800" dirty="0"/>
          </a:p>
          <a:p>
            <a:pPr eaLnBrk="1" hangingPunct="1"/>
            <a:r>
              <a:rPr kumimoji="1" lang="zh-CN" altLang="zh-CN" sz="1800" dirty="0"/>
              <a:t>It can be said that in the above two aspects, China can best meet its conditions.</a:t>
            </a:r>
            <a:endParaRPr kumimoji="1" lang="zh-CN" altLang="en-US" sz="1800" dirty="0"/>
          </a:p>
        </p:txBody>
      </p:sp>
      <p:pic>
        <p:nvPicPr>
          <p:cNvPr id="2" name="方面.wav" descr="方面.wav">
            <a:hlinkClick r:id="" action="ppaction://media"/>
            <a:extLst>
              <a:ext uri="{FF2B5EF4-FFF2-40B4-BE49-F238E27FC236}">
                <a16:creationId xmlns:a16="http://schemas.microsoft.com/office/drawing/2014/main" id="{373156E1-0558-AE44-9D4F-390FF391D28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58788"/>
            <a:ext cx="4572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可以说，在上述两个方面，中国最能满足其条件。.wav" descr="可以说，在上述两个方面，中国最能满足其条件。.wav">
            <a:hlinkClick r:id="" action="ppaction://media"/>
            <a:extLst>
              <a:ext uri="{FF2B5EF4-FFF2-40B4-BE49-F238E27FC236}">
                <a16:creationId xmlns:a16="http://schemas.microsoft.com/office/drawing/2014/main" id="{B327CB2B-8862-DB45-992A-CD182FB6408F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447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CDB3AD80-B92F-5943-8C75-57FDF18D8C9E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541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29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>
            <a:extLst>
              <a:ext uri="{FF2B5EF4-FFF2-40B4-BE49-F238E27FC236}">
                <a16:creationId xmlns:a16="http://schemas.microsoft.com/office/drawing/2014/main" id="{47132A81-1A16-2B42-B6D1-AB914E1FB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098615-A832-6845-835B-A911793FF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respect;</a:t>
            </a:r>
            <a:r>
              <a:rPr lang="zh-CN" altLang="en-US" sz="2000" dirty="0"/>
              <a:t> </a:t>
            </a:r>
            <a:r>
              <a:rPr lang="en" altLang="zh-CN" sz="2000" dirty="0"/>
              <a:t>aspect;</a:t>
            </a:r>
            <a:r>
              <a:rPr lang="zh-CN" altLang="en-US" sz="2000" dirty="0"/>
              <a:t> </a:t>
            </a:r>
            <a:r>
              <a:rPr lang="en" altLang="zh-CN" sz="2000" dirty="0"/>
              <a:t>side;</a:t>
            </a:r>
            <a:r>
              <a:rPr lang="zh-CN" altLang="en-US" sz="2000" dirty="0"/>
              <a:t> </a:t>
            </a:r>
            <a:r>
              <a:rPr lang="en" altLang="zh-CN" sz="2000" dirty="0"/>
              <a:t>field</a:t>
            </a:r>
            <a:r>
              <a:rPr lang="zh-CN" altLang="en-US" sz="2000" dirty="0"/>
              <a:t>    </a:t>
            </a:r>
            <a:r>
              <a:rPr lang="en-US" altLang="zh-CN" sz="2000" dirty="0"/>
              <a:t>A.</a:t>
            </a:r>
            <a:r>
              <a:rPr lang="zh-CN" altLang="en-US" sz="2000" dirty="0"/>
              <a:t>方面  </a:t>
            </a:r>
            <a:r>
              <a:rPr lang="en-US" altLang="zh-CN" sz="2000" dirty="0"/>
              <a:t>B.</a:t>
            </a:r>
            <a:r>
              <a:rPr lang="zh-CN" altLang="en-US" sz="2000" dirty="0"/>
              <a:t>公斤  </a:t>
            </a:r>
            <a:r>
              <a:rPr lang="en-US" altLang="zh-CN" sz="2000" dirty="0"/>
              <a:t>C.</a:t>
            </a:r>
            <a:r>
              <a:rPr lang="zh-CN" altLang="en-US" sz="2000" dirty="0"/>
              <a:t>口  </a:t>
            </a:r>
            <a:r>
              <a:rPr lang="en-US" altLang="zh-CN" sz="2000" dirty="0"/>
              <a:t>D.</a:t>
            </a:r>
            <a:r>
              <a:rPr lang="zh-CN" altLang="en-US" sz="2000" dirty="0"/>
              <a:t>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多（）  </a:t>
            </a:r>
            <a:r>
              <a:rPr lang="en-US" altLang="zh-CN" sz="2000" dirty="0"/>
              <a:t>A.</a:t>
            </a:r>
            <a:r>
              <a:rPr lang="zh-CN" altLang="en-US" sz="2000" dirty="0"/>
              <a:t>请假  </a:t>
            </a:r>
            <a:r>
              <a:rPr lang="en-US" altLang="zh-CN" sz="2000" dirty="0"/>
              <a:t>B.</a:t>
            </a:r>
            <a:r>
              <a:rPr lang="zh-CN" altLang="en-US" sz="2000" dirty="0"/>
              <a:t>方面</a:t>
            </a:r>
            <a:r>
              <a:rPr lang="en-US" altLang="zh-CN" sz="2000" dirty="0"/>
              <a:t>  C.</a:t>
            </a:r>
            <a:r>
              <a:rPr lang="zh-CN" altLang="en-US" sz="2000" dirty="0"/>
              <a:t>过（助词）  </a:t>
            </a:r>
            <a:r>
              <a:rPr lang="en-US" altLang="zh-CN" sz="2000" dirty="0"/>
              <a:t>D.</a:t>
            </a:r>
            <a:r>
              <a:rPr lang="zh-CN" altLang="en-US" sz="2000" dirty="0"/>
              <a:t>笔记本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重要（）  </a:t>
            </a:r>
            <a:r>
              <a:rPr lang="en-US" altLang="zh-CN" sz="2000" dirty="0"/>
              <a:t>A.</a:t>
            </a:r>
            <a:r>
              <a:rPr lang="zh-CN" altLang="en-US" sz="2000" dirty="0"/>
              <a:t> 方面  </a:t>
            </a:r>
            <a:r>
              <a:rPr lang="en-US" altLang="zh-CN" sz="2000" dirty="0"/>
              <a:t>B.</a:t>
            </a:r>
            <a:r>
              <a:rPr lang="zh-CN" altLang="en-US" sz="2000" dirty="0"/>
              <a:t>铅笔</a:t>
            </a:r>
            <a:r>
              <a:rPr lang="en-US" altLang="zh-CN" sz="2000" dirty="0"/>
              <a:t>  C.</a:t>
            </a:r>
            <a:r>
              <a:rPr lang="zh-CN" altLang="en-US" sz="2000" dirty="0"/>
              <a:t>花（名词）  </a:t>
            </a:r>
            <a:r>
              <a:rPr lang="en-US" altLang="zh-CN" sz="2000" dirty="0"/>
              <a:t>D.</a:t>
            </a:r>
            <a:r>
              <a:rPr lang="zh-CN" altLang="en-US" sz="2000" dirty="0"/>
              <a:t>医院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可以说，在上述两个方（），中国最能满足其条件。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3DB87E6-2662-EB4D-9BB4-CDDA567A0BDE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5924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0533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缺点？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7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>
            <a:extLst>
              <a:ext uri="{FF2B5EF4-FFF2-40B4-BE49-F238E27FC236}">
                <a16:creationId xmlns:a16="http://schemas.microsoft.com/office/drawing/2014/main" id="{6A5BD3EA-FEA3-A74D-8CC2-1337DFF62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缺点 </a:t>
            </a:r>
            <a:r>
              <a:rPr kumimoji="1" lang="zh-CN" altLang="zh-CN"/>
              <a:t>quēdiǎn  </a:t>
            </a:r>
            <a:endParaRPr kumimoji="1" lang="zh-CN" altLang="en-US"/>
          </a:p>
        </p:txBody>
      </p:sp>
      <p:sp>
        <p:nvSpPr>
          <p:cNvPr id="9218" name="内容占位符 2">
            <a:extLst>
              <a:ext uri="{FF2B5EF4-FFF2-40B4-BE49-F238E27FC236}">
                <a16:creationId xmlns:a16="http://schemas.microsoft.com/office/drawing/2014/main" id="{B6DD2571-2488-2741-BC02-2B78B82716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648200"/>
          </a:xfrm>
        </p:spPr>
        <p:txBody>
          <a:bodyPr/>
          <a:lstStyle/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缺 </a:t>
            </a:r>
            <a:r>
              <a:rPr lang="zh-CN" altLang="zh-CN" sz="2000">
                <a:solidFill>
                  <a:srgbClr val="000000"/>
                </a:solidFill>
              </a:rPr>
              <a:t>quē</a:t>
            </a:r>
            <a:r>
              <a:rPr lang="zh-CN" altLang="en-US" sz="2000">
                <a:solidFill>
                  <a:srgbClr val="000000"/>
                </a:solidFill>
              </a:rPr>
              <a:t> </a:t>
            </a:r>
            <a:r>
              <a:rPr lang="en-US" altLang="zh-CN" sz="2000">
                <a:solidFill>
                  <a:srgbClr val="000000"/>
                </a:solidFill>
              </a:rPr>
              <a:t>ADJECTIVE incomplete; imperfect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点 </a:t>
            </a:r>
            <a:r>
              <a:rPr lang="zh-CN" altLang="zh-CN" sz="2000">
                <a:solidFill>
                  <a:srgbClr val="000000"/>
                </a:solidFill>
              </a:rPr>
              <a:t>diǎn place; point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NOUN</a:t>
            </a:r>
            <a:r>
              <a:rPr lang="zh-CN" altLang="en-US" sz="2000">
                <a:solidFill>
                  <a:srgbClr val="000000"/>
                </a:solidFill>
              </a:rPr>
              <a:t>  </a:t>
            </a:r>
            <a:r>
              <a:rPr lang="en-US" altLang="zh-CN" sz="2000">
                <a:solidFill>
                  <a:srgbClr val="000000"/>
                </a:solidFill>
              </a:rPr>
              <a:t>shortcoming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发现（三级） 缺点</a:t>
            </a:r>
            <a:r>
              <a:rPr lang="en-US" altLang="zh-CN" sz="2000">
                <a:solidFill>
                  <a:srgbClr val="000000"/>
                </a:solidFill>
              </a:rPr>
              <a:t>  find shortcomings</a:t>
            </a:r>
            <a:endParaRPr lang="zh-CN" altLang="en-US" sz="200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大（一级） 的 缺点</a:t>
            </a:r>
            <a:r>
              <a:rPr lang="en-US" altLang="zh-CN" sz="2000">
                <a:solidFill>
                  <a:srgbClr val="000000"/>
                </a:solidFill>
              </a:rPr>
              <a:t> big disadvantage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有些人觉得朋友应该像镜子，能帮自己看到缺点。</a:t>
            </a:r>
            <a:r>
              <a:rPr kumimoji="1" lang="en-US" altLang="zh-CN" sz="2000">
                <a:solidFill>
                  <a:srgbClr val="000000"/>
                </a:solidFill>
              </a:rPr>
              <a:t>['</a:t>
            </a:r>
            <a:r>
              <a:rPr kumimoji="1" lang="zh-CN" altLang="en-US" sz="2000">
                <a:solidFill>
                  <a:srgbClr val="000000"/>
                </a:solidFill>
              </a:rPr>
              <a:t>镜子</a:t>
            </a:r>
            <a:r>
              <a:rPr kumimoji="1" lang="en-US" altLang="zh-CN" sz="200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/>
              <a:t>有些</a:t>
            </a:r>
            <a:r>
              <a:rPr kumimoji="1" lang="en-US" altLang="zh-CN" sz="2000"/>
              <a:t>/</a:t>
            </a:r>
            <a:r>
              <a:rPr kumimoji="1" lang="zh-CN" altLang="zh-CN" sz="2000"/>
              <a:t>yǒuxiē  </a:t>
            </a:r>
            <a:r>
              <a:rPr kumimoji="1" lang="zh-CN" altLang="en-US" sz="2000"/>
              <a:t>人</a:t>
            </a:r>
            <a:r>
              <a:rPr kumimoji="1" lang="en-US" altLang="zh-CN" sz="2000"/>
              <a:t>/</a:t>
            </a:r>
            <a:r>
              <a:rPr kumimoji="1" lang="zh-CN" altLang="zh-CN" sz="2000"/>
              <a:t>rén  </a:t>
            </a:r>
            <a:r>
              <a:rPr kumimoji="1" lang="zh-CN" altLang="en-US" sz="2000"/>
              <a:t>觉得</a:t>
            </a:r>
            <a:r>
              <a:rPr kumimoji="1" lang="en-US" altLang="zh-CN" sz="2000"/>
              <a:t>/</a:t>
            </a:r>
            <a:r>
              <a:rPr kumimoji="1" lang="zh-CN" altLang="zh-CN" sz="2000"/>
              <a:t>juéde  </a:t>
            </a:r>
            <a:r>
              <a:rPr kumimoji="1" lang="zh-CN" altLang="en-US" sz="2000"/>
              <a:t>朋友</a:t>
            </a:r>
            <a:r>
              <a:rPr kumimoji="1" lang="en-US" altLang="zh-CN" sz="2000"/>
              <a:t>/</a:t>
            </a:r>
            <a:r>
              <a:rPr kumimoji="1" lang="zh-CN" altLang="zh-CN" sz="2000"/>
              <a:t>péngyou  </a:t>
            </a:r>
            <a:r>
              <a:rPr kumimoji="1" lang="zh-CN" altLang="en-US" sz="2000"/>
              <a:t>应该</a:t>
            </a:r>
            <a:r>
              <a:rPr kumimoji="1" lang="en-US" altLang="zh-CN" sz="2000"/>
              <a:t>/</a:t>
            </a:r>
            <a:r>
              <a:rPr kumimoji="1" lang="zh-CN" altLang="zh-CN" sz="2000"/>
              <a:t>yīnggāi  </a:t>
            </a:r>
            <a:r>
              <a:rPr kumimoji="1" lang="zh-CN" altLang="en-US" sz="2000"/>
              <a:t>像</a:t>
            </a:r>
            <a:r>
              <a:rPr kumimoji="1" lang="en-US" altLang="zh-CN" sz="2000"/>
              <a:t>/</a:t>
            </a:r>
            <a:r>
              <a:rPr kumimoji="1" lang="zh-CN" altLang="zh-CN" sz="2000"/>
              <a:t>xiàng  </a:t>
            </a:r>
            <a:r>
              <a:rPr kumimoji="1" lang="zh-CN" altLang="en-US" sz="2000"/>
              <a:t>镜子</a:t>
            </a:r>
            <a:r>
              <a:rPr kumimoji="1" lang="en-US" altLang="zh-CN" sz="2000"/>
              <a:t>/</a:t>
            </a:r>
            <a:r>
              <a:rPr kumimoji="1" lang="zh-CN" altLang="zh-CN" sz="2000"/>
              <a:t>jìngzi  ，  </a:t>
            </a:r>
            <a:r>
              <a:rPr kumimoji="1" lang="zh-CN" altLang="en-US" sz="2000"/>
              <a:t>能</a:t>
            </a:r>
            <a:r>
              <a:rPr kumimoji="1" lang="en-US" altLang="zh-CN" sz="2000"/>
              <a:t>/</a:t>
            </a:r>
            <a:r>
              <a:rPr kumimoji="1" lang="zh-CN" altLang="zh-CN" sz="2000"/>
              <a:t>néng  </a:t>
            </a:r>
            <a:r>
              <a:rPr kumimoji="1" lang="zh-CN" altLang="en-US" sz="2000"/>
              <a:t>帮</a:t>
            </a:r>
            <a:r>
              <a:rPr kumimoji="1" lang="en-US" altLang="zh-CN" sz="2000"/>
              <a:t>/</a:t>
            </a:r>
            <a:r>
              <a:rPr kumimoji="1" lang="zh-CN" altLang="zh-CN" sz="2000"/>
              <a:t>bāng  </a:t>
            </a:r>
            <a:r>
              <a:rPr kumimoji="1" lang="zh-CN" altLang="en-US" sz="2000"/>
              <a:t>自己</a:t>
            </a:r>
            <a:r>
              <a:rPr kumimoji="1" lang="en-US" altLang="zh-CN" sz="2000"/>
              <a:t>/</a:t>
            </a:r>
            <a:r>
              <a:rPr kumimoji="1" lang="zh-CN" altLang="zh-CN" sz="2000"/>
              <a:t>zìjǐ  </a:t>
            </a:r>
            <a:r>
              <a:rPr kumimoji="1" lang="zh-CN" altLang="en-US" sz="2000"/>
              <a:t>看到</a:t>
            </a:r>
            <a:r>
              <a:rPr kumimoji="1" lang="en-US" altLang="zh-CN" sz="2000"/>
              <a:t>/</a:t>
            </a:r>
            <a:r>
              <a:rPr kumimoji="1" lang="zh-CN" altLang="zh-CN" sz="2000"/>
              <a:t>kàndao  </a:t>
            </a:r>
            <a:r>
              <a:rPr kumimoji="1" lang="zh-CN" altLang="en-US" sz="2000"/>
              <a:t>缺点</a:t>
            </a:r>
            <a:r>
              <a:rPr kumimoji="1" lang="en-US" altLang="zh-CN" sz="2000"/>
              <a:t>/</a:t>
            </a:r>
            <a:r>
              <a:rPr kumimoji="1" lang="zh-CN" altLang="zh-CN" sz="2000"/>
              <a:t>quēdiǎn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Some people think that friends should be like mirrors that help them see their shortcomings.</a:t>
            </a:r>
            <a:endParaRPr kumimoji="1" lang="zh-CN" altLang="en-US" sz="2000"/>
          </a:p>
        </p:txBody>
      </p:sp>
      <p:pic>
        <p:nvPicPr>
          <p:cNvPr id="2" name="缺点.wav" descr="缺点.wav">
            <a:hlinkClick r:id="" action="ppaction://media"/>
            <a:extLst>
              <a:ext uri="{FF2B5EF4-FFF2-40B4-BE49-F238E27FC236}">
                <a16:creationId xmlns:a16="http://schemas.microsoft.com/office/drawing/2014/main" id="{49107C8C-05DC-3B4B-B8B1-BAAA933F98ED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778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缺.wav" descr="缺.wav">
            <a:hlinkClick r:id="" action="ppaction://media"/>
            <a:extLst>
              <a:ext uri="{FF2B5EF4-FFF2-40B4-BE49-F238E27FC236}">
                <a16:creationId xmlns:a16="http://schemas.microsoft.com/office/drawing/2014/main" id="{CA086A68-D422-4A44-A53E-E47C7DE55544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1906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点.wav" descr="点.wav">
            <a:hlinkClick r:id="" action="ppaction://media"/>
            <a:extLst>
              <a:ext uri="{FF2B5EF4-FFF2-40B4-BE49-F238E27FC236}">
                <a16:creationId xmlns:a16="http://schemas.microsoft.com/office/drawing/2014/main" id="{8DF041A9-EC5C-C942-A563-C73BC204C7D6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5970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发现缺点.wav" descr="发现缺点.wav">
            <a:hlinkClick r:id="" action="ppaction://media"/>
            <a:extLst>
              <a:ext uri="{FF2B5EF4-FFF2-40B4-BE49-F238E27FC236}">
                <a16:creationId xmlns:a16="http://schemas.microsoft.com/office/drawing/2014/main" id="{0E706B73-06BE-B34C-9C8E-65B5B5DF6BC3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513" y="2590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大的缺点.wav" descr="大的缺点.wav">
            <a:hlinkClick r:id="" action="ppaction://media"/>
            <a:extLst>
              <a:ext uri="{FF2B5EF4-FFF2-40B4-BE49-F238E27FC236}">
                <a16:creationId xmlns:a16="http://schemas.microsoft.com/office/drawing/2014/main" id="{79148351-8D7B-1640-A2A2-EFD5AE7FA0AD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963" y="3048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有些人觉得朋友应该像镜子，能帮自己看到缺点。.wav" descr="有些人觉得朋友应该像镜子，能帮自己看到缺点。.wav">
            <a:hlinkClick r:id="" action="ppaction://media"/>
            <a:extLst>
              <a:ext uri="{FF2B5EF4-FFF2-40B4-BE49-F238E27FC236}">
                <a16:creationId xmlns:a16="http://schemas.microsoft.com/office/drawing/2014/main" id="{78A1FA2A-CF14-A645-AE90-1DFC0DA79B2E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733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003E2358-2A05-EA44-9B83-3A777F2E8718}"/>
              </a:ext>
            </a:extLst>
          </p:cNvPr>
          <p:cNvSpPr/>
          <p:nvPr/>
        </p:nvSpPr>
        <p:spPr>
          <a:xfrm>
            <a:off x="6519530" y="54213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2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489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>
            <a:extLst>
              <a:ext uri="{FF2B5EF4-FFF2-40B4-BE49-F238E27FC236}">
                <a16:creationId xmlns:a16="http://schemas.microsoft.com/office/drawing/2014/main" id="{6A5BD3EA-FEA3-A74D-8CC2-1337DFF62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缺点 </a:t>
            </a:r>
            <a:r>
              <a:rPr kumimoji="1" lang="zh-CN" altLang="zh-CN"/>
              <a:t>quēdiǎn  </a:t>
            </a:r>
            <a:endParaRPr kumimoji="1" lang="zh-CN" altLang="en-US"/>
          </a:p>
        </p:txBody>
      </p:sp>
      <p:sp>
        <p:nvSpPr>
          <p:cNvPr id="9218" name="内容占位符 2">
            <a:extLst>
              <a:ext uri="{FF2B5EF4-FFF2-40B4-BE49-F238E27FC236}">
                <a16:creationId xmlns:a16="http://schemas.microsoft.com/office/drawing/2014/main" id="{B6DD2571-2488-2741-BC02-2B78B82716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6482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NOUN</a:t>
            </a:r>
            <a:r>
              <a:rPr lang="zh-CN" altLang="en-US" sz="2000" dirty="0">
                <a:solidFill>
                  <a:srgbClr val="000000"/>
                </a:solidFill>
              </a:rPr>
              <a:t>  </a:t>
            </a:r>
            <a:r>
              <a:rPr lang="en-US" altLang="zh-CN" sz="2000" dirty="0">
                <a:solidFill>
                  <a:srgbClr val="000000"/>
                </a:solidFill>
              </a:rPr>
              <a:t>shortcoming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发现（三级） 缺点</a:t>
            </a:r>
            <a:r>
              <a:rPr lang="en-US" altLang="zh-CN" sz="2000" dirty="0">
                <a:solidFill>
                  <a:srgbClr val="000000"/>
                </a:solidFill>
              </a:rPr>
              <a:t>  find shortcomings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大（一级） 的 缺点</a:t>
            </a:r>
            <a:r>
              <a:rPr lang="en-US" altLang="zh-CN" sz="2000" dirty="0">
                <a:solidFill>
                  <a:srgbClr val="000000"/>
                </a:solidFill>
              </a:rPr>
              <a:t> big disadvantage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有些人觉得朋友应该像镜子，能帮自己看到缺点。</a:t>
            </a:r>
            <a:r>
              <a:rPr kumimoji="1" lang="en-US" altLang="zh-CN" sz="2000" dirty="0">
                <a:solidFill>
                  <a:srgbClr val="000000"/>
                </a:solidFill>
              </a:rPr>
              <a:t>['</a:t>
            </a:r>
            <a:r>
              <a:rPr kumimoji="1" lang="zh-CN" altLang="en-US" sz="2000" dirty="0">
                <a:solidFill>
                  <a:srgbClr val="000000"/>
                </a:solidFill>
              </a:rPr>
              <a:t>镜子</a:t>
            </a:r>
            <a:r>
              <a:rPr kumimoji="1" lang="en-US" altLang="zh-CN" sz="2000" dirty="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 dirty="0"/>
              <a:t>有些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yǒuxiē  </a:t>
            </a:r>
            <a:r>
              <a:rPr kumimoji="1" lang="zh-CN" altLang="en-US" sz="2000" dirty="0"/>
              <a:t>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rén  </a:t>
            </a:r>
            <a:r>
              <a:rPr kumimoji="1" lang="zh-CN" altLang="en-US" sz="2000" dirty="0"/>
              <a:t>觉得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juéde  </a:t>
            </a:r>
            <a:r>
              <a:rPr kumimoji="1" lang="zh-CN" altLang="en-US" sz="2000" dirty="0"/>
              <a:t>朋友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péngyou  </a:t>
            </a:r>
            <a:r>
              <a:rPr kumimoji="1" lang="zh-CN" altLang="en-US" sz="2000" dirty="0"/>
              <a:t>应该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yīnggāi  </a:t>
            </a:r>
            <a:r>
              <a:rPr kumimoji="1" lang="zh-CN" altLang="en-US" sz="2000" dirty="0"/>
              <a:t>像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xiàng  </a:t>
            </a:r>
            <a:r>
              <a:rPr kumimoji="1" lang="zh-CN" altLang="en-US" sz="2000" dirty="0"/>
              <a:t>镜子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jìngzi  ，  </a:t>
            </a:r>
            <a:r>
              <a:rPr kumimoji="1" lang="zh-CN" altLang="en-US" sz="2000" dirty="0"/>
              <a:t>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néng  </a:t>
            </a:r>
            <a:r>
              <a:rPr kumimoji="1" lang="zh-CN" altLang="en-US" sz="2000" dirty="0"/>
              <a:t>帮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bāng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zìjǐ  </a:t>
            </a:r>
            <a:r>
              <a:rPr kumimoji="1" lang="zh-CN" altLang="en-US" sz="2000" dirty="0"/>
              <a:t>看到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kàndao  </a:t>
            </a:r>
            <a:r>
              <a:rPr kumimoji="1" lang="zh-CN" altLang="en-US" sz="2000" dirty="0"/>
              <a:t>缺点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quēdiǎn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Some people think that friends should be like mirrors that help them see their shortcomings.</a:t>
            </a:r>
            <a:endParaRPr kumimoji="1" lang="zh-CN" altLang="en-US" sz="2000" dirty="0"/>
          </a:p>
        </p:txBody>
      </p:sp>
      <p:pic>
        <p:nvPicPr>
          <p:cNvPr id="2" name="缺点.wav" descr="缺点.wav">
            <a:hlinkClick r:id="" action="ppaction://media"/>
            <a:extLst>
              <a:ext uri="{FF2B5EF4-FFF2-40B4-BE49-F238E27FC236}">
                <a16:creationId xmlns:a16="http://schemas.microsoft.com/office/drawing/2014/main" id="{49107C8C-05DC-3B4B-B8B1-BAAA933F98ED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778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发现缺点.wav" descr="发现缺点.wav">
            <a:hlinkClick r:id="" action="ppaction://media"/>
            <a:extLst>
              <a:ext uri="{FF2B5EF4-FFF2-40B4-BE49-F238E27FC236}">
                <a16:creationId xmlns:a16="http://schemas.microsoft.com/office/drawing/2014/main" id="{0E706B73-06BE-B34C-9C8E-65B5B5DF6BC3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513" y="1828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大的缺点.wav" descr="大的缺点.wav">
            <a:hlinkClick r:id="" action="ppaction://media"/>
            <a:extLst>
              <a:ext uri="{FF2B5EF4-FFF2-40B4-BE49-F238E27FC236}">
                <a16:creationId xmlns:a16="http://schemas.microsoft.com/office/drawing/2014/main" id="{79148351-8D7B-1640-A2A2-EFD5AE7FA0AD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963" y="2286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有些人觉得朋友应该像镜子，能帮自己看到缺点。.wav" descr="有些人觉得朋友应该像镜子，能帮自己看到缺点。.wav">
            <a:hlinkClick r:id="" action="ppaction://media"/>
            <a:extLst>
              <a:ext uri="{FF2B5EF4-FFF2-40B4-BE49-F238E27FC236}">
                <a16:creationId xmlns:a16="http://schemas.microsoft.com/office/drawing/2014/main" id="{78A1FA2A-CF14-A645-AE90-1DFC0DA79B2E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971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84E20C03-F3D8-3544-86F9-667027821C08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930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2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89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>
            <a:extLst>
              <a:ext uri="{FF2B5EF4-FFF2-40B4-BE49-F238E27FC236}">
                <a16:creationId xmlns:a16="http://schemas.microsoft.com/office/drawing/2014/main" id="{6A5BD3EA-FEA3-A74D-8CC2-1337DFF62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缺点 </a:t>
            </a:r>
            <a:r>
              <a:rPr kumimoji="1" lang="zh-CN" altLang="zh-CN"/>
              <a:t>quēdiǎn  </a:t>
            </a:r>
            <a:endParaRPr kumimoji="1" lang="zh-CN" altLang="en-US"/>
          </a:p>
        </p:txBody>
      </p:sp>
      <p:sp>
        <p:nvSpPr>
          <p:cNvPr id="9218" name="内容占位符 2">
            <a:extLst>
              <a:ext uri="{FF2B5EF4-FFF2-40B4-BE49-F238E27FC236}">
                <a16:creationId xmlns:a16="http://schemas.microsoft.com/office/drawing/2014/main" id="{B6DD2571-2488-2741-BC02-2B78B82716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6482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发现（三级） 缺点</a:t>
            </a:r>
            <a:r>
              <a:rPr lang="en-US" altLang="zh-CN" sz="2000" dirty="0">
                <a:solidFill>
                  <a:srgbClr val="000000"/>
                </a:solidFill>
              </a:rPr>
              <a:t>  find shortcomings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大（一级） 的 缺点</a:t>
            </a:r>
            <a:r>
              <a:rPr lang="en-US" altLang="zh-CN" sz="2000" dirty="0">
                <a:solidFill>
                  <a:srgbClr val="000000"/>
                </a:solidFill>
              </a:rPr>
              <a:t> big disadvantage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有些人觉得朋友应该像镜子，能帮自己看到缺点。</a:t>
            </a:r>
            <a:r>
              <a:rPr kumimoji="1" lang="en-US" altLang="zh-CN" sz="2000" dirty="0">
                <a:solidFill>
                  <a:srgbClr val="000000"/>
                </a:solidFill>
              </a:rPr>
              <a:t>['</a:t>
            </a:r>
            <a:r>
              <a:rPr kumimoji="1" lang="zh-CN" altLang="en-US" sz="2000" dirty="0">
                <a:solidFill>
                  <a:srgbClr val="000000"/>
                </a:solidFill>
              </a:rPr>
              <a:t>镜子</a:t>
            </a:r>
            <a:r>
              <a:rPr kumimoji="1" lang="en-US" altLang="zh-CN" sz="2000" dirty="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 dirty="0"/>
              <a:t>有些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yǒuxiē  </a:t>
            </a:r>
            <a:r>
              <a:rPr kumimoji="1" lang="zh-CN" altLang="en-US" sz="2000" dirty="0"/>
              <a:t>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rén  </a:t>
            </a:r>
            <a:r>
              <a:rPr kumimoji="1" lang="zh-CN" altLang="en-US" sz="2000" dirty="0"/>
              <a:t>觉得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juéde  </a:t>
            </a:r>
            <a:r>
              <a:rPr kumimoji="1" lang="zh-CN" altLang="en-US" sz="2000" dirty="0"/>
              <a:t>朋友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péngyou  </a:t>
            </a:r>
            <a:r>
              <a:rPr kumimoji="1" lang="zh-CN" altLang="en-US" sz="2000" dirty="0"/>
              <a:t>应该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yīnggāi  </a:t>
            </a:r>
            <a:r>
              <a:rPr kumimoji="1" lang="zh-CN" altLang="en-US" sz="2000" dirty="0"/>
              <a:t>像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xiàng  </a:t>
            </a:r>
            <a:r>
              <a:rPr kumimoji="1" lang="zh-CN" altLang="en-US" sz="2000" dirty="0"/>
              <a:t>镜子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jìngzi  ，  </a:t>
            </a:r>
            <a:r>
              <a:rPr kumimoji="1" lang="zh-CN" altLang="en-US" sz="2000" dirty="0"/>
              <a:t>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néng  </a:t>
            </a:r>
            <a:r>
              <a:rPr kumimoji="1" lang="zh-CN" altLang="en-US" sz="2000" dirty="0"/>
              <a:t>帮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bāng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zìjǐ  </a:t>
            </a:r>
            <a:r>
              <a:rPr kumimoji="1" lang="zh-CN" altLang="en-US" sz="2000" dirty="0"/>
              <a:t>看到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kàndao  </a:t>
            </a:r>
            <a:r>
              <a:rPr kumimoji="1" lang="zh-CN" altLang="en-US" sz="2000" dirty="0"/>
              <a:t>缺点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quēdiǎn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Some people think that friends should be like mirrors that help them see their shortcomings.</a:t>
            </a:r>
            <a:endParaRPr kumimoji="1" lang="zh-CN" altLang="en-US" sz="2000" dirty="0"/>
          </a:p>
        </p:txBody>
      </p:sp>
      <p:pic>
        <p:nvPicPr>
          <p:cNvPr id="2" name="缺点.wav" descr="缺点.wav">
            <a:hlinkClick r:id="" action="ppaction://media"/>
            <a:extLst>
              <a:ext uri="{FF2B5EF4-FFF2-40B4-BE49-F238E27FC236}">
                <a16:creationId xmlns:a16="http://schemas.microsoft.com/office/drawing/2014/main" id="{49107C8C-05DC-3B4B-B8B1-BAAA933F98ED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778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发现缺点.wav" descr="发现缺点.wav">
            <a:hlinkClick r:id="" action="ppaction://media"/>
            <a:extLst>
              <a:ext uri="{FF2B5EF4-FFF2-40B4-BE49-F238E27FC236}">
                <a16:creationId xmlns:a16="http://schemas.microsoft.com/office/drawing/2014/main" id="{0E706B73-06BE-B34C-9C8E-65B5B5DF6BC3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513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大的缺点.wav" descr="大的缺点.wav">
            <a:hlinkClick r:id="" action="ppaction://media"/>
            <a:extLst>
              <a:ext uri="{FF2B5EF4-FFF2-40B4-BE49-F238E27FC236}">
                <a16:creationId xmlns:a16="http://schemas.microsoft.com/office/drawing/2014/main" id="{79148351-8D7B-1640-A2A2-EFD5AE7FA0AD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963" y="1981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有些人觉得朋友应该像镜子，能帮自己看到缺点。.wav" descr="有些人觉得朋友应该像镜子，能帮自己看到缺点。.wav">
            <a:hlinkClick r:id="" action="ppaction://media"/>
            <a:extLst>
              <a:ext uri="{FF2B5EF4-FFF2-40B4-BE49-F238E27FC236}">
                <a16:creationId xmlns:a16="http://schemas.microsoft.com/office/drawing/2014/main" id="{78A1FA2A-CF14-A645-AE90-1DFC0DA79B2E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667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16A21039-BBD8-4444-BC6D-71BA12BFAB08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68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2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89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>
            <a:extLst>
              <a:ext uri="{FF2B5EF4-FFF2-40B4-BE49-F238E27FC236}">
                <a16:creationId xmlns:a16="http://schemas.microsoft.com/office/drawing/2014/main" id="{6A5BD3EA-FEA3-A74D-8CC2-1337DFF62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缺点 </a:t>
            </a:r>
            <a:r>
              <a:rPr kumimoji="1" lang="zh-CN" altLang="zh-CN"/>
              <a:t>quēdiǎn  </a:t>
            </a:r>
            <a:endParaRPr kumimoji="1" lang="zh-CN" altLang="en-US"/>
          </a:p>
        </p:txBody>
      </p:sp>
      <p:sp>
        <p:nvSpPr>
          <p:cNvPr id="9218" name="内容占位符 2">
            <a:extLst>
              <a:ext uri="{FF2B5EF4-FFF2-40B4-BE49-F238E27FC236}">
                <a16:creationId xmlns:a16="http://schemas.microsoft.com/office/drawing/2014/main" id="{B6DD2571-2488-2741-BC02-2B78B82716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6482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有些人觉得朋友应该像镜子，能帮自己看到缺点。</a:t>
            </a:r>
            <a:r>
              <a:rPr kumimoji="1" lang="en-US" altLang="zh-CN" sz="2000" dirty="0">
                <a:solidFill>
                  <a:srgbClr val="000000"/>
                </a:solidFill>
              </a:rPr>
              <a:t>['</a:t>
            </a:r>
            <a:r>
              <a:rPr kumimoji="1" lang="zh-CN" altLang="en-US" sz="2000" dirty="0">
                <a:solidFill>
                  <a:srgbClr val="000000"/>
                </a:solidFill>
              </a:rPr>
              <a:t>镜子</a:t>
            </a:r>
            <a:r>
              <a:rPr kumimoji="1" lang="en-US" altLang="zh-CN" sz="2000" dirty="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 dirty="0"/>
              <a:t>有些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yǒuxiē  </a:t>
            </a:r>
            <a:r>
              <a:rPr kumimoji="1" lang="zh-CN" altLang="en-US" sz="2000" dirty="0"/>
              <a:t>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rén  </a:t>
            </a:r>
            <a:r>
              <a:rPr kumimoji="1" lang="zh-CN" altLang="en-US" sz="2000" dirty="0"/>
              <a:t>觉得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juéde  </a:t>
            </a:r>
            <a:r>
              <a:rPr kumimoji="1" lang="zh-CN" altLang="en-US" sz="2000" dirty="0"/>
              <a:t>朋友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péngyou  </a:t>
            </a:r>
            <a:r>
              <a:rPr kumimoji="1" lang="zh-CN" altLang="en-US" sz="2000" dirty="0"/>
              <a:t>应该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yīnggāi  </a:t>
            </a:r>
            <a:r>
              <a:rPr kumimoji="1" lang="zh-CN" altLang="en-US" sz="2000" dirty="0"/>
              <a:t>像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xiàng  </a:t>
            </a:r>
            <a:r>
              <a:rPr kumimoji="1" lang="zh-CN" altLang="en-US" sz="2000" dirty="0"/>
              <a:t>镜子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jìngzi  ，  </a:t>
            </a:r>
            <a:r>
              <a:rPr kumimoji="1" lang="zh-CN" altLang="en-US" sz="2000" dirty="0"/>
              <a:t>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néng  </a:t>
            </a:r>
            <a:r>
              <a:rPr kumimoji="1" lang="zh-CN" altLang="en-US" sz="2000" dirty="0"/>
              <a:t>帮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bāng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zìjǐ  </a:t>
            </a:r>
            <a:r>
              <a:rPr kumimoji="1" lang="zh-CN" altLang="en-US" sz="2000" dirty="0"/>
              <a:t>看到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kàndao  </a:t>
            </a:r>
            <a:r>
              <a:rPr kumimoji="1" lang="zh-CN" altLang="en-US" sz="2000" dirty="0"/>
              <a:t>缺点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quēdiǎn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Some people think that friends should be like mirrors that help them see their shortcomings.</a:t>
            </a:r>
            <a:endParaRPr kumimoji="1" lang="zh-CN" altLang="en-US" sz="2000" dirty="0"/>
          </a:p>
        </p:txBody>
      </p:sp>
      <p:pic>
        <p:nvPicPr>
          <p:cNvPr id="2" name="缺点.wav" descr="缺点.wav">
            <a:hlinkClick r:id="" action="ppaction://media"/>
            <a:extLst>
              <a:ext uri="{FF2B5EF4-FFF2-40B4-BE49-F238E27FC236}">
                <a16:creationId xmlns:a16="http://schemas.microsoft.com/office/drawing/2014/main" id="{49107C8C-05DC-3B4B-B8B1-BAAA933F98ED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778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有些人觉得朋友应该像镜子，能帮自己看到缺点。.wav" descr="有些人觉得朋友应该像镜子，能帮自己看到缺点。.wav">
            <a:hlinkClick r:id="" action="ppaction://media"/>
            <a:extLst>
              <a:ext uri="{FF2B5EF4-FFF2-40B4-BE49-F238E27FC236}">
                <a16:creationId xmlns:a16="http://schemas.microsoft.com/office/drawing/2014/main" id="{78A1FA2A-CF14-A645-AE90-1DFC0DA79B2E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600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F2341505-3444-8E47-BDE4-203D1E572298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121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89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>
            <a:extLst>
              <a:ext uri="{FF2B5EF4-FFF2-40B4-BE49-F238E27FC236}">
                <a16:creationId xmlns:a16="http://schemas.microsoft.com/office/drawing/2014/main" id="{172309EC-B72C-2540-BB18-45A8590CD9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920A8C-D008-5F4D-B6C5-B835A8703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shortcoming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成绩  </a:t>
            </a:r>
            <a:r>
              <a:rPr lang="en-US" altLang="zh-CN" sz="2000" dirty="0"/>
              <a:t>B.</a:t>
            </a:r>
            <a:r>
              <a:rPr lang="zh-CN" altLang="en-US" sz="2000" dirty="0"/>
              <a:t>公斤  </a:t>
            </a:r>
            <a:r>
              <a:rPr lang="en-US" altLang="zh-CN" sz="2000" dirty="0"/>
              <a:t>C.</a:t>
            </a:r>
            <a:r>
              <a:rPr lang="zh-CN" altLang="en-US" sz="2000" dirty="0"/>
              <a:t>留学  </a:t>
            </a:r>
            <a:r>
              <a:rPr lang="en-US" altLang="zh-CN" sz="2000" dirty="0"/>
              <a:t>D.</a:t>
            </a:r>
            <a:r>
              <a:rPr lang="zh-CN" altLang="en-US" sz="2000" dirty="0"/>
              <a:t>缺点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发现（） </a:t>
            </a:r>
            <a:r>
              <a:rPr lang="en-US" altLang="zh-CN" sz="2000" dirty="0"/>
              <a:t>A.</a:t>
            </a:r>
            <a:r>
              <a:rPr lang="zh-CN" altLang="en-US" sz="2000" dirty="0"/>
              <a:t>去</a:t>
            </a:r>
            <a:r>
              <a:rPr lang="en-US" altLang="zh-CN" sz="2000" dirty="0"/>
              <a:t>  B.</a:t>
            </a:r>
            <a:r>
              <a:rPr lang="zh-CN" altLang="en-US" sz="2000" dirty="0"/>
              <a:t>休息</a:t>
            </a:r>
            <a:r>
              <a:rPr lang="en-US" altLang="zh-CN" sz="2000" dirty="0"/>
              <a:t>  C.</a:t>
            </a:r>
            <a:r>
              <a:rPr lang="zh-CN" altLang="en-US" sz="2000" dirty="0"/>
              <a:t>缺点  </a:t>
            </a:r>
            <a:r>
              <a:rPr lang="en-US" altLang="zh-CN" sz="2000" dirty="0"/>
              <a:t>D.</a:t>
            </a:r>
            <a:r>
              <a:rPr lang="zh-CN" altLang="en-US" sz="2000" dirty="0"/>
              <a:t>成绩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大的（）   </a:t>
            </a:r>
            <a:r>
              <a:rPr lang="en-US" altLang="zh-CN" sz="2000" dirty="0"/>
              <a:t>A.</a:t>
            </a:r>
            <a:r>
              <a:rPr lang="zh-CN" altLang="en-US" sz="2000" dirty="0"/>
              <a:t>四</a:t>
            </a:r>
            <a:r>
              <a:rPr lang="en-US" altLang="zh-CN" sz="2000" dirty="0"/>
              <a:t>  B.</a:t>
            </a:r>
            <a:r>
              <a:rPr lang="zh-CN" altLang="en-US" sz="2000" dirty="0"/>
              <a:t>先</a:t>
            </a:r>
            <a:r>
              <a:rPr lang="en-US" altLang="zh-CN" sz="2000" dirty="0"/>
              <a:t>  C.</a:t>
            </a:r>
            <a:r>
              <a:rPr lang="zh-CN" altLang="en-US" sz="2000" dirty="0"/>
              <a:t>照顾  </a:t>
            </a:r>
            <a:r>
              <a:rPr lang="en-US" altLang="zh-CN" sz="2000" dirty="0"/>
              <a:t>D.</a:t>
            </a:r>
            <a:r>
              <a:rPr lang="zh-CN" altLang="en-US" sz="2000" dirty="0"/>
              <a:t>缺点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有些人觉得朋友应该像镜子，能帮自己看到缺（）。</a:t>
            </a:r>
            <a:endParaRPr lang="en-US" altLang="zh-CN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5F4343C-84FE-9648-9278-C4BC47277AA4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6192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55459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气候？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044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9191EAFE-EFA3-D54C-A4E7-9AC35E050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气候 </a:t>
            </a:r>
            <a:r>
              <a:rPr kumimoji="1" lang="zh-CN" altLang="zh-CN"/>
              <a:t>qìhòu </a:t>
            </a:r>
            <a:endParaRPr kumimoji="1" lang="zh-CN" altLang="en-US"/>
          </a:p>
        </p:txBody>
      </p:sp>
      <p:sp>
        <p:nvSpPr>
          <p:cNvPr id="11266" name="内容占位符 2">
            <a:extLst>
              <a:ext uri="{FF2B5EF4-FFF2-40B4-BE49-F238E27FC236}">
                <a16:creationId xmlns:a16="http://schemas.microsoft.com/office/drawing/2014/main" id="{F7672C3C-D38D-1A41-B85B-93B6026414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气 </a:t>
            </a:r>
            <a:r>
              <a:rPr lang="zh-CN" altLang="zh-CN" sz="2000">
                <a:solidFill>
                  <a:srgbClr val="000000"/>
                </a:solidFill>
              </a:rPr>
              <a:t>qì</a:t>
            </a:r>
            <a:r>
              <a:rPr lang="zh-CN" altLang="en-US" sz="2000">
                <a:solidFill>
                  <a:srgbClr val="000000"/>
                </a:solidFill>
              </a:rPr>
              <a:t> </a:t>
            </a:r>
            <a:r>
              <a:rPr lang="en-US" altLang="zh-CN" sz="2000">
                <a:solidFill>
                  <a:srgbClr val="000000"/>
                </a:solidFill>
              </a:rPr>
              <a:t>NOUN</a:t>
            </a:r>
            <a:r>
              <a:rPr lang="zh-CN" altLang="en-US" sz="2000">
                <a:solidFill>
                  <a:srgbClr val="000000"/>
                </a:solidFill>
              </a:rPr>
              <a:t> </a:t>
            </a:r>
            <a:r>
              <a:rPr lang="en-US" altLang="zh-CN" sz="2000">
                <a:solidFill>
                  <a:srgbClr val="000000"/>
                </a:solidFill>
              </a:rPr>
              <a:t>weather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候 </a:t>
            </a:r>
            <a:r>
              <a:rPr lang="zh-CN" altLang="zh-CN" sz="2000">
                <a:solidFill>
                  <a:srgbClr val="000000"/>
                </a:solidFill>
              </a:rPr>
              <a:t>hòu NOUN climate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NOUN</a:t>
            </a:r>
            <a:r>
              <a:rPr lang="zh-CN" altLang="en-US" sz="2000">
                <a:solidFill>
                  <a:srgbClr val="000000"/>
                </a:solidFill>
              </a:rPr>
              <a:t>  </a:t>
            </a:r>
            <a:r>
              <a:rPr lang="en-US" altLang="zh-CN" sz="2000">
                <a:solidFill>
                  <a:srgbClr val="000000"/>
                </a:solidFill>
              </a:rPr>
              <a:t>climate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气候 变化（三级）</a:t>
            </a:r>
            <a:r>
              <a:rPr lang="en-US" altLang="zh-CN" sz="2000">
                <a:solidFill>
                  <a:srgbClr val="000000"/>
                </a:solidFill>
              </a:rPr>
              <a:t> climate change</a:t>
            </a:r>
            <a:endParaRPr lang="zh-CN" altLang="en-US" sz="200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影响（三级） 气候</a:t>
            </a:r>
            <a:r>
              <a:rPr lang="en-US" altLang="zh-CN" sz="2000">
                <a:solidFill>
                  <a:srgbClr val="000000"/>
                </a:solidFill>
              </a:rPr>
              <a:t> influence climate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小林：我还不习惯北方的气候，估计是天气太干。</a:t>
            </a:r>
            <a:r>
              <a:rPr kumimoji="1" lang="en-US" altLang="zh-CN" sz="2000">
                <a:solidFill>
                  <a:srgbClr val="000000"/>
                </a:solidFill>
              </a:rPr>
              <a:t>['</a:t>
            </a:r>
            <a:r>
              <a:rPr kumimoji="1" lang="zh-CN" altLang="en-US" sz="2000">
                <a:solidFill>
                  <a:srgbClr val="000000"/>
                </a:solidFill>
              </a:rPr>
              <a:t>估计</a:t>
            </a:r>
            <a:r>
              <a:rPr kumimoji="1" lang="en-US" altLang="zh-CN" sz="200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zh-CN" sz="2000"/>
              <a:t>Xiaolin: I'm not used to the northern climate, I guess it's too dry.</a:t>
            </a:r>
            <a:endParaRPr kumimoji="1" lang="zh-CN" altLang="en-US" sz="2000"/>
          </a:p>
        </p:txBody>
      </p:sp>
      <p:pic>
        <p:nvPicPr>
          <p:cNvPr id="2" name="气候.wav" descr="气候.wav">
            <a:hlinkClick r:id="" action="ppaction://media"/>
            <a:extLst>
              <a:ext uri="{FF2B5EF4-FFF2-40B4-BE49-F238E27FC236}">
                <a16:creationId xmlns:a16="http://schemas.microsoft.com/office/drawing/2014/main" id="{B6A66E1C-76D0-5E45-8585-19281374250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04813"/>
            <a:ext cx="5461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气.wav" descr="气.wav">
            <a:hlinkClick r:id="" action="ppaction://media"/>
            <a:extLst>
              <a:ext uri="{FF2B5EF4-FFF2-40B4-BE49-F238E27FC236}">
                <a16:creationId xmlns:a16="http://schemas.microsoft.com/office/drawing/2014/main" id="{3FF12829-F3DC-464D-B10D-628F5663FEC4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5" y="1141413"/>
            <a:ext cx="547688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候.wav" descr="候.wav">
            <a:hlinkClick r:id="" action="ppaction://media"/>
            <a:extLst>
              <a:ext uri="{FF2B5EF4-FFF2-40B4-BE49-F238E27FC236}">
                <a16:creationId xmlns:a16="http://schemas.microsoft.com/office/drawing/2014/main" id="{AAEE4346-F014-2D43-B081-232BFBF0B770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5" y="1524000"/>
            <a:ext cx="547688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气候变化.wav" descr="气候变化.wav">
            <a:hlinkClick r:id="" action="ppaction://media"/>
            <a:extLst>
              <a:ext uri="{FF2B5EF4-FFF2-40B4-BE49-F238E27FC236}">
                <a16:creationId xmlns:a16="http://schemas.microsoft.com/office/drawing/2014/main" id="{7190521E-D490-D34B-AA4A-FA4F6C56FBB2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581275"/>
            <a:ext cx="546100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影响气候.wav" descr="影响气候.wav">
            <a:hlinkClick r:id="" action="ppaction://media"/>
            <a:extLst>
              <a:ext uri="{FF2B5EF4-FFF2-40B4-BE49-F238E27FC236}">
                <a16:creationId xmlns:a16="http://schemas.microsoft.com/office/drawing/2014/main" id="{5588AC5B-4D11-5E42-A20C-B764B4CA465E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971800"/>
            <a:ext cx="5461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小林：我还不习惯北方的气候，估计是天气太干。.wav" descr="小林：我还不习惯北方的气候，估计是天气太干。.wav">
            <a:hlinkClick r:id="" action="ppaction://media"/>
            <a:extLst>
              <a:ext uri="{FF2B5EF4-FFF2-40B4-BE49-F238E27FC236}">
                <a16:creationId xmlns:a16="http://schemas.microsoft.com/office/drawing/2014/main" id="{288684EC-04D1-D44D-AED6-E1BBE27F713F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3721100"/>
            <a:ext cx="5461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BF28B404-B039-7B48-95E0-CAA5D55F7459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511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9191EAFE-EFA3-D54C-A4E7-9AC35E050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气候 </a:t>
            </a:r>
            <a:r>
              <a:rPr kumimoji="1" lang="zh-CN" altLang="zh-CN"/>
              <a:t>qìhòu </a:t>
            </a:r>
            <a:endParaRPr kumimoji="1" lang="zh-CN" altLang="en-US"/>
          </a:p>
        </p:txBody>
      </p:sp>
      <p:sp>
        <p:nvSpPr>
          <p:cNvPr id="11266" name="内容占位符 2">
            <a:extLst>
              <a:ext uri="{FF2B5EF4-FFF2-40B4-BE49-F238E27FC236}">
                <a16:creationId xmlns:a16="http://schemas.microsoft.com/office/drawing/2014/main" id="{F7672C3C-D38D-1A41-B85B-93B6026414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NOUN</a:t>
            </a:r>
            <a:r>
              <a:rPr lang="zh-CN" altLang="en-US" sz="2000" dirty="0">
                <a:solidFill>
                  <a:srgbClr val="000000"/>
                </a:solidFill>
              </a:rPr>
              <a:t>  </a:t>
            </a:r>
            <a:r>
              <a:rPr lang="en-US" altLang="zh-CN" sz="2000" dirty="0">
                <a:solidFill>
                  <a:srgbClr val="000000"/>
                </a:solidFill>
              </a:rPr>
              <a:t>climate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气候 变化（三级）</a:t>
            </a:r>
            <a:r>
              <a:rPr lang="en-US" altLang="zh-CN" sz="2000" dirty="0">
                <a:solidFill>
                  <a:srgbClr val="000000"/>
                </a:solidFill>
              </a:rPr>
              <a:t> climate change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影响（三级） 气候</a:t>
            </a:r>
            <a:r>
              <a:rPr lang="en-US" altLang="zh-CN" sz="2000" dirty="0">
                <a:solidFill>
                  <a:srgbClr val="000000"/>
                </a:solidFill>
              </a:rPr>
              <a:t> influence climate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小林：我还不习惯北方的气候，估计是天气太干。</a:t>
            </a:r>
            <a:r>
              <a:rPr kumimoji="1" lang="en-US" altLang="zh-CN" sz="2000" dirty="0">
                <a:solidFill>
                  <a:srgbClr val="000000"/>
                </a:solidFill>
              </a:rPr>
              <a:t>['</a:t>
            </a:r>
            <a:r>
              <a:rPr kumimoji="1" lang="zh-CN" altLang="en-US" sz="2000" dirty="0">
                <a:solidFill>
                  <a:srgbClr val="000000"/>
                </a:solidFill>
              </a:rPr>
              <a:t>估计</a:t>
            </a:r>
            <a:r>
              <a:rPr kumimoji="1" lang="en-US" altLang="zh-CN" sz="2000" dirty="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zh-CN" sz="2000" dirty="0"/>
              <a:t>Xiaolin: I'm not used to the northern climate, I guess it's too dry.</a:t>
            </a:r>
            <a:endParaRPr kumimoji="1" lang="zh-CN" altLang="en-US" sz="2000" dirty="0"/>
          </a:p>
        </p:txBody>
      </p:sp>
      <p:pic>
        <p:nvPicPr>
          <p:cNvPr id="2" name="气候.wav" descr="气候.wav">
            <a:hlinkClick r:id="" action="ppaction://media"/>
            <a:extLst>
              <a:ext uri="{FF2B5EF4-FFF2-40B4-BE49-F238E27FC236}">
                <a16:creationId xmlns:a16="http://schemas.microsoft.com/office/drawing/2014/main" id="{B6A66E1C-76D0-5E45-8585-19281374250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04813"/>
            <a:ext cx="5461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气候变化.wav" descr="气候变化.wav">
            <a:hlinkClick r:id="" action="ppaction://media"/>
            <a:extLst>
              <a:ext uri="{FF2B5EF4-FFF2-40B4-BE49-F238E27FC236}">
                <a16:creationId xmlns:a16="http://schemas.microsoft.com/office/drawing/2014/main" id="{7190521E-D490-D34B-AA4A-FA4F6C56FBB2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819275"/>
            <a:ext cx="546100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影响气候.wav" descr="影响气候.wav">
            <a:hlinkClick r:id="" action="ppaction://media"/>
            <a:extLst>
              <a:ext uri="{FF2B5EF4-FFF2-40B4-BE49-F238E27FC236}">
                <a16:creationId xmlns:a16="http://schemas.microsoft.com/office/drawing/2014/main" id="{5588AC5B-4D11-5E42-A20C-B764B4CA465E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209800"/>
            <a:ext cx="5461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小林：我还不习惯北方的气候，估计是天气太干。.wav" descr="小林：我还不习惯北方的气候，估计是天气太干。.wav">
            <a:hlinkClick r:id="" action="ppaction://media"/>
            <a:extLst>
              <a:ext uri="{FF2B5EF4-FFF2-40B4-BE49-F238E27FC236}">
                <a16:creationId xmlns:a16="http://schemas.microsoft.com/office/drawing/2014/main" id="{288684EC-04D1-D44D-AED6-E1BBE27F713F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2959100"/>
            <a:ext cx="5461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68CA2651-0326-3643-A61C-861218586F98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875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511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9191EAFE-EFA3-D54C-A4E7-9AC35E050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气候 </a:t>
            </a:r>
            <a:r>
              <a:rPr kumimoji="1" lang="zh-CN" altLang="zh-CN"/>
              <a:t>qìhòu </a:t>
            </a:r>
            <a:endParaRPr kumimoji="1" lang="zh-CN" altLang="en-US"/>
          </a:p>
        </p:txBody>
      </p:sp>
      <p:sp>
        <p:nvSpPr>
          <p:cNvPr id="11266" name="内容占位符 2">
            <a:extLst>
              <a:ext uri="{FF2B5EF4-FFF2-40B4-BE49-F238E27FC236}">
                <a16:creationId xmlns:a16="http://schemas.microsoft.com/office/drawing/2014/main" id="{F7672C3C-D38D-1A41-B85B-93B6026414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气候 变化（三级）</a:t>
            </a:r>
            <a:r>
              <a:rPr lang="en-US" altLang="zh-CN" sz="2000" dirty="0">
                <a:solidFill>
                  <a:srgbClr val="000000"/>
                </a:solidFill>
              </a:rPr>
              <a:t> climate change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影响（三级） 气候</a:t>
            </a:r>
            <a:r>
              <a:rPr lang="en-US" altLang="zh-CN" sz="2000" dirty="0">
                <a:solidFill>
                  <a:srgbClr val="000000"/>
                </a:solidFill>
              </a:rPr>
              <a:t> influence climate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小林：我还不习惯北方的气候，估计是天气太干。</a:t>
            </a:r>
            <a:r>
              <a:rPr kumimoji="1" lang="en-US" altLang="zh-CN" sz="2000" dirty="0">
                <a:solidFill>
                  <a:srgbClr val="000000"/>
                </a:solidFill>
              </a:rPr>
              <a:t>['</a:t>
            </a:r>
            <a:r>
              <a:rPr kumimoji="1" lang="zh-CN" altLang="en-US" sz="2000" dirty="0">
                <a:solidFill>
                  <a:srgbClr val="000000"/>
                </a:solidFill>
              </a:rPr>
              <a:t>估计</a:t>
            </a:r>
            <a:r>
              <a:rPr kumimoji="1" lang="en-US" altLang="zh-CN" sz="2000" dirty="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zh-CN" sz="2000" dirty="0"/>
              <a:t>Xiaolin: I'm not used to the northern climate, I guess it's too dry.</a:t>
            </a:r>
            <a:endParaRPr kumimoji="1" lang="zh-CN" altLang="en-US" sz="2000" dirty="0"/>
          </a:p>
        </p:txBody>
      </p:sp>
      <p:pic>
        <p:nvPicPr>
          <p:cNvPr id="2" name="气候.wav" descr="气候.wav">
            <a:hlinkClick r:id="" action="ppaction://media"/>
            <a:extLst>
              <a:ext uri="{FF2B5EF4-FFF2-40B4-BE49-F238E27FC236}">
                <a16:creationId xmlns:a16="http://schemas.microsoft.com/office/drawing/2014/main" id="{B6A66E1C-76D0-5E45-8585-19281374250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04813"/>
            <a:ext cx="5461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气候变化.wav" descr="气候变化.wav">
            <a:hlinkClick r:id="" action="ppaction://media"/>
            <a:extLst>
              <a:ext uri="{FF2B5EF4-FFF2-40B4-BE49-F238E27FC236}">
                <a16:creationId xmlns:a16="http://schemas.microsoft.com/office/drawing/2014/main" id="{7190521E-D490-D34B-AA4A-FA4F6C56FBB2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447800"/>
            <a:ext cx="546100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影响气候.wav" descr="影响气候.wav">
            <a:hlinkClick r:id="" action="ppaction://media"/>
            <a:extLst>
              <a:ext uri="{FF2B5EF4-FFF2-40B4-BE49-F238E27FC236}">
                <a16:creationId xmlns:a16="http://schemas.microsoft.com/office/drawing/2014/main" id="{5588AC5B-4D11-5E42-A20C-B764B4CA465E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838325"/>
            <a:ext cx="5461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小林：我还不习惯北方的气候，估计是天气太干。.wav" descr="小林：我还不习惯北方的气候，估计是天气太干。.wav">
            <a:hlinkClick r:id="" action="ppaction://media"/>
            <a:extLst>
              <a:ext uri="{FF2B5EF4-FFF2-40B4-BE49-F238E27FC236}">
                <a16:creationId xmlns:a16="http://schemas.microsoft.com/office/drawing/2014/main" id="{288684EC-04D1-D44D-AED6-E1BBE27F713F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2587625"/>
            <a:ext cx="5461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CC36827A-3212-0648-AE4D-386B0D87C648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845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511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9191EAFE-EFA3-D54C-A4E7-9AC35E050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气候 </a:t>
            </a:r>
            <a:r>
              <a:rPr kumimoji="1" lang="zh-CN" altLang="zh-CN"/>
              <a:t>qìhòu </a:t>
            </a:r>
            <a:endParaRPr kumimoji="1" lang="zh-CN" altLang="en-US"/>
          </a:p>
        </p:txBody>
      </p:sp>
      <p:sp>
        <p:nvSpPr>
          <p:cNvPr id="11266" name="内容占位符 2">
            <a:extLst>
              <a:ext uri="{FF2B5EF4-FFF2-40B4-BE49-F238E27FC236}">
                <a16:creationId xmlns:a16="http://schemas.microsoft.com/office/drawing/2014/main" id="{F7672C3C-D38D-1A41-B85B-93B6026414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小林：我还不习惯北方的气候，估计是天气太干。</a:t>
            </a:r>
            <a:r>
              <a:rPr kumimoji="1" lang="en-US" altLang="zh-CN" sz="2000" dirty="0">
                <a:solidFill>
                  <a:srgbClr val="000000"/>
                </a:solidFill>
              </a:rPr>
              <a:t>['</a:t>
            </a:r>
            <a:r>
              <a:rPr kumimoji="1" lang="zh-CN" altLang="en-US" sz="2000" dirty="0">
                <a:solidFill>
                  <a:srgbClr val="000000"/>
                </a:solidFill>
              </a:rPr>
              <a:t>估计</a:t>
            </a:r>
            <a:r>
              <a:rPr kumimoji="1" lang="en-US" altLang="zh-CN" sz="2000" dirty="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zh-CN" sz="2000" dirty="0"/>
              <a:t>Xiaolin: I'm not used to the northern climate, I guess it's too dry.</a:t>
            </a:r>
            <a:endParaRPr kumimoji="1" lang="zh-CN" altLang="en-US" sz="2000" dirty="0"/>
          </a:p>
        </p:txBody>
      </p:sp>
      <p:pic>
        <p:nvPicPr>
          <p:cNvPr id="2" name="气候.wav" descr="气候.wav">
            <a:hlinkClick r:id="" action="ppaction://media"/>
            <a:extLst>
              <a:ext uri="{FF2B5EF4-FFF2-40B4-BE49-F238E27FC236}">
                <a16:creationId xmlns:a16="http://schemas.microsoft.com/office/drawing/2014/main" id="{B6A66E1C-76D0-5E45-8585-19281374250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04813"/>
            <a:ext cx="5461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小林：我还不习惯北方的气候，估计是天气太干。.wav" descr="小林：我还不习惯北方的气候，估计是天气太干。.wav">
            <a:hlinkClick r:id="" action="ppaction://media"/>
            <a:extLst>
              <a:ext uri="{FF2B5EF4-FFF2-40B4-BE49-F238E27FC236}">
                <a16:creationId xmlns:a16="http://schemas.microsoft.com/office/drawing/2014/main" id="{288684EC-04D1-D44D-AED6-E1BBE27F713F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0" y="1511300"/>
            <a:ext cx="5461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2B121FF0-CCCF-D54F-9E1B-263020899FFA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488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11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>
            <a:extLst>
              <a:ext uri="{FF2B5EF4-FFF2-40B4-BE49-F238E27FC236}">
                <a16:creationId xmlns:a16="http://schemas.microsoft.com/office/drawing/2014/main" id="{46E912BC-9CE1-EF49-B3B1-F8EF49592B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1877A0-601D-0846-854E-2D7B636B2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climate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借  </a:t>
            </a:r>
            <a:r>
              <a:rPr lang="en-US" altLang="zh-CN" sz="2000" dirty="0"/>
              <a:t>B.</a:t>
            </a:r>
            <a:r>
              <a:rPr lang="zh-CN" altLang="en-US" sz="2000" dirty="0"/>
              <a:t>灯  </a:t>
            </a:r>
            <a:r>
              <a:rPr lang="en-US" altLang="zh-CN" sz="2000" dirty="0"/>
              <a:t>C.</a:t>
            </a:r>
            <a:r>
              <a:rPr lang="zh-CN" altLang="en-US" sz="2000" dirty="0"/>
              <a:t>气候  </a:t>
            </a:r>
            <a:r>
              <a:rPr lang="en-US" altLang="zh-CN" sz="2000" dirty="0"/>
              <a:t>D.</a:t>
            </a:r>
            <a:r>
              <a:rPr lang="zh-CN" altLang="en-US" sz="2000" dirty="0"/>
              <a:t>汉语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（）变化   </a:t>
            </a:r>
            <a:r>
              <a:rPr lang="en-US" altLang="zh-CN" sz="2000" dirty="0"/>
              <a:t>A.</a:t>
            </a:r>
            <a:r>
              <a:rPr lang="zh-CN" altLang="en-US" sz="2000" dirty="0"/>
              <a:t>气候</a:t>
            </a:r>
            <a:r>
              <a:rPr lang="en-US" altLang="zh-CN" sz="2000" dirty="0"/>
              <a:t>  B.</a:t>
            </a:r>
            <a:r>
              <a:rPr lang="zh-CN" altLang="en-US" sz="2000" dirty="0"/>
              <a:t>然后</a:t>
            </a:r>
            <a:r>
              <a:rPr lang="en-US" altLang="zh-CN" sz="2000" dirty="0"/>
              <a:t>  C.</a:t>
            </a:r>
            <a:r>
              <a:rPr lang="zh-CN" altLang="en-US" sz="2000" dirty="0"/>
              <a:t>跟  </a:t>
            </a:r>
            <a:r>
              <a:rPr lang="en-US" altLang="zh-CN" sz="2000" dirty="0"/>
              <a:t>D.</a:t>
            </a:r>
            <a:r>
              <a:rPr lang="zh-CN" altLang="en-US" sz="2000" dirty="0"/>
              <a:t>衣服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影响（）   </a:t>
            </a:r>
            <a:r>
              <a:rPr lang="en-US" altLang="zh-CN" sz="2000" dirty="0"/>
              <a:t>A.</a:t>
            </a:r>
            <a:r>
              <a:rPr lang="zh-CN" altLang="en-US" sz="2000" dirty="0"/>
              <a:t>搬</a:t>
            </a:r>
            <a:r>
              <a:rPr lang="en-US" altLang="zh-CN" sz="2000" dirty="0"/>
              <a:t>  B.</a:t>
            </a:r>
            <a:r>
              <a:rPr lang="zh-CN" altLang="en-US" sz="2000" dirty="0"/>
              <a:t>新鲜</a:t>
            </a:r>
            <a:r>
              <a:rPr lang="en-US" altLang="zh-CN" sz="2000" dirty="0"/>
              <a:t>  C.</a:t>
            </a:r>
            <a:r>
              <a:rPr lang="zh-CN" altLang="en-US" sz="2000" dirty="0"/>
              <a:t>气候  </a:t>
            </a:r>
            <a:r>
              <a:rPr lang="en-US" altLang="zh-CN" sz="2000" dirty="0"/>
              <a:t>D.</a:t>
            </a:r>
            <a:r>
              <a:rPr lang="zh-CN" altLang="en-US" sz="2000" dirty="0"/>
              <a:t>铅笔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	    h__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小林：我还不习惯北方的气（），估计是天气太干。</a:t>
            </a:r>
            <a:endParaRPr lang="en-US" altLang="zh-CN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DEB666F-44B3-6148-ABBF-63D11DB0FD8D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1350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07640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生活？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1982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1B2CD034-867D-D743-A256-8516DD9730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生活</a:t>
            </a:r>
            <a:r>
              <a:rPr lang="en-US" altLang="zh-CN" sz="2800"/>
              <a:t> shēnghuó </a:t>
            </a:r>
            <a:endParaRPr lang="zh-CN" altLang="zh-CN" sz="2800"/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151E0C79-BD88-B54C-8533-C549A2202F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000"/>
              <a:t>生 </a:t>
            </a:r>
            <a:r>
              <a:rPr lang="en-US" altLang="zh-CN" sz="2000"/>
              <a:t>shēng VERB</a:t>
            </a:r>
            <a:r>
              <a:rPr lang="zh-CN" altLang="en-US" sz="2000"/>
              <a:t> </a:t>
            </a:r>
            <a:r>
              <a:rPr lang="en-US" altLang="zh-CN" sz="2000"/>
              <a:t>be born; come into existence</a:t>
            </a:r>
            <a:r>
              <a:rPr lang="zh-CN" altLang="en-US" sz="2000"/>
              <a:t> </a:t>
            </a:r>
            <a:endParaRPr lang="en-US" altLang="zh-CN" sz="2000"/>
          </a:p>
          <a:p>
            <a:pPr eaLnBrk="1" hangingPunct="1"/>
            <a:r>
              <a:rPr lang="zh-CN" altLang="en-US" sz="2000"/>
              <a:t>活 </a:t>
            </a:r>
            <a:r>
              <a:rPr lang="en-US" altLang="zh-CN" sz="2000"/>
              <a:t>huó VERB</a:t>
            </a:r>
            <a:r>
              <a:rPr lang="zh-CN" altLang="en-US" sz="2000"/>
              <a:t> </a:t>
            </a:r>
            <a:r>
              <a:rPr lang="en-US" altLang="zh-CN" sz="2000"/>
              <a:t>live</a:t>
            </a:r>
            <a:r>
              <a:rPr lang="zh-CN" altLang="en-US" sz="2000"/>
              <a:t> </a:t>
            </a:r>
            <a:endParaRPr lang="en-US" altLang="zh-CN" sz="2000"/>
          </a:p>
          <a:p>
            <a:pPr eaLnBrk="1" hangingPunct="1"/>
            <a:r>
              <a:rPr lang="en-US" altLang="zh-CN" sz="2000"/>
              <a:t>NOUN  life </a:t>
            </a:r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一起（二级）生活   </a:t>
            </a:r>
            <a:r>
              <a:rPr lang="zh-CN" altLang="zh-CN" sz="2000"/>
              <a:t>living together </a:t>
            </a:r>
          </a:p>
          <a:p>
            <a:pPr eaLnBrk="1" hangingPunct="1"/>
            <a:r>
              <a:rPr lang="zh-CN" altLang="en-US" sz="2000"/>
              <a:t>生活 方便（三级）</a:t>
            </a:r>
            <a:r>
              <a:rPr lang="en-US" altLang="zh-CN" sz="2000"/>
              <a:t>【</a:t>
            </a:r>
            <a:r>
              <a:rPr lang="zh-CN" altLang="en-US" sz="2000"/>
              <a:t>生活方便了</a:t>
            </a:r>
            <a:r>
              <a:rPr lang="en-US" altLang="zh-CN" sz="2000"/>
              <a:t>】</a:t>
            </a:r>
            <a:r>
              <a:rPr lang="zh-CN" altLang="en-US" sz="2000"/>
              <a:t> </a:t>
            </a:r>
            <a:r>
              <a:rPr lang="en-US" altLang="zh-CN" sz="2000"/>
              <a:t>Life is convenient</a:t>
            </a:r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为什么他们要过这样的生活呢？</a:t>
            </a:r>
            <a:endParaRPr lang="en-US" altLang="zh-CN" sz="2000"/>
          </a:p>
          <a:p>
            <a:pPr eaLnBrk="1" hangingPunct="1"/>
            <a:r>
              <a:rPr lang="zh-CN" altLang="en-US" sz="2000"/>
              <a:t>为什么</a:t>
            </a:r>
            <a:r>
              <a:rPr lang="en-US" altLang="zh-CN" sz="2000"/>
              <a:t>/wèishénme  </a:t>
            </a:r>
            <a:r>
              <a:rPr lang="zh-CN" altLang="en-US" sz="2000"/>
              <a:t>他们</a:t>
            </a:r>
            <a:r>
              <a:rPr lang="en-US" altLang="zh-CN" sz="2000"/>
              <a:t>/tāmen  </a:t>
            </a:r>
            <a:r>
              <a:rPr lang="zh-CN" altLang="en-US" sz="2000"/>
              <a:t>要</a:t>
            </a:r>
            <a:r>
              <a:rPr lang="en-US" altLang="zh-CN" sz="2000"/>
              <a:t>/yào  </a:t>
            </a:r>
            <a:r>
              <a:rPr lang="zh-CN" altLang="en-US" sz="2000"/>
              <a:t>过</a:t>
            </a:r>
            <a:r>
              <a:rPr lang="en-US" altLang="zh-CN" sz="2000"/>
              <a:t>/guò  </a:t>
            </a:r>
            <a:r>
              <a:rPr lang="zh-CN" altLang="en-US" sz="2000"/>
              <a:t>这样</a:t>
            </a:r>
            <a:r>
              <a:rPr lang="en-US" altLang="zh-CN" sz="2000"/>
              <a:t>/zhèyàng  </a:t>
            </a:r>
            <a:r>
              <a:rPr lang="zh-CN" altLang="en-US" sz="2000"/>
              <a:t>的</a:t>
            </a:r>
            <a:r>
              <a:rPr lang="en-US" altLang="zh-CN" sz="2000"/>
              <a:t>/de  </a:t>
            </a:r>
            <a:r>
              <a:rPr lang="zh-CN" altLang="en-US" sz="2000"/>
              <a:t>生活</a:t>
            </a:r>
            <a:r>
              <a:rPr lang="en-US" altLang="zh-CN" sz="2000"/>
              <a:t>/shēnghuó  </a:t>
            </a:r>
            <a:r>
              <a:rPr lang="zh-CN" altLang="en-US" sz="2000"/>
              <a:t>呢</a:t>
            </a:r>
            <a:r>
              <a:rPr lang="en-US" altLang="zh-CN" sz="2000"/>
              <a:t>/ne  </a:t>
            </a:r>
            <a:r>
              <a:rPr lang="zh-CN" altLang="en-US" sz="2000"/>
              <a:t>？ </a:t>
            </a:r>
            <a:endParaRPr lang="en-US" altLang="zh-CN" sz="2000"/>
          </a:p>
          <a:p>
            <a:pPr eaLnBrk="1" hangingPunct="1"/>
            <a:r>
              <a:rPr lang="en-US" altLang="zh-CN" sz="2000"/>
              <a:t>Why do they want to live like this?</a:t>
            </a:r>
          </a:p>
        </p:txBody>
      </p:sp>
      <p:pic>
        <p:nvPicPr>
          <p:cNvPr id="2" name="生活.wav" descr="生活.wav">
            <a:hlinkClick r:id="" action="ppaction://media"/>
            <a:extLst>
              <a:ext uri="{FF2B5EF4-FFF2-40B4-BE49-F238E27FC236}">
                <a16:creationId xmlns:a16="http://schemas.microsoft.com/office/drawing/2014/main" id="{1B4E7B4D-DE37-4E40-9092-86122C625429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4450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生.wav" descr="生.wav">
            <a:hlinkClick r:id="" action="ppaction://media"/>
            <a:extLst>
              <a:ext uri="{FF2B5EF4-FFF2-40B4-BE49-F238E27FC236}">
                <a16:creationId xmlns:a16="http://schemas.microsoft.com/office/drawing/2014/main" id="{2F5E8A59-D5A0-D348-A0B1-24E9FBDDE4E3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16205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活.wav" descr="活.wav">
            <a:hlinkClick r:id="" action="ppaction://media"/>
            <a:extLst>
              <a:ext uri="{FF2B5EF4-FFF2-40B4-BE49-F238E27FC236}">
                <a16:creationId xmlns:a16="http://schemas.microsoft.com/office/drawing/2014/main" id="{413E3303-E947-8D45-A919-65655AE0C701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200" y="1552575"/>
            <a:ext cx="469900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一起生活.wav" descr="一起生活.wav">
            <a:hlinkClick r:id="" action="ppaction://media"/>
            <a:extLst>
              <a:ext uri="{FF2B5EF4-FFF2-40B4-BE49-F238E27FC236}">
                <a16:creationId xmlns:a16="http://schemas.microsoft.com/office/drawing/2014/main" id="{0D6952D4-02D7-2B41-A896-0034D15F5BCA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66700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生活方便.wav" descr="生活方便.wav">
            <a:hlinkClick r:id="" action="ppaction://media"/>
            <a:extLst>
              <a:ext uri="{FF2B5EF4-FFF2-40B4-BE49-F238E27FC236}">
                <a16:creationId xmlns:a16="http://schemas.microsoft.com/office/drawing/2014/main" id="{E0BE5D9A-31CD-BB41-B9D1-939E96D04AEF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0" y="295910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为什么他们要过这样的生活呢？.wav" descr="为什么他们要过这样的生活呢？.wav">
            <a:hlinkClick r:id="" action="ppaction://media"/>
            <a:extLst>
              <a:ext uri="{FF2B5EF4-FFF2-40B4-BE49-F238E27FC236}">
                <a16:creationId xmlns:a16="http://schemas.microsoft.com/office/drawing/2014/main" id="{046CD37C-4250-404D-B3BC-1FB6267157FB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738" y="3721100"/>
            <a:ext cx="47148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90BAAD82-5A8C-F645-8492-85688AE5F69E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3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2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288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1B2CD034-867D-D743-A256-8516DD9730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生活</a:t>
            </a:r>
            <a:r>
              <a:rPr lang="en-US" altLang="zh-CN" sz="2800"/>
              <a:t> shēnghuó </a:t>
            </a:r>
            <a:endParaRPr lang="zh-CN" altLang="zh-CN" sz="2800"/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151E0C79-BD88-B54C-8533-C549A2202F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NOUN  life </a:t>
            </a:r>
          </a:p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一起（二级）生活   </a:t>
            </a:r>
            <a:r>
              <a:rPr lang="zh-CN" altLang="zh-CN" sz="2000" dirty="0"/>
              <a:t>living together </a:t>
            </a:r>
          </a:p>
          <a:p>
            <a:pPr eaLnBrk="1" hangingPunct="1"/>
            <a:r>
              <a:rPr lang="zh-CN" altLang="en-US" sz="2000" dirty="0"/>
              <a:t>生活 方便（三级）</a:t>
            </a:r>
            <a:r>
              <a:rPr lang="en-US" altLang="zh-CN" sz="2000" dirty="0"/>
              <a:t>【</a:t>
            </a:r>
            <a:r>
              <a:rPr lang="zh-CN" altLang="en-US" sz="2000" dirty="0"/>
              <a:t>生活方便了</a:t>
            </a:r>
            <a:r>
              <a:rPr lang="en-US" altLang="zh-CN" sz="2000" dirty="0"/>
              <a:t>】</a:t>
            </a:r>
            <a:r>
              <a:rPr lang="zh-CN" altLang="en-US" sz="2000" dirty="0"/>
              <a:t> </a:t>
            </a:r>
            <a:r>
              <a:rPr lang="en-US" altLang="zh-CN" sz="2000" dirty="0"/>
              <a:t>Life is convenient</a:t>
            </a:r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lang="zh-CN" altLang="en-US" sz="2000" dirty="0"/>
              <a:t>为什么他们要过这样的生活呢？</a:t>
            </a:r>
            <a:endParaRPr lang="en-US" altLang="zh-CN" sz="2000" dirty="0"/>
          </a:p>
          <a:p>
            <a:pPr eaLnBrk="1" hangingPunct="1"/>
            <a:r>
              <a:rPr lang="zh-CN" altLang="en-US" sz="2000" dirty="0"/>
              <a:t>为什么</a:t>
            </a:r>
            <a:r>
              <a:rPr lang="en-US" altLang="zh-CN" sz="2000" dirty="0"/>
              <a:t>/</a:t>
            </a:r>
            <a:r>
              <a:rPr lang="en-US" altLang="zh-CN" sz="2000" dirty="0" err="1"/>
              <a:t>wèishénme</a:t>
            </a:r>
            <a:r>
              <a:rPr lang="en-US" altLang="zh-CN" sz="2000" dirty="0"/>
              <a:t>  </a:t>
            </a:r>
            <a:r>
              <a:rPr lang="zh-CN" altLang="en-US" sz="2000" dirty="0"/>
              <a:t>他们</a:t>
            </a:r>
            <a:r>
              <a:rPr lang="en-US" altLang="zh-CN" sz="2000" dirty="0"/>
              <a:t>/</a:t>
            </a:r>
            <a:r>
              <a:rPr lang="en-US" altLang="zh-CN" sz="2000" dirty="0" err="1"/>
              <a:t>tāmen</a:t>
            </a:r>
            <a:r>
              <a:rPr lang="en-US" altLang="zh-CN" sz="2000" dirty="0"/>
              <a:t>  </a:t>
            </a:r>
            <a:r>
              <a:rPr lang="zh-CN" altLang="en-US" sz="2000" dirty="0"/>
              <a:t>要</a:t>
            </a:r>
            <a:r>
              <a:rPr lang="en-US" altLang="zh-CN" sz="2000" dirty="0"/>
              <a:t>/</a:t>
            </a:r>
            <a:r>
              <a:rPr lang="en-US" altLang="zh-CN" sz="2000" dirty="0" err="1"/>
              <a:t>yào</a:t>
            </a:r>
            <a:r>
              <a:rPr lang="en-US" altLang="zh-CN" sz="2000" dirty="0"/>
              <a:t>  </a:t>
            </a:r>
            <a:r>
              <a:rPr lang="zh-CN" altLang="en-US" sz="2000" dirty="0"/>
              <a:t>过</a:t>
            </a:r>
            <a:r>
              <a:rPr lang="en-US" altLang="zh-CN" sz="2000" dirty="0"/>
              <a:t>/</a:t>
            </a:r>
            <a:r>
              <a:rPr lang="en-US" altLang="zh-CN" sz="2000" dirty="0" err="1"/>
              <a:t>guò</a:t>
            </a:r>
            <a:r>
              <a:rPr lang="en-US" altLang="zh-CN" sz="2000" dirty="0"/>
              <a:t>  </a:t>
            </a:r>
            <a:r>
              <a:rPr lang="zh-CN" altLang="en-US" sz="2000" dirty="0"/>
              <a:t>这样</a:t>
            </a:r>
            <a:r>
              <a:rPr lang="en-US" altLang="zh-CN" sz="2000" dirty="0"/>
              <a:t>/</a:t>
            </a:r>
            <a:r>
              <a:rPr lang="en-US" altLang="zh-CN" sz="2000" dirty="0" err="1"/>
              <a:t>zhèyàng</a:t>
            </a:r>
            <a:r>
              <a:rPr lang="en-US" altLang="zh-CN" sz="2000" dirty="0"/>
              <a:t>  </a:t>
            </a:r>
            <a:r>
              <a:rPr lang="zh-CN" altLang="en-US" sz="2000" dirty="0"/>
              <a:t>的</a:t>
            </a:r>
            <a:r>
              <a:rPr lang="en-US" altLang="zh-CN" sz="2000" dirty="0"/>
              <a:t>/de  </a:t>
            </a:r>
            <a:r>
              <a:rPr lang="zh-CN" altLang="en-US" sz="2000" dirty="0"/>
              <a:t>生活</a:t>
            </a:r>
            <a:r>
              <a:rPr lang="en-US" altLang="zh-CN" sz="2000" dirty="0"/>
              <a:t>/</a:t>
            </a:r>
            <a:r>
              <a:rPr lang="en-US" altLang="zh-CN" sz="2000" dirty="0" err="1"/>
              <a:t>shēnghuó</a:t>
            </a:r>
            <a:r>
              <a:rPr lang="en-US" altLang="zh-CN" sz="2000" dirty="0"/>
              <a:t>  </a:t>
            </a:r>
            <a:r>
              <a:rPr lang="zh-CN" altLang="en-US" sz="2000" dirty="0"/>
              <a:t>呢</a:t>
            </a:r>
            <a:r>
              <a:rPr lang="en-US" altLang="zh-CN" sz="2000" dirty="0"/>
              <a:t>/ne  </a:t>
            </a:r>
            <a:r>
              <a:rPr lang="zh-CN" altLang="en-US" sz="2000" dirty="0"/>
              <a:t>？ 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Why do they want to live like this?</a:t>
            </a:r>
          </a:p>
        </p:txBody>
      </p:sp>
      <p:pic>
        <p:nvPicPr>
          <p:cNvPr id="2" name="生活.wav" descr="生活.wav">
            <a:hlinkClick r:id="" action="ppaction://media"/>
            <a:extLst>
              <a:ext uri="{FF2B5EF4-FFF2-40B4-BE49-F238E27FC236}">
                <a16:creationId xmlns:a16="http://schemas.microsoft.com/office/drawing/2014/main" id="{1B4E7B4D-DE37-4E40-9092-86122C625429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4450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一起生活.wav" descr="一起生活.wav">
            <a:hlinkClick r:id="" action="ppaction://media"/>
            <a:extLst>
              <a:ext uri="{FF2B5EF4-FFF2-40B4-BE49-F238E27FC236}">
                <a16:creationId xmlns:a16="http://schemas.microsoft.com/office/drawing/2014/main" id="{0D6952D4-02D7-2B41-A896-0034D15F5BCA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90500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生活方便.wav" descr="生活方便.wav">
            <a:hlinkClick r:id="" action="ppaction://media"/>
            <a:extLst>
              <a:ext uri="{FF2B5EF4-FFF2-40B4-BE49-F238E27FC236}">
                <a16:creationId xmlns:a16="http://schemas.microsoft.com/office/drawing/2014/main" id="{E0BE5D9A-31CD-BB41-B9D1-939E96D04AEF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0" y="219710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为什么他们要过这样的生活呢？.wav" descr="为什么他们要过这样的生活呢？.wav">
            <a:hlinkClick r:id="" action="ppaction://media"/>
            <a:extLst>
              <a:ext uri="{FF2B5EF4-FFF2-40B4-BE49-F238E27FC236}">
                <a16:creationId xmlns:a16="http://schemas.microsoft.com/office/drawing/2014/main" id="{046CD37C-4250-404D-B3BC-1FB6267157FB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738" y="2959100"/>
            <a:ext cx="47148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F07F4247-90C8-DB4A-85E9-24CDA1FD59A4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960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2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88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1B2CD034-867D-D743-A256-8516DD9730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生活</a:t>
            </a:r>
            <a:r>
              <a:rPr lang="en-US" altLang="zh-CN" sz="2800"/>
              <a:t> shēnghuó </a:t>
            </a:r>
            <a:endParaRPr lang="zh-CN" altLang="zh-CN" sz="2800"/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151E0C79-BD88-B54C-8533-C549A2202F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一起（二级）生活   </a:t>
            </a:r>
            <a:r>
              <a:rPr lang="zh-CN" altLang="zh-CN" sz="2000" dirty="0"/>
              <a:t>living together </a:t>
            </a:r>
          </a:p>
          <a:p>
            <a:pPr eaLnBrk="1" hangingPunct="1"/>
            <a:r>
              <a:rPr lang="zh-CN" altLang="en-US" sz="2000" dirty="0"/>
              <a:t>生活 方便（三级）</a:t>
            </a:r>
            <a:r>
              <a:rPr lang="en-US" altLang="zh-CN" sz="2000" dirty="0"/>
              <a:t>【</a:t>
            </a:r>
            <a:r>
              <a:rPr lang="zh-CN" altLang="en-US" sz="2000" dirty="0"/>
              <a:t>生活方便了</a:t>
            </a:r>
            <a:r>
              <a:rPr lang="en-US" altLang="zh-CN" sz="2000" dirty="0"/>
              <a:t>】</a:t>
            </a:r>
            <a:r>
              <a:rPr lang="zh-CN" altLang="en-US" sz="2000" dirty="0"/>
              <a:t> </a:t>
            </a:r>
            <a:r>
              <a:rPr lang="en-US" altLang="zh-CN" sz="2000" dirty="0"/>
              <a:t>Life is convenient</a:t>
            </a:r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lang="zh-CN" altLang="en-US" sz="2000" dirty="0"/>
              <a:t>为什么他们要过这样的生活呢？</a:t>
            </a:r>
            <a:endParaRPr lang="en-US" altLang="zh-CN" sz="2000" dirty="0"/>
          </a:p>
          <a:p>
            <a:pPr eaLnBrk="1" hangingPunct="1"/>
            <a:r>
              <a:rPr lang="zh-CN" altLang="en-US" sz="2000" dirty="0"/>
              <a:t>为什么</a:t>
            </a:r>
            <a:r>
              <a:rPr lang="en-US" altLang="zh-CN" sz="2000" dirty="0"/>
              <a:t>/</a:t>
            </a:r>
            <a:r>
              <a:rPr lang="en-US" altLang="zh-CN" sz="2000" dirty="0" err="1"/>
              <a:t>wèishénme</a:t>
            </a:r>
            <a:r>
              <a:rPr lang="en-US" altLang="zh-CN" sz="2000" dirty="0"/>
              <a:t>  </a:t>
            </a:r>
            <a:r>
              <a:rPr lang="zh-CN" altLang="en-US" sz="2000" dirty="0"/>
              <a:t>他们</a:t>
            </a:r>
            <a:r>
              <a:rPr lang="en-US" altLang="zh-CN" sz="2000" dirty="0"/>
              <a:t>/</a:t>
            </a:r>
            <a:r>
              <a:rPr lang="en-US" altLang="zh-CN" sz="2000" dirty="0" err="1"/>
              <a:t>tāmen</a:t>
            </a:r>
            <a:r>
              <a:rPr lang="en-US" altLang="zh-CN" sz="2000" dirty="0"/>
              <a:t>  </a:t>
            </a:r>
            <a:r>
              <a:rPr lang="zh-CN" altLang="en-US" sz="2000" dirty="0"/>
              <a:t>要</a:t>
            </a:r>
            <a:r>
              <a:rPr lang="en-US" altLang="zh-CN" sz="2000" dirty="0"/>
              <a:t>/</a:t>
            </a:r>
            <a:r>
              <a:rPr lang="en-US" altLang="zh-CN" sz="2000" dirty="0" err="1"/>
              <a:t>yào</a:t>
            </a:r>
            <a:r>
              <a:rPr lang="en-US" altLang="zh-CN" sz="2000" dirty="0"/>
              <a:t>  </a:t>
            </a:r>
            <a:r>
              <a:rPr lang="zh-CN" altLang="en-US" sz="2000" dirty="0"/>
              <a:t>过</a:t>
            </a:r>
            <a:r>
              <a:rPr lang="en-US" altLang="zh-CN" sz="2000" dirty="0"/>
              <a:t>/</a:t>
            </a:r>
            <a:r>
              <a:rPr lang="en-US" altLang="zh-CN" sz="2000" dirty="0" err="1"/>
              <a:t>guò</a:t>
            </a:r>
            <a:r>
              <a:rPr lang="en-US" altLang="zh-CN" sz="2000" dirty="0"/>
              <a:t>  </a:t>
            </a:r>
            <a:r>
              <a:rPr lang="zh-CN" altLang="en-US" sz="2000" dirty="0"/>
              <a:t>这样</a:t>
            </a:r>
            <a:r>
              <a:rPr lang="en-US" altLang="zh-CN" sz="2000" dirty="0"/>
              <a:t>/</a:t>
            </a:r>
            <a:r>
              <a:rPr lang="en-US" altLang="zh-CN" sz="2000" dirty="0" err="1"/>
              <a:t>zhèyàng</a:t>
            </a:r>
            <a:r>
              <a:rPr lang="en-US" altLang="zh-CN" sz="2000" dirty="0"/>
              <a:t>  </a:t>
            </a:r>
            <a:r>
              <a:rPr lang="zh-CN" altLang="en-US" sz="2000" dirty="0"/>
              <a:t>的</a:t>
            </a:r>
            <a:r>
              <a:rPr lang="en-US" altLang="zh-CN" sz="2000" dirty="0"/>
              <a:t>/de  </a:t>
            </a:r>
            <a:r>
              <a:rPr lang="zh-CN" altLang="en-US" sz="2000" dirty="0"/>
              <a:t>生活</a:t>
            </a:r>
            <a:r>
              <a:rPr lang="en-US" altLang="zh-CN" sz="2000" dirty="0"/>
              <a:t>/</a:t>
            </a:r>
            <a:r>
              <a:rPr lang="en-US" altLang="zh-CN" sz="2000" dirty="0" err="1"/>
              <a:t>shēnghuó</a:t>
            </a:r>
            <a:r>
              <a:rPr lang="en-US" altLang="zh-CN" sz="2000" dirty="0"/>
              <a:t>  </a:t>
            </a:r>
            <a:r>
              <a:rPr lang="zh-CN" altLang="en-US" sz="2000" dirty="0"/>
              <a:t>呢</a:t>
            </a:r>
            <a:r>
              <a:rPr lang="en-US" altLang="zh-CN" sz="2000" dirty="0"/>
              <a:t>/ne  </a:t>
            </a:r>
            <a:r>
              <a:rPr lang="zh-CN" altLang="en-US" sz="2000" dirty="0"/>
              <a:t>？ 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Why do they want to live like this?</a:t>
            </a:r>
          </a:p>
        </p:txBody>
      </p:sp>
      <p:pic>
        <p:nvPicPr>
          <p:cNvPr id="2" name="生活.wav" descr="生活.wav">
            <a:hlinkClick r:id="" action="ppaction://media"/>
            <a:extLst>
              <a:ext uri="{FF2B5EF4-FFF2-40B4-BE49-F238E27FC236}">
                <a16:creationId xmlns:a16="http://schemas.microsoft.com/office/drawing/2014/main" id="{1B4E7B4D-DE37-4E40-9092-86122C625429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4450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一起生活.wav" descr="一起生活.wav">
            <a:hlinkClick r:id="" action="ppaction://media"/>
            <a:extLst>
              <a:ext uri="{FF2B5EF4-FFF2-40B4-BE49-F238E27FC236}">
                <a16:creationId xmlns:a16="http://schemas.microsoft.com/office/drawing/2014/main" id="{0D6952D4-02D7-2B41-A896-0034D15F5BCA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60020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生活方便.wav" descr="生活方便.wav">
            <a:hlinkClick r:id="" action="ppaction://media"/>
            <a:extLst>
              <a:ext uri="{FF2B5EF4-FFF2-40B4-BE49-F238E27FC236}">
                <a16:creationId xmlns:a16="http://schemas.microsoft.com/office/drawing/2014/main" id="{E0BE5D9A-31CD-BB41-B9D1-939E96D04AEF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0" y="189230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为什么他们要过这样的生活呢？.wav" descr="为什么他们要过这样的生活呢？.wav">
            <a:hlinkClick r:id="" action="ppaction://media"/>
            <a:extLst>
              <a:ext uri="{FF2B5EF4-FFF2-40B4-BE49-F238E27FC236}">
                <a16:creationId xmlns:a16="http://schemas.microsoft.com/office/drawing/2014/main" id="{046CD37C-4250-404D-B3BC-1FB6267157FB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738" y="2654300"/>
            <a:ext cx="47148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D66B431C-2B74-864A-8E04-CBAD827FB0E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279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2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88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1B2CD034-867D-D743-A256-8516DD9730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生活</a:t>
            </a:r>
            <a:r>
              <a:rPr lang="en-US" altLang="zh-CN" sz="2800"/>
              <a:t> shēnghuó </a:t>
            </a:r>
            <a:endParaRPr lang="zh-CN" altLang="zh-CN" sz="2800"/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151E0C79-BD88-B54C-8533-C549A2202F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lang="zh-CN" altLang="en-US" sz="2000" dirty="0"/>
              <a:t>为什么他们要过这样的生活呢？</a:t>
            </a:r>
            <a:endParaRPr lang="en-US" altLang="zh-CN" sz="2000" dirty="0"/>
          </a:p>
          <a:p>
            <a:pPr eaLnBrk="1" hangingPunct="1"/>
            <a:r>
              <a:rPr lang="zh-CN" altLang="en-US" sz="2000" dirty="0"/>
              <a:t>为什么</a:t>
            </a:r>
            <a:r>
              <a:rPr lang="en-US" altLang="zh-CN" sz="2000" dirty="0"/>
              <a:t>/</a:t>
            </a:r>
            <a:r>
              <a:rPr lang="en-US" altLang="zh-CN" sz="2000" dirty="0" err="1"/>
              <a:t>wèishénme</a:t>
            </a:r>
            <a:r>
              <a:rPr lang="en-US" altLang="zh-CN" sz="2000" dirty="0"/>
              <a:t>  </a:t>
            </a:r>
            <a:r>
              <a:rPr lang="zh-CN" altLang="en-US" sz="2000" dirty="0"/>
              <a:t>他们</a:t>
            </a:r>
            <a:r>
              <a:rPr lang="en-US" altLang="zh-CN" sz="2000" dirty="0"/>
              <a:t>/</a:t>
            </a:r>
            <a:r>
              <a:rPr lang="en-US" altLang="zh-CN" sz="2000" dirty="0" err="1"/>
              <a:t>tāmen</a:t>
            </a:r>
            <a:r>
              <a:rPr lang="en-US" altLang="zh-CN" sz="2000" dirty="0"/>
              <a:t>  </a:t>
            </a:r>
            <a:r>
              <a:rPr lang="zh-CN" altLang="en-US" sz="2000" dirty="0"/>
              <a:t>要</a:t>
            </a:r>
            <a:r>
              <a:rPr lang="en-US" altLang="zh-CN" sz="2000" dirty="0"/>
              <a:t>/</a:t>
            </a:r>
            <a:r>
              <a:rPr lang="en-US" altLang="zh-CN" sz="2000" dirty="0" err="1"/>
              <a:t>yào</a:t>
            </a:r>
            <a:r>
              <a:rPr lang="en-US" altLang="zh-CN" sz="2000" dirty="0"/>
              <a:t>  </a:t>
            </a:r>
            <a:r>
              <a:rPr lang="zh-CN" altLang="en-US" sz="2000" dirty="0"/>
              <a:t>过</a:t>
            </a:r>
            <a:r>
              <a:rPr lang="en-US" altLang="zh-CN" sz="2000" dirty="0"/>
              <a:t>/</a:t>
            </a:r>
            <a:r>
              <a:rPr lang="en-US" altLang="zh-CN" sz="2000" dirty="0" err="1"/>
              <a:t>guò</a:t>
            </a:r>
            <a:r>
              <a:rPr lang="en-US" altLang="zh-CN" sz="2000" dirty="0"/>
              <a:t>  </a:t>
            </a:r>
            <a:r>
              <a:rPr lang="zh-CN" altLang="en-US" sz="2000" dirty="0"/>
              <a:t>这样</a:t>
            </a:r>
            <a:r>
              <a:rPr lang="en-US" altLang="zh-CN" sz="2000" dirty="0"/>
              <a:t>/</a:t>
            </a:r>
            <a:r>
              <a:rPr lang="en-US" altLang="zh-CN" sz="2000" dirty="0" err="1"/>
              <a:t>zhèyàng</a:t>
            </a:r>
            <a:r>
              <a:rPr lang="en-US" altLang="zh-CN" sz="2000" dirty="0"/>
              <a:t>  </a:t>
            </a:r>
            <a:r>
              <a:rPr lang="zh-CN" altLang="en-US" sz="2000" dirty="0"/>
              <a:t>的</a:t>
            </a:r>
            <a:r>
              <a:rPr lang="en-US" altLang="zh-CN" sz="2000" dirty="0"/>
              <a:t>/de  </a:t>
            </a:r>
            <a:r>
              <a:rPr lang="zh-CN" altLang="en-US" sz="2000" dirty="0"/>
              <a:t>生活</a:t>
            </a:r>
            <a:r>
              <a:rPr lang="en-US" altLang="zh-CN" sz="2000" dirty="0"/>
              <a:t>/</a:t>
            </a:r>
            <a:r>
              <a:rPr lang="en-US" altLang="zh-CN" sz="2000" dirty="0" err="1"/>
              <a:t>shēnghuó</a:t>
            </a:r>
            <a:r>
              <a:rPr lang="en-US" altLang="zh-CN" sz="2000" dirty="0"/>
              <a:t>  </a:t>
            </a:r>
            <a:r>
              <a:rPr lang="zh-CN" altLang="en-US" sz="2000" dirty="0"/>
              <a:t>呢</a:t>
            </a:r>
            <a:r>
              <a:rPr lang="en-US" altLang="zh-CN" sz="2000" dirty="0"/>
              <a:t>/ne  </a:t>
            </a:r>
            <a:r>
              <a:rPr lang="zh-CN" altLang="en-US" sz="2000" dirty="0"/>
              <a:t>？ 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Why do they want to live like this?</a:t>
            </a:r>
          </a:p>
        </p:txBody>
      </p:sp>
      <p:pic>
        <p:nvPicPr>
          <p:cNvPr id="2" name="生活.wav" descr="生活.wav">
            <a:hlinkClick r:id="" action="ppaction://media"/>
            <a:extLst>
              <a:ext uri="{FF2B5EF4-FFF2-40B4-BE49-F238E27FC236}">
                <a16:creationId xmlns:a16="http://schemas.microsoft.com/office/drawing/2014/main" id="{1B4E7B4D-DE37-4E40-9092-86122C625429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4450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为什么他们要过这样的生活呢？.wav" descr="为什么他们要过这样的生活呢？.wav">
            <a:hlinkClick r:id="" action="ppaction://media"/>
            <a:extLst>
              <a:ext uri="{FF2B5EF4-FFF2-40B4-BE49-F238E27FC236}">
                <a16:creationId xmlns:a16="http://schemas.microsoft.com/office/drawing/2014/main" id="{046CD37C-4250-404D-B3BC-1FB6267157F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088" y="1511300"/>
            <a:ext cx="47148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F3F99797-0375-F340-86D7-E66C563D4908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581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88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C0405ACD-48DB-0C4B-A84A-80F6D12CFD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lang="zh-CN" altLang="zh-CN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3A5FDD79-C4D3-3442-A991-DB6AA92FE6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/>
              <a:t>life</a:t>
            </a:r>
            <a:r>
              <a:rPr lang="en" altLang="zh-CN" sz="2000" dirty="0"/>
              <a:t> </a:t>
            </a:r>
            <a:r>
              <a:rPr lang="zh-CN" altLang="en-US" sz="2000" dirty="0"/>
              <a:t>     </a:t>
            </a:r>
            <a:r>
              <a:rPr lang="en-US" altLang="zh-CN" sz="2000" dirty="0"/>
              <a:t>A.</a:t>
            </a:r>
            <a:r>
              <a:rPr lang="zh-CN" altLang="en" sz="2000" dirty="0"/>
              <a:t>今天</a:t>
            </a:r>
            <a:r>
              <a:rPr lang="zh-CN" altLang="en-US" sz="2000" dirty="0"/>
              <a:t>  </a:t>
            </a:r>
            <a:r>
              <a:rPr lang="en-US" altLang="zh-CN" sz="2000" dirty="0"/>
              <a:t>B.</a:t>
            </a:r>
            <a:r>
              <a:rPr lang="zh-CN" altLang="en-US" sz="2000" dirty="0"/>
              <a:t>生活  </a:t>
            </a:r>
            <a:r>
              <a:rPr lang="en-US" altLang="zh-CN" sz="2000" dirty="0"/>
              <a:t>C.</a:t>
            </a:r>
            <a:r>
              <a:rPr lang="zh-CN" altLang="en-US" sz="2000" dirty="0"/>
              <a:t>叔叔  </a:t>
            </a:r>
            <a:r>
              <a:rPr lang="en-US" altLang="zh-CN" sz="2000" dirty="0"/>
              <a:t>D.</a:t>
            </a:r>
            <a:r>
              <a:rPr lang="zh-CN" altLang="en-US" sz="2000" dirty="0"/>
              <a:t>出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" sz="2000" dirty="0"/>
              <a:t>一起</a:t>
            </a:r>
            <a:r>
              <a:rPr lang="zh-CN" altLang="en-US" sz="2000" dirty="0"/>
              <a:t>（）   </a:t>
            </a:r>
            <a:r>
              <a:rPr lang="en-US" altLang="zh-CN" sz="2000" dirty="0"/>
              <a:t>A.</a:t>
            </a:r>
            <a:r>
              <a:rPr lang="zh-CN" altLang="en-US" sz="2000" dirty="0"/>
              <a:t>西瓜</a:t>
            </a:r>
            <a:r>
              <a:rPr lang="en-US" altLang="zh-CN" sz="2000" dirty="0"/>
              <a:t>  B.</a:t>
            </a:r>
            <a:r>
              <a:rPr lang="zh-CN" altLang="en-US" sz="2000" dirty="0"/>
              <a:t>被</a:t>
            </a:r>
            <a:r>
              <a:rPr lang="en-US" altLang="zh-CN" sz="2000" dirty="0"/>
              <a:t>  C.</a:t>
            </a:r>
            <a:r>
              <a:rPr lang="zh-CN" altLang="en-US" sz="2000" dirty="0"/>
              <a:t>生活  </a:t>
            </a:r>
            <a:r>
              <a:rPr lang="en-US" altLang="zh-CN" sz="2000" dirty="0"/>
              <a:t>D.</a:t>
            </a:r>
            <a:r>
              <a:rPr lang="zh-CN" altLang="en-US" sz="2000" dirty="0"/>
              <a:t>过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（）方便   </a:t>
            </a:r>
            <a:r>
              <a:rPr lang="en-US" altLang="zh-CN" sz="2000" dirty="0"/>
              <a:t>A.</a:t>
            </a:r>
            <a:r>
              <a:rPr lang="zh-CN" altLang="en-US" sz="2000" dirty="0"/>
              <a:t>姐姐</a:t>
            </a:r>
            <a:r>
              <a:rPr lang="en-US" altLang="zh-CN" sz="2000" dirty="0"/>
              <a:t>  B.</a:t>
            </a:r>
            <a:r>
              <a:rPr lang="zh-CN" altLang="en-US" sz="2000" dirty="0"/>
              <a:t>一边</a:t>
            </a:r>
            <a:r>
              <a:rPr lang="en-US" altLang="zh-CN" sz="2000" dirty="0"/>
              <a:t>  C.</a:t>
            </a:r>
            <a:r>
              <a:rPr lang="zh-CN" altLang="en-US" sz="2000" dirty="0"/>
              <a:t>难  </a:t>
            </a:r>
            <a:r>
              <a:rPr lang="en-US" altLang="zh-CN" sz="2000" dirty="0"/>
              <a:t>D.</a:t>
            </a:r>
            <a:r>
              <a:rPr lang="zh-CN" altLang="en-US" sz="2000" dirty="0"/>
              <a:t>生活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	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为什么他们要过</a:t>
            </a:r>
            <a:r>
              <a:rPr lang="zh-CN" altLang="en-US" sz="2000"/>
              <a:t>这样的生（</a:t>
            </a:r>
            <a:r>
              <a:rPr lang="zh-CN" altLang="en-US" sz="2000" dirty="0"/>
              <a:t>）呢？ </a:t>
            </a:r>
            <a:endParaRPr lang="en" altLang="zh-CN" sz="2000" dirty="0"/>
          </a:p>
          <a:p>
            <a:pPr eaLnBrk="1" hangingPunct="1">
              <a:defRPr/>
            </a:pPr>
            <a:endParaRPr lang="zh-CN" altLang="zh-CN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09D325F-48B6-404A-B46C-D998EEF8B3AC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98472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08817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当（</a:t>
            </a:r>
            <a:r>
              <a:rPr kumimoji="1" lang="en-US" altLang="zh-CN" sz="2400" dirty="0"/>
              <a:t>VERB</a:t>
            </a:r>
            <a:r>
              <a:rPr kumimoji="1" lang="zh-CN" altLang="en-US" sz="2400" dirty="0"/>
              <a:t>）？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2279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7A9B4943-ACC9-7344-B0F2-BF846C241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当 </a:t>
            </a:r>
            <a:r>
              <a:rPr lang="zh-CN" altLang="zh-CN" sz="2800"/>
              <a:t>dāng</a:t>
            </a:r>
            <a:r>
              <a:rPr lang="en-US" altLang="zh-CN" sz="2800"/>
              <a:t> </a:t>
            </a:r>
            <a:endParaRPr lang="zh-CN" altLang="zh-CN" sz="2800"/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4DADE42D-0C7B-EE4D-9B54-AB072F498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000"/>
              <a:t>VERB</a:t>
            </a:r>
            <a:r>
              <a:rPr lang="zh-CN" altLang="en-US" sz="2000"/>
              <a:t> </a:t>
            </a:r>
            <a:r>
              <a:rPr lang="zh-CN" altLang="zh-CN" sz="2000"/>
              <a:t>works as; serve as;</a:t>
            </a:r>
            <a:r>
              <a:rPr lang="zh-CN" altLang="en-US" sz="2000"/>
              <a:t> </a:t>
            </a:r>
            <a:r>
              <a:rPr lang="zh-CN" altLang="zh-CN" sz="2000"/>
              <a:t>be </a:t>
            </a:r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当医生（一级） </a:t>
            </a:r>
            <a:r>
              <a:rPr lang="zh-CN" altLang="zh-CN" sz="2000"/>
              <a:t>be a doctor</a:t>
            </a:r>
            <a:endParaRPr lang="zh-CN" altLang="en-US" sz="2000"/>
          </a:p>
          <a:p>
            <a:pPr eaLnBrk="1" hangingPunct="1"/>
            <a:r>
              <a:rPr lang="zh-CN" altLang="en-US" sz="2000"/>
              <a:t>当经理（一级） </a:t>
            </a:r>
            <a:r>
              <a:rPr lang="zh-CN" altLang="zh-CN" sz="2000"/>
              <a:t>be a manager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那个穿西装的小伙子当经理了？（小伙子）</a:t>
            </a:r>
            <a:endParaRPr lang="en-US" altLang="zh-CN" sz="2000"/>
          </a:p>
          <a:p>
            <a:pPr eaLnBrk="1" hangingPunct="1"/>
            <a:r>
              <a:rPr lang="zh-CN" altLang="en-US" sz="2000"/>
              <a:t>那个</a:t>
            </a:r>
            <a:r>
              <a:rPr lang="en-US" altLang="zh-CN" sz="2000"/>
              <a:t>/nàge  </a:t>
            </a:r>
            <a:r>
              <a:rPr lang="zh-CN" altLang="en-US" sz="2000"/>
              <a:t>穿</a:t>
            </a:r>
            <a:r>
              <a:rPr lang="en-US" altLang="zh-CN" sz="2000"/>
              <a:t>/chuān  </a:t>
            </a:r>
            <a:r>
              <a:rPr lang="zh-CN" altLang="en-US" sz="2000"/>
              <a:t>西装</a:t>
            </a:r>
            <a:r>
              <a:rPr lang="en-US" altLang="zh-CN" sz="2000"/>
              <a:t>/xīzhuāng  </a:t>
            </a:r>
            <a:r>
              <a:rPr lang="zh-CN" altLang="en-US" sz="2000"/>
              <a:t>的</a:t>
            </a:r>
            <a:r>
              <a:rPr lang="en-US" altLang="zh-CN" sz="2000"/>
              <a:t>/de  </a:t>
            </a:r>
            <a:r>
              <a:rPr lang="zh-CN" altLang="en-US" sz="2000"/>
              <a:t>小伙子</a:t>
            </a:r>
            <a:r>
              <a:rPr lang="en-US" altLang="zh-CN" sz="2000"/>
              <a:t>/xiǎohuǒzi  </a:t>
            </a:r>
            <a:r>
              <a:rPr lang="zh-CN" altLang="en-US" sz="2000"/>
              <a:t>当</a:t>
            </a:r>
            <a:r>
              <a:rPr lang="en-US" altLang="zh-CN" sz="2000"/>
              <a:t>/dàng  </a:t>
            </a:r>
            <a:r>
              <a:rPr lang="zh-CN" altLang="en-US" sz="2000"/>
              <a:t>经理</a:t>
            </a:r>
            <a:r>
              <a:rPr lang="en-US" altLang="zh-CN" sz="2000"/>
              <a:t>/jīnglǐ  </a:t>
            </a:r>
            <a:r>
              <a:rPr lang="zh-CN" altLang="en-US" sz="2000"/>
              <a:t>了</a:t>
            </a:r>
            <a:r>
              <a:rPr lang="en-US" altLang="zh-CN" sz="2000"/>
              <a:t>/le  </a:t>
            </a:r>
            <a:r>
              <a:rPr lang="zh-CN" altLang="en-US" sz="2000"/>
              <a:t>？</a:t>
            </a:r>
            <a:endParaRPr lang="en-US" altLang="zh-CN" sz="2000"/>
          </a:p>
          <a:p>
            <a:pPr eaLnBrk="1" hangingPunct="1"/>
            <a:r>
              <a:rPr lang="zh-CN" altLang="zh-CN" sz="2000"/>
              <a:t>The guy in the suit is the manager?</a:t>
            </a:r>
          </a:p>
          <a:p>
            <a:pPr eaLnBrk="1" hangingPunct="1"/>
            <a:endParaRPr lang="zh-CN" altLang="zh-CN" sz="2000"/>
          </a:p>
        </p:txBody>
      </p:sp>
      <p:pic>
        <p:nvPicPr>
          <p:cNvPr id="2" name="当.wav" descr="当.wav">
            <a:hlinkClick r:id="" action="ppaction://media"/>
            <a:extLst>
              <a:ext uri="{FF2B5EF4-FFF2-40B4-BE49-F238E27FC236}">
                <a16:creationId xmlns:a16="http://schemas.microsoft.com/office/drawing/2014/main" id="{6D8A0D07-62CC-384D-AFEB-49CAB2D9609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30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当医生.wav" descr="当医生.wav">
            <a:hlinkClick r:id="" action="ppaction://media"/>
            <a:extLst>
              <a:ext uri="{FF2B5EF4-FFF2-40B4-BE49-F238E27FC236}">
                <a16:creationId xmlns:a16="http://schemas.microsoft.com/office/drawing/2014/main" id="{9B467E16-C3AD-AD47-8F4D-F2BEBFE5AF59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905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当经理.wav" descr="当经理.wav">
            <a:hlinkClick r:id="" action="ppaction://media"/>
            <a:extLst>
              <a:ext uri="{FF2B5EF4-FFF2-40B4-BE49-F238E27FC236}">
                <a16:creationId xmlns:a16="http://schemas.microsoft.com/office/drawing/2014/main" id="{B239CC38-4002-0448-B7CE-F1AEFE8F6371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278063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那个穿西装的小伙子当经理了？.wav" descr="那个穿西装的小伙子当经理了？.wav">
            <a:hlinkClick r:id="" action="ppaction://media"/>
            <a:extLst>
              <a:ext uri="{FF2B5EF4-FFF2-40B4-BE49-F238E27FC236}">
                <a16:creationId xmlns:a16="http://schemas.microsoft.com/office/drawing/2014/main" id="{26AE77BF-C43E-EE45-9852-019D4B632423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013" y="2895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E9AA7F36-AE21-3849-B5B9-60E074E0AE30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2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2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7A9B4943-ACC9-7344-B0F2-BF846C241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当 </a:t>
            </a:r>
            <a:r>
              <a:rPr lang="zh-CN" altLang="zh-CN" sz="2800"/>
              <a:t>dāng</a:t>
            </a:r>
            <a:r>
              <a:rPr lang="en-US" altLang="zh-CN" sz="2800"/>
              <a:t> </a:t>
            </a:r>
            <a:endParaRPr lang="zh-CN" altLang="zh-CN" sz="2800"/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4DADE42D-0C7B-EE4D-9B54-AB072F498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当医生（一级） </a:t>
            </a:r>
            <a:r>
              <a:rPr lang="zh-CN" altLang="zh-CN" sz="2000" dirty="0"/>
              <a:t>be a doctor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当经理（一级） </a:t>
            </a:r>
            <a:r>
              <a:rPr lang="zh-CN" altLang="zh-CN" sz="2000" dirty="0"/>
              <a:t>be a manager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lang="zh-CN" altLang="en-US" sz="2000" dirty="0"/>
              <a:t>那个穿西装的小伙子当经理了？（小伙子）</a:t>
            </a:r>
            <a:endParaRPr lang="en-US" altLang="zh-CN" sz="2000" dirty="0"/>
          </a:p>
          <a:p>
            <a:pPr eaLnBrk="1" hangingPunct="1"/>
            <a:r>
              <a:rPr lang="zh-CN" altLang="en-US" sz="2000" dirty="0"/>
              <a:t>那个</a:t>
            </a:r>
            <a:r>
              <a:rPr lang="en-US" altLang="zh-CN" sz="2000" dirty="0"/>
              <a:t>/</a:t>
            </a:r>
            <a:r>
              <a:rPr lang="en-US" altLang="zh-CN" sz="2000" dirty="0" err="1"/>
              <a:t>nàge</a:t>
            </a:r>
            <a:r>
              <a:rPr lang="en-US" altLang="zh-CN" sz="2000" dirty="0"/>
              <a:t>  </a:t>
            </a:r>
            <a:r>
              <a:rPr lang="zh-CN" altLang="en-US" sz="2000" dirty="0"/>
              <a:t>穿</a:t>
            </a:r>
            <a:r>
              <a:rPr lang="en-US" altLang="zh-CN" sz="2000" dirty="0"/>
              <a:t>/</a:t>
            </a:r>
            <a:r>
              <a:rPr lang="en-US" altLang="zh-CN" sz="2000" dirty="0" err="1"/>
              <a:t>chuān</a:t>
            </a:r>
            <a:r>
              <a:rPr lang="en-US" altLang="zh-CN" sz="2000" dirty="0"/>
              <a:t>  </a:t>
            </a:r>
            <a:r>
              <a:rPr lang="zh-CN" altLang="en-US" sz="2000" dirty="0"/>
              <a:t>西装</a:t>
            </a:r>
            <a:r>
              <a:rPr lang="en-US" altLang="zh-CN" sz="2000" dirty="0"/>
              <a:t>/</a:t>
            </a:r>
            <a:r>
              <a:rPr lang="en-US" altLang="zh-CN" sz="2000" dirty="0" err="1"/>
              <a:t>xīzhuāng</a:t>
            </a:r>
            <a:r>
              <a:rPr lang="en-US" altLang="zh-CN" sz="2000" dirty="0"/>
              <a:t>  </a:t>
            </a:r>
            <a:r>
              <a:rPr lang="zh-CN" altLang="en-US" sz="2000" dirty="0"/>
              <a:t>的</a:t>
            </a:r>
            <a:r>
              <a:rPr lang="en-US" altLang="zh-CN" sz="2000" dirty="0"/>
              <a:t>/de  </a:t>
            </a:r>
            <a:r>
              <a:rPr lang="zh-CN" altLang="en-US" sz="2000" dirty="0"/>
              <a:t>小伙子</a:t>
            </a:r>
            <a:r>
              <a:rPr lang="en-US" altLang="zh-CN" sz="2000" dirty="0"/>
              <a:t>/</a:t>
            </a:r>
            <a:r>
              <a:rPr lang="en-US" altLang="zh-CN" sz="2000" dirty="0" err="1"/>
              <a:t>xiǎohuǒzi</a:t>
            </a:r>
            <a:r>
              <a:rPr lang="en-US" altLang="zh-CN" sz="2000" dirty="0"/>
              <a:t>  </a:t>
            </a:r>
            <a:r>
              <a:rPr lang="zh-CN" altLang="en-US" sz="2000" dirty="0"/>
              <a:t>当</a:t>
            </a:r>
            <a:r>
              <a:rPr lang="en-US" altLang="zh-CN" sz="2000" dirty="0"/>
              <a:t>/</a:t>
            </a:r>
            <a:r>
              <a:rPr lang="en-US" altLang="zh-CN" sz="2000" dirty="0" err="1"/>
              <a:t>dàng</a:t>
            </a:r>
            <a:r>
              <a:rPr lang="en-US" altLang="zh-CN" sz="2000" dirty="0"/>
              <a:t>  </a:t>
            </a:r>
            <a:r>
              <a:rPr lang="zh-CN" altLang="en-US" sz="2000" dirty="0"/>
              <a:t>经理</a:t>
            </a:r>
            <a:r>
              <a:rPr lang="en-US" altLang="zh-CN" sz="2000" dirty="0"/>
              <a:t>/</a:t>
            </a:r>
            <a:r>
              <a:rPr lang="en-US" altLang="zh-CN" sz="2000" dirty="0" err="1"/>
              <a:t>jīnglǐ</a:t>
            </a:r>
            <a:r>
              <a:rPr lang="en-US" altLang="zh-CN" sz="2000" dirty="0"/>
              <a:t>  </a:t>
            </a:r>
            <a:r>
              <a:rPr lang="zh-CN" altLang="en-US" sz="2000" dirty="0"/>
              <a:t>了</a:t>
            </a:r>
            <a:r>
              <a:rPr lang="en-US" altLang="zh-CN" sz="2000" dirty="0"/>
              <a:t>/le  </a:t>
            </a:r>
            <a:r>
              <a:rPr lang="zh-CN" altLang="en-US" sz="2000" dirty="0"/>
              <a:t>？</a:t>
            </a:r>
            <a:endParaRPr lang="en-US" altLang="zh-CN" sz="2000" dirty="0"/>
          </a:p>
          <a:p>
            <a:pPr eaLnBrk="1" hangingPunct="1"/>
            <a:r>
              <a:rPr lang="zh-CN" altLang="zh-CN" sz="2000" dirty="0"/>
              <a:t>The guy in the suit is the manager?</a:t>
            </a:r>
          </a:p>
          <a:p>
            <a:pPr eaLnBrk="1" hangingPunct="1"/>
            <a:endParaRPr lang="zh-CN" altLang="zh-CN" sz="2000" dirty="0"/>
          </a:p>
        </p:txBody>
      </p:sp>
      <p:pic>
        <p:nvPicPr>
          <p:cNvPr id="2" name="当.wav" descr="当.wav">
            <a:hlinkClick r:id="" action="ppaction://media"/>
            <a:extLst>
              <a:ext uri="{FF2B5EF4-FFF2-40B4-BE49-F238E27FC236}">
                <a16:creationId xmlns:a16="http://schemas.microsoft.com/office/drawing/2014/main" id="{6D8A0D07-62CC-384D-AFEB-49CAB2D9609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30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当医生.wav" descr="当医生.wav">
            <a:hlinkClick r:id="" action="ppaction://media"/>
            <a:extLst>
              <a:ext uri="{FF2B5EF4-FFF2-40B4-BE49-F238E27FC236}">
                <a16:creationId xmlns:a16="http://schemas.microsoft.com/office/drawing/2014/main" id="{9B467E16-C3AD-AD47-8F4D-F2BEBFE5AF59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当经理.wav" descr="当经理.wav">
            <a:hlinkClick r:id="" action="ppaction://media"/>
            <a:extLst>
              <a:ext uri="{FF2B5EF4-FFF2-40B4-BE49-F238E27FC236}">
                <a16:creationId xmlns:a16="http://schemas.microsoft.com/office/drawing/2014/main" id="{B239CC38-4002-0448-B7CE-F1AEFE8F6371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897063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那个穿西装的小伙子当经理了？.wav" descr="那个穿西装的小伙子当经理了？.wav">
            <a:hlinkClick r:id="" action="ppaction://media"/>
            <a:extLst>
              <a:ext uri="{FF2B5EF4-FFF2-40B4-BE49-F238E27FC236}">
                <a16:creationId xmlns:a16="http://schemas.microsoft.com/office/drawing/2014/main" id="{26AE77BF-C43E-EE45-9852-019D4B632423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013" y="2514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287B1D35-58EC-4740-9850-0BDEE80662E0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737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2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2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7A9B4943-ACC9-7344-B0F2-BF846C241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当 </a:t>
            </a:r>
            <a:r>
              <a:rPr lang="zh-CN" altLang="zh-CN" sz="2800"/>
              <a:t>dāng</a:t>
            </a:r>
            <a:r>
              <a:rPr lang="en-US" altLang="zh-CN" sz="2800"/>
              <a:t> </a:t>
            </a:r>
            <a:endParaRPr lang="zh-CN" altLang="zh-CN" sz="2800"/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4DADE42D-0C7B-EE4D-9B54-AB072F498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lang="zh-CN" altLang="en-US" sz="2000" dirty="0"/>
              <a:t>那个穿西装的小伙子当经理了？（小伙子）</a:t>
            </a:r>
            <a:endParaRPr lang="en-US" altLang="zh-CN" sz="2000" dirty="0"/>
          </a:p>
          <a:p>
            <a:pPr eaLnBrk="1" hangingPunct="1"/>
            <a:r>
              <a:rPr lang="zh-CN" altLang="en-US" sz="2000" dirty="0"/>
              <a:t>那个</a:t>
            </a:r>
            <a:r>
              <a:rPr lang="en-US" altLang="zh-CN" sz="2000" dirty="0"/>
              <a:t>/</a:t>
            </a:r>
            <a:r>
              <a:rPr lang="en-US" altLang="zh-CN" sz="2000" dirty="0" err="1"/>
              <a:t>nàge</a:t>
            </a:r>
            <a:r>
              <a:rPr lang="en-US" altLang="zh-CN" sz="2000" dirty="0"/>
              <a:t>  </a:t>
            </a:r>
            <a:r>
              <a:rPr lang="zh-CN" altLang="en-US" sz="2000" dirty="0"/>
              <a:t>穿</a:t>
            </a:r>
            <a:r>
              <a:rPr lang="en-US" altLang="zh-CN" sz="2000" dirty="0"/>
              <a:t>/</a:t>
            </a:r>
            <a:r>
              <a:rPr lang="en-US" altLang="zh-CN" sz="2000" dirty="0" err="1"/>
              <a:t>chuān</a:t>
            </a:r>
            <a:r>
              <a:rPr lang="en-US" altLang="zh-CN" sz="2000" dirty="0"/>
              <a:t>  </a:t>
            </a:r>
            <a:r>
              <a:rPr lang="zh-CN" altLang="en-US" sz="2000" dirty="0"/>
              <a:t>西装</a:t>
            </a:r>
            <a:r>
              <a:rPr lang="en-US" altLang="zh-CN" sz="2000" dirty="0"/>
              <a:t>/</a:t>
            </a:r>
            <a:r>
              <a:rPr lang="en-US" altLang="zh-CN" sz="2000" dirty="0" err="1"/>
              <a:t>xīzhuāng</a:t>
            </a:r>
            <a:r>
              <a:rPr lang="en-US" altLang="zh-CN" sz="2000" dirty="0"/>
              <a:t>  </a:t>
            </a:r>
            <a:r>
              <a:rPr lang="zh-CN" altLang="en-US" sz="2000" dirty="0"/>
              <a:t>的</a:t>
            </a:r>
            <a:r>
              <a:rPr lang="en-US" altLang="zh-CN" sz="2000" dirty="0"/>
              <a:t>/de  </a:t>
            </a:r>
            <a:r>
              <a:rPr lang="zh-CN" altLang="en-US" sz="2000" dirty="0"/>
              <a:t>小伙子</a:t>
            </a:r>
            <a:r>
              <a:rPr lang="en-US" altLang="zh-CN" sz="2000" dirty="0"/>
              <a:t>/</a:t>
            </a:r>
            <a:r>
              <a:rPr lang="en-US" altLang="zh-CN" sz="2000" dirty="0" err="1"/>
              <a:t>xiǎohuǒzi</a:t>
            </a:r>
            <a:r>
              <a:rPr lang="en-US" altLang="zh-CN" sz="2000" dirty="0"/>
              <a:t>  </a:t>
            </a:r>
            <a:r>
              <a:rPr lang="zh-CN" altLang="en-US" sz="2000" dirty="0"/>
              <a:t>当</a:t>
            </a:r>
            <a:r>
              <a:rPr lang="en-US" altLang="zh-CN" sz="2000" dirty="0"/>
              <a:t>/</a:t>
            </a:r>
            <a:r>
              <a:rPr lang="en-US" altLang="zh-CN" sz="2000" dirty="0" err="1"/>
              <a:t>dàng</a:t>
            </a:r>
            <a:r>
              <a:rPr lang="en-US" altLang="zh-CN" sz="2000" dirty="0"/>
              <a:t>  </a:t>
            </a:r>
            <a:r>
              <a:rPr lang="zh-CN" altLang="en-US" sz="2000" dirty="0"/>
              <a:t>经理</a:t>
            </a:r>
            <a:r>
              <a:rPr lang="en-US" altLang="zh-CN" sz="2000" dirty="0"/>
              <a:t>/</a:t>
            </a:r>
            <a:r>
              <a:rPr lang="en-US" altLang="zh-CN" sz="2000" dirty="0" err="1"/>
              <a:t>jīnglǐ</a:t>
            </a:r>
            <a:r>
              <a:rPr lang="en-US" altLang="zh-CN" sz="2000" dirty="0"/>
              <a:t>  </a:t>
            </a:r>
            <a:r>
              <a:rPr lang="zh-CN" altLang="en-US" sz="2000" dirty="0"/>
              <a:t>了</a:t>
            </a:r>
            <a:r>
              <a:rPr lang="en-US" altLang="zh-CN" sz="2000" dirty="0"/>
              <a:t>/le  </a:t>
            </a:r>
            <a:r>
              <a:rPr lang="zh-CN" altLang="en-US" sz="2000" dirty="0"/>
              <a:t>？</a:t>
            </a:r>
            <a:endParaRPr lang="en-US" altLang="zh-CN" sz="2000" dirty="0"/>
          </a:p>
          <a:p>
            <a:pPr eaLnBrk="1" hangingPunct="1"/>
            <a:r>
              <a:rPr lang="zh-CN" altLang="zh-CN" sz="2000" dirty="0"/>
              <a:t>The guy in the suit is the manager?</a:t>
            </a:r>
          </a:p>
          <a:p>
            <a:pPr eaLnBrk="1" hangingPunct="1"/>
            <a:endParaRPr lang="zh-CN" altLang="zh-CN" sz="2000" dirty="0"/>
          </a:p>
        </p:txBody>
      </p:sp>
      <p:pic>
        <p:nvPicPr>
          <p:cNvPr id="2" name="当.wav" descr="当.wav">
            <a:hlinkClick r:id="" action="ppaction://media"/>
            <a:extLst>
              <a:ext uri="{FF2B5EF4-FFF2-40B4-BE49-F238E27FC236}">
                <a16:creationId xmlns:a16="http://schemas.microsoft.com/office/drawing/2014/main" id="{6D8A0D07-62CC-384D-AFEB-49CAB2D9609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30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那个穿西装的小伙子当经理了？.wav" descr="那个穿西装的小伙子当经理了？.wav">
            <a:hlinkClick r:id="" action="ppaction://media"/>
            <a:extLst>
              <a:ext uri="{FF2B5EF4-FFF2-40B4-BE49-F238E27FC236}">
                <a16:creationId xmlns:a16="http://schemas.microsoft.com/office/drawing/2014/main" id="{26AE77BF-C43E-EE45-9852-019D4B632423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37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3A21BC95-7352-DD40-9816-09F0B9136467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071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2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FF8B0780-F5D7-EE40-84E8-A1BEAC7B2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F2FEFD-F68B-3D4B-9C5F-7341DC258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works as; serve as;</a:t>
            </a:r>
            <a:r>
              <a:rPr lang="zh-CN" altLang="en-US" sz="2000" dirty="0"/>
              <a:t> </a:t>
            </a:r>
            <a:r>
              <a:rPr lang="en" altLang="zh-CN" sz="2000" dirty="0"/>
              <a:t>be</a:t>
            </a:r>
            <a:r>
              <a:rPr lang="zh-CN" altLang="en-US" sz="2000" dirty="0"/>
              <a:t>     </a:t>
            </a:r>
            <a:r>
              <a:rPr lang="en-US" altLang="zh-CN" sz="2000" dirty="0"/>
              <a:t>A.</a:t>
            </a:r>
            <a:r>
              <a:rPr lang="zh-CN" altLang="en-US" sz="2000" dirty="0"/>
              <a:t>刮风  </a:t>
            </a:r>
            <a:r>
              <a:rPr lang="en-US" altLang="zh-CN" sz="2000" dirty="0"/>
              <a:t>B.</a:t>
            </a:r>
            <a:r>
              <a:rPr lang="zh-CN" altLang="en-US" sz="2000" dirty="0"/>
              <a:t>往  </a:t>
            </a:r>
            <a:r>
              <a:rPr lang="en-US" altLang="zh-CN" sz="2000" dirty="0"/>
              <a:t>C.</a:t>
            </a:r>
            <a:r>
              <a:rPr lang="zh-CN" altLang="en-US" sz="2000" dirty="0"/>
              <a:t>当  </a:t>
            </a:r>
            <a:r>
              <a:rPr lang="en-US" altLang="zh-CN" sz="2000" dirty="0"/>
              <a:t>D.</a:t>
            </a:r>
            <a:r>
              <a:rPr lang="zh-CN" altLang="en-US" sz="2000" dirty="0"/>
              <a:t>孩子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（）医生   </a:t>
            </a:r>
            <a:r>
              <a:rPr lang="en-US" altLang="zh-CN" sz="2000" dirty="0"/>
              <a:t>A.</a:t>
            </a:r>
            <a:r>
              <a:rPr lang="zh-CN" altLang="en-US" sz="2000" dirty="0"/>
              <a:t>季节</a:t>
            </a:r>
            <a:r>
              <a:rPr lang="en-US" altLang="zh-CN" sz="2000" dirty="0"/>
              <a:t>  B.</a:t>
            </a:r>
            <a:r>
              <a:rPr lang="zh-CN" altLang="en-US" sz="2000" dirty="0"/>
              <a:t>女儿</a:t>
            </a:r>
            <a:r>
              <a:rPr lang="en-US" altLang="zh-CN" sz="2000" dirty="0"/>
              <a:t>  C.</a:t>
            </a:r>
            <a:r>
              <a:rPr lang="zh-CN" altLang="en-US" sz="2000" dirty="0"/>
              <a:t>有  </a:t>
            </a:r>
            <a:r>
              <a:rPr lang="en-US" altLang="zh-CN" sz="2000" dirty="0"/>
              <a:t>D.</a:t>
            </a:r>
            <a:r>
              <a:rPr lang="zh-CN" altLang="en-US" sz="2000" dirty="0"/>
              <a:t>当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（）经理   </a:t>
            </a:r>
            <a:r>
              <a:rPr lang="en-US" altLang="zh-CN" sz="2000" dirty="0"/>
              <a:t>A.</a:t>
            </a:r>
            <a:r>
              <a:rPr lang="zh-CN" altLang="en-US" sz="2000" dirty="0"/>
              <a:t>地（助词）</a:t>
            </a:r>
            <a:r>
              <a:rPr lang="en-US" altLang="zh-CN" sz="2000" dirty="0"/>
              <a:t>  B.</a:t>
            </a:r>
            <a:r>
              <a:rPr lang="zh-CN" altLang="en-US" sz="2000" dirty="0"/>
              <a:t>当</a:t>
            </a:r>
            <a:r>
              <a:rPr lang="en-US" altLang="zh-CN" sz="2000" dirty="0"/>
              <a:t>  C.</a:t>
            </a:r>
            <a:r>
              <a:rPr lang="zh-CN" altLang="en-US" sz="2000" dirty="0"/>
              <a:t>笔记本  </a:t>
            </a:r>
            <a:r>
              <a:rPr lang="en-US" altLang="zh-CN" sz="2000" dirty="0"/>
              <a:t>D.</a:t>
            </a:r>
            <a:r>
              <a:rPr lang="zh-CN" altLang="en-US" sz="2000" dirty="0"/>
              <a:t>孩子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word, its Pinyin and its tone. 	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</a:t>
            </a:r>
            <a:r>
              <a:rPr lang="zh-CN" altLang="en-US" sz="2000" dirty="0"/>
              <a:t>     </a:t>
            </a:r>
            <a:r>
              <a:rPr lang="en-US" altLang="zh-CN" sz="2000" dirty="0"/>
              <a:t>	</a:t>
            </a:r>
            <a:r>
              <a:rPr lang="zh-CN" altLang="en-US" sz="2000" dirty="0"/>
              <a:t>        </a:t>
            </a:r>
            <a:r>
              <a:rPr lang="en-US" altLang="zh-CN" sz="2000" dirty="0"/>
              <a:t>d</a:t>
            </a:r>
            <a:r>
              <a:rPr lang="en-US" altLang="zh-CN" sz="2000" u="sng" dirty="0"/>
              <a:t>___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那个穿西装的小伙子（）经理了？</a:t>
            </a: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726641F-4A0F-4E45-ACF4-27BE4BC9C353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33624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71606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当（</a:t>
            </a:r>
            <a:r>
              <a:rPr kumimoji="1" lang="en-US" altLang="zh-CN" sz="2400" dirty="0"/>
              <a:t>PREPOSITION</a:t>
            </a:r>
            <a:r>
              <a:rPr kumimoji="1" lang="zh-CN" altLang="en-US" sz="2400" dirty="0"/>
              <a:t>）？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5392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CD8DAA11-1869-4843-B5A6-D4D11B52A3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当 </a:t>
            </a:r>
            <a:r>
              <a:rPr lang="zh-CN" altLang="zh-CN" sz="2800"/>
              <a:t>dāng</a:t>
            </a:r>
            <a:r>
              <a:rPr lang="en-US" altLang="zh-CN" sz="2800"/>
              <a:t> </a:t>
            </a:r>
            <a:endParaRPr kumimoji="1" lang="zh-CN" altLang="en-US" sz="2800"/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C25B8488-D5A9-EB41-922F-52149BD4E6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/>
              <a:t>PREPOSITION </a:t>
            </a:r>
            <a:r>
              <a:rPr lang="zh-CN" altLang="en-US" sz="2000"/>
              <a:t> </a:t>
            </a:r>
            <a:r>
              <a:rPr lang="en-US" altLang="zh-CN" sz="2000"/>
              <a:t> </a:t>
            </a:r>
            <a:r>
              <a:rPr lang="zh-CN" altLang="zh-CN" sz="2000"/>
              <a:t>just at(at time or place)</a:t>
            </a:r>
            <a:endParaRPr lang="en-US" altLang="zh-CN" sz="2000"/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当 </a:t>
            </a:r>
            <a:r>
              <a:rPr lang="zh-CN" altLang="zh-CN" sz="2000"/>
              <a:t>X </a:t>
            </a:r>
            <a:r>
              <a:rPr lang="zh-CN" altLang="en-US" sz="2000"/>
              <a:t>时候（一级） </a:t>
            </a:r>
            <a:r>
              <a:rPr lang="zh-CN" altLang="zh-CN" sz="2000"/>
              <a:t>when X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kumimoji="1" lang="zh-CN" altLang="en-US" sz="2000"/>
              <a:t>当他提出送她回家时，她竟然没有拒绝。</a:t>
            </a:r>
            <a:r>
              <a:rPr kumimoji="1" lang="en-US" altLang="zh-CN" sz="2000"/>
              <a:t>['</a:t>
            </a:r>
            <a:r>
              <a:rPr kumimoji="1" lang="zh-CN" altLang="en-US" sz="2000"/>
              <a:t>竟然</a:t>
            </a:r>
            <a:r>
              <a:rPr kumimoji="1" lang="en-US" altLang="zh-CN" sz="2000"/>
              <a:t>', '</a:t>
            </a:r>
            <a:r>
              <a:rPr kumimoji="1" lang="zh-CN" altLang="en-US" sz="2000"/>
              <a:t>拒绝</a:t>
            </a:r>
            <a:r>
              <a:rPr kumimoji="1"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当</a:t>
            </a:r>
            <a:r>
              <a:rPr kumimoji="1" lang="en-US" altLang="zh-CN" sz="2000"/>
              <a:t>/</a:t>
            </a:r>
            <a:r>
              <a:rPr kumimoji="1" lang="zh-CN" altLang="zh-CN" sz="2000"/>
              <a:t>dàng  </a:t>
            </a:r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提出</a:t>
            </a:r>
            <a:r>
              <a:rPr kumimoji="1" lang="en-US" altLang="zh-CN" sz="2000"/>
              <a:t>/</a:t>
            </a:r>
            <a:r>
              <a:rPr kumimoji="1" lang="zh-CN" altLang="zh-CN" sz="2000"/>
              <a:t>tíchū  </a:t>
            </a:r>
            <a:r>
              <a:rPr kumimoji="1" lang="zh-CN" altLang="en-US" sz="2000"/>
              <a:t>送</a:t>
            </a:r>
            <a:r>
              <a:rPr kumimoji="1" lang="en-US" altLang="zh-CN" sz="2000"/>
              <a:t>/</a:t>
            </a:r>
            <a:r>
              <a:rPr kumimoji="1" lang="zh-CN" altLang="zh-CN" sz="2000"/>
              <a:t>sòng  </a:t>
            </a:r>
            <a:r>
              <a:rPr kumimoji="1" lang="zh-CN" altLang="en-US" sz="2000"/>
              <a:t>她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回家</a:t>
            </a:r>
            <a:r>
              <a:rPr kumimoji="1" lang="en-US" altLang="zh-CN" sz="2000"/>
              <a:t>/</a:t>
            </a:r>
            <a:r>
              <a:rPr kumimoji="1" lang="zh-CN" altLang="zh-CN" sz="2000"/>
              <a:t>huíjiā  </a:t>
            </a:r>
            <a:r>
              <a:rPr kumimoji="1" lang="zh-CN" altLang="en-US" sz="2000"/>
              <a:t>时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shí  ，  </a:t>
            </a:r>
            <a:r>
              <a:rPr kumimoji="1" lang="zh-CN" altLang="en-US" sz="2000"/>
              <a:t>她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竟然</a:t>
            </a:r>
            <a:r>
              <a:rPr kumimoji="1" lang="en-US" altLang="zh-CN" sz="2000"/>
              <a:t>/</a:t>
            </a:r>
            <a:r>
              <a:rPr kumimoji="1" lang="zh-CN" altLang="zh-CN" sz="2000"/>
              <a:t>jìngrán  </a:t>
            </a:r>
            <a:r>
              <a:rPr kumimoji="1" lang="zh-CN" altLang="en-US" sz="2000"/>
              <a:t>没有</a:t>
            </a:r>
            <a:r>
              <a:rPr kumimoji="1" lang="en-US" altLang="zh-CN" sz="2000"/>
              <a:t>/</a:t>
            </a:r>
            <a:r>
              <a:rPr kumimoji="1" lang="zh-CN" altLang="zh-CN" sz="2000"/>
              <a:t>méiyǒu  </a:t>
            </a:r>
            <a:r>
              <a:rPr kumimoji="1" lang="zh-CN" altLang="en-US" sz="2000"/>
              <a:t>拒绝</a:t>
            </a:r>
            <a:r>
              <a:rPr kumimoji="1" lang="en-US" altLang="zh-CN" sz="2000"/>
              <a:t>/</a:t>
            </a:r>
            <a:r>
              <a:rPr kumimoji="1" lang="zh-CN" altLang="zh-CN" sz="2000"/>
              <a:t>jùjué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When he offered to send her home, she did not refuse.</a:t>
            </a:r>
            <a:endParaRPr kumimoji="1" lang="zh-CN" altLang="en-US" sz="2000"/>
          </a:p>
        </p:txBody>
      </p:sp>
      <p:pic>
        <p:nvPicPr>
          <p:cNvPr id="2" name="当.wav" descr="当.wav">
            <a:hlinkClick r:id="" action="ppaction://media"/>
            <a:extLst>
              <a:ext uri="{FF2B5EF4-FFF2-40B4-BE49-F238E27FC236}">
                <a16:creationId xmlns:a16="http://schemas.microsoft.com/office/drawing/2014/main" id="{D5D5467D-F8B4-8247-AA8C-E4F9ACAAD45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188" y="487363"/>
            <a:ext cx="481012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当 X 时候.wav" descr="当 X 时候.wav">
            <a:hlinkClick r:id="" action="ppaction://media"/>
            <a:extLst>
              <a:ext uri="{FF2B5EF4-FFF2-40B4-BE49-F238E27FC236}">
                <a16:creationId xmlns:a16="http://schemas.microsoft.com/office/drawing/2014/main" id="{91222E99-20A3-444D-A5F7-6897C2852AD1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988" y="1905000"/>
            <a:ext cx="481012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当他提出送她回家时，她竟然没有拒绝。.wav" descr="当他提出送她回家时，她竟然没有拒绝。.wav">
            <a:hlinkClick r:id="" action="ppaction://media"/>
            <a:extLst>
              <a:ext uri="{FF2B5EF4-FFF2-40B4-BE49-F238E27FC236}">
                <a16:creationId xmlns:a16="http://schemas.microsoft.com/office/drawing/2014/main" id="{1CC05C13-6053-AE48-AB89-CC8B277959DA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2788" y="2643188"/>
            <a:ext cx="481012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47C4B221-D2F6-0A4A-9278-99208812B06B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5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43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CD8DAA11-1869-4843-B5A6-D4D11B52A3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当 </a:t>
            </a:r>
            <a:r>
              <a:rPr lang="zh-CN" altLang="zh-CN" sz="2800"/>
              <a:t>dāng</a:t>
            </a:r>
            <a:r>
              <a:rPr lang="en-US" altLang="zh-CN" sz="2800"/>
              <a:t> </a:t>
            </a:r>
            <a:endParaRPr kumimoji="1" lang="zh-CN" altLang="en-US" sz="2800"/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C25B8488-D5A9-EB41-922F-52149BD4E6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当 </a:t>
            </a:r>
            <a:r>
              <a:rPr lang="zh-CN" altLang="zh-CN" sz="2000" dirty="0"/>
              <a:t>X </a:t>
            </a:r>
            <a:r>
              <a:rPr lang="zh-CN" altLang="en-US" sz="2000" dirty="0"/>
              <a:t>时候（一级） </a:t>
            </a:r>
            <a:r>
              <a:rPr lang="zh-CN" altLang="zh-CN" sz="2000" dirty="0"/>
              <a:t>when X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当他提出送她回家时，她竟然没有拒绝。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竟然</a:t>
            </a:r>
            <a:r>
              <a:rPr kumimoji="1" lang="en-US" altLang="zh-CN" sz="2000" dirty="0"/>
              <a:t>', '</a:t>
            </a:r>
            <a:r>
              <a:rPr kumimoji="1" lang="zh-CN" altLang="en-US" sz="2000" dirty="0"/>
              <a:t>拒绝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当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dàng  </a:t>
            </a:r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提出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tíchū  </a:t>
            </a:r>
            <a:r>
              <a:rPr kumimoji="1" lang="zh-CN" altLang="en-US" sz="2000" dirty="0"/>
              <a:t>送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sòng  </a:t>
            </a:r>
            <a:r>
              <a:rPr kumimoji="1" lang="zh-CN" altLang="en-US" sz="2000" dirty="0"/>
              <a:t>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回家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huíjiā  </a:t>
            </a:r>
            <a:r>
              <a:rPr kumimoji="1" lang="zh-CN" altLang="en-US" sz="2000" dirty="0"/>
              <a:t>时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shí  ，  </a:t>
            </a:r>
            <a:r>
              <a:rPr kumimoji="1" lang="zh-CN" altLang="en-US" sz="2000" dirty="0"/>
              <a:t>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竟然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jìngrán  </a:t>
            </a:r>
            <a:r>
              <a:rPr kumimoji="1" lang="zh-CN" altLang="en-US" sz="2000" dirty="0"/>
              <a:t>没有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méiyǒu  </a:t>
            </a:r>
            <a:r>
              <a:rPr kumimoji="1" lang="zh-CN" altLang="en-US" sz="2000" dirty="0"/>
              <a:t>拒绝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jùjué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When he offered to send her home, she did not refuse.</a:t>
            </a:r>
            <a:endParaRPr kumimoji="1" lang="zh-CN" altLang="en-US" sz="2000" dirty="0"/>
          </a:p>
        </p:txBody>
      </p:sp>
      <p:pic>
        <p:nvPicPr>
          <p:cNvPr id="2" name="当.wav" descr="当.wav">
            <a:hlinkClick r:id="" action="ppaction://media"/>
            <a:extLst>
              <a:ext uri="{FF2B5EF4-FFF2-40B4-BE49-F238E27FC236}">
                <a16:creationId xmlns:a16="http://schemas.microsoft.com/office/drawing/2014/main" id="{D5D5467D-F8B4-8247-AA8C-E4F9ACAAD45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188" y="487363"/>
            <a:ext cx="481012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当 X 时候.wav" descr="当 X 时候.wav">
            <a:hlinkClick r:id="" action="ppaction://media"/>
            <a:extLst>
              <a:ext uri="{FF2B5EF4-FFF2-40B4-BE49-F238E27FC236}">
                <a16:creationId xmlns:a16="http://schemas.microsoft.com/office/drawing/2014/main" id="{91222E99-20A3-444D-A5F7-6897C2852AD1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988" y="1524000"/>
            <a:ext cx="481012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当他提出送她回家时，她竟然没有拒绝。.wav" descr="当他提出送她回家时，她竟然没有拒绝。.wav">
            <a:hlinkClick r:id="" action="ppaction://media"/>
            <a:extLst>
              <a:ext uri="{FF2B5EF4-FFF2-40B4-BE49-F238E27FC236}">
                <a16:creationId xmlns:a16="http://schemas.microsoft.com/office/drawing/2014/main" id="{1CC05C13-6053-AE48-AB89-CC8B277959DA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2788" y="2262188"/>
            <a:ext cx="481012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EFAC0CF1-2F3D-6C46-9CA5-5A9B4E1C74C3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243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5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43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CD8DAA11-1869-4843-B5A6-D4D11B52A3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当 </a:t>
            </a:r>
            <a:r>
              <a:rPr lang="zh-CN" altLang="zh-CN" sz="2800"/>
              <a:t>dāng</a:t>
            </a:r>
            <a:r>
              <a:rPr lang="en-US" altLang="zh-CN" sz="2800"/>
              <a:t> </a:t>
            </a:r>
            <a:endParaRPr kumimoji="1" lang="zh-CN" altLang="en-US" sz="2800"/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C25B8488-D5A9-EB41-922F-52149BD4E6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当他提出送她回家时，她竟然没有拒绝。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竟然</a:t>
            </a:r>
            <a:r>
              <a:rPr kumimoji="1" lang="en-US" altLang="zh-CN" sz="2000" dirty="0"/>
              <a:t>', '</a:t>
            </a:r>
            <a:r>
              <a:rPr kumimoji="1" lang="zh-CN" altLang="en-US" sz="2000" dirty="0"/>
              <a:t>拒绝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当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dàng  </a:t>
            </a:r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提出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tíchū  </a:t>
            </a:r>
            <a:r>
              <a:rPr kumimoji="1" lang="zh-CN" altLang="en-US" sz="2000" dirty="0"/>
              <a:t>送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sòng  </a:t>
            </a:r>
            <a:r>
              <a:rPr kumimoji="1" lang="zh-CN" altLang="en-US" sz="2000" dirty="0"/>
              <a:t>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回家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huíjiā  </a:t>
            </a:r>
            <a:r>
              <a:rPr kumimoji="1" lang="zh-CN" altLang="en-US" sz="2000" dirty="0"/>
              <a:t>时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shí  ，  </a:t>
            </a:r>
            <a:r>
              <a:rPr kumimoji="1" lang="zh-CN" altLang="en-US" sz="2000" dirty="0"/>
              <a:t>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竟然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jìngrán  </a:t>
            </a:r>
            <a:r>
              <a:rPr kumimoji="1" lang="zh-CN" altLang="en-US" sz="2000" dirty="0"/>
              <a:t>没有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méiyǒu  </a:t>
            </a:r>
            <a:r>
              <a:rPr kumimoji="1" lang="zh-CN" altLang="en-US" sz="2000" dirty="0"/>
              <a:t>拒绝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jùjué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When he offered to send her home, she did not refuse.</a:t>
            </a:r>
            <a:endParaRPr kumimoji="1" lang="zh-CN" altLang="en-US" sz="2000" dirty="0"/>
          </a:p>
        </p:txBody>
      </p:sp>
      <p:pic>
        <p:nvPicPr>
          <p:cNvPr id="2" name="当.wav" descr="当.wav">
            <a:hlinkClick r:id="" action="ppaction://media"/>
            <a:extLst>
              <a:ext uri="{FF2B5EF4-FFF2-40B4-BE49-F238E27FC236}">
                <a16:creationId xmlns:a16="http://schemas.microsoft.com/office/drawing/2014/main" id="{D5D5467D-F8B4-8247-AA8C-E4F9ACAAD45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188" y="487363"/>
            <a:ext cx="481012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当他提出送她回家时，她竟然没有拒绝。.wav" descr="当他提出送她回家时，她竟然没有拒绝。.wav">
            <a:hlinkClick r:id="" action="ppaction://media"/>
            <a:extLst>
              <a:ext uri="{FF2B5EF4-FFF2-40B4-BE49-F238E27FC236}">
                <a16:creationId xmlns:a16="http://schemas.microsoft.com/office/drawing/2014/main" id="{1CC05C13-6053-AE48-AB89-CC8B277959DA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2788" y="1524000"/>
            <a:ext cx="481012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F6CF2FEE-B740-144D-90DD-D5A55E075E39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194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3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>
            <a:extLst>
              <a:ext uri="{FF2B5EF4-FFF2-40B4-BE49-F238E27FC236}">
                <a16:creationId xmlns:a16="http://schemas.microsoft.com/office/drawing/2014/main" id="{E0225F78-89E0-A74C-B8D8-15297B6CE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D36DFC-698B-6345-B146-D2E78500D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just at(at time or place)</a:t>
            </a:r>
            <a:r>
              <a:rPr lang="zh-CN" altLang="en-US" sz="2000" dirty="0"/>
              <a:t>     </a:t>
            </a:r>
            <a:r>
              <a:rPr lang="en-US" altLang="zh-CN" sz="2000" dirty="0"/>
              <a:t>A.</a:t>
            </a:r>
            <a:r>
              <a:rPr lang="zh-CN" altLang="en-US" sz="2000" dirty="0"/>
              <a:t>回  </a:t>
            </a:r>
            <a:r>
              <a:rPr lang="en-US" altLang="zh-CN" sz="2000" dirty="0"/>
              <a:t>B.</a:t>
            </a:r>
            <a:r>
              <a:rPr lang="zh-CN" altLang="en-US" sz="2000" dirty="0"/>
              <a:t>写  </a:t>
            </a:r>
            <a:r>
              <a:rPr lang="en-US" altLang="zh-CN" sz="2000" dirty="0"/>
              <a:t>C.</a:t>
            </a:r>
            <a:r>
              <a:rPr lang="zh-CN" altLang="en-US" sz="2000" dirty="0"/>
              <a:t>过（助词）  </a:t>
            </a:r>
            <a:r>
              <a:rPr lang="en-US" altLang="zh-CN" sz="2000" dirty="0"/>
              <a:t>D.</a:t>
            </a:r>
            <a:r>
              <a:rPr lang="zh-CN" altLang="en-US" sz="2000" dirty="0"/>
              <a:t>当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 </a:t>
            </a:r>
            <a:r>
              <a:rPr lang="en" altLang="zh-CN" sz="2000" dirty="0"/>
              <a:t>X </a:t>
            </a:r>
            <a:r>
              <a:rPr lang="zh-CN" altLang="en-US" sz="2000" dirty="0"/>
              <a:t>时候   </a:t>
            </a:r>
            <a:r>
              <a:rPr lang="en-US" altLang="zh-CN" sz="2000" dirty="0"/>
              <a:t>A.</a:t>
            </a:r>
            <a:r>
              <a:rPr lang="zh-CN" altLang="en-US" sz="2000" dirty="0"/>
              <a:t>层</a:t>
            </a:r>
            <a:r>
              <a:rPr lang="en-US" altLang="zh-CN" sz="2000" dirty="0"/>
              <a:t>  B.</a:t>
            </a:r>
            <a:r>
              <a:rPr lang="zh-CN" altLang="en-US" sz="2000" dirty="0"/>
              <a:t>差</a:t>
            </a:r>
            <a:r>
              <a:rPr lang="en-US" altLang="zh-CN" sz="2000" dirty="0"/>
              <a:t>  C.</a:t>
            </a:r>
            <a:r>
              <a:rPr lang="zh-CN" altLang="en-US" sz="2000" dirty="0"/>
              <a:t>游泳  </a:t>
            </a:r>
            <a:r>
              <a:rPr lang="en-US" altLang="zh-CN" sz="2000" dirty="0"/>
              <a:t>D.</a:t>
            </a:r>
            <a:r>
              <a:rPr lang="zh-CN" altLang="en-US" sz="2000" dirty="0"/>
              <a:t>当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word, its Pinyin and its tone.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</a:t>
            </a:r>
            <a:r>
              <a:rPr lang="en-US" altLang="zh-CN" sz="2000" dirty="0"/>
              <a:t>d</a:t>
            </a:r>
            <a:r>
              <a:rPr lang="en-US" altLang="zh-CN" sz="2000" u="sng" dirty="0"/>
              <a:t>___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（）他提出送她回家时，她竟然没有拒绝。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FFDBFCF-0B0F-7B4A-BA04-7FE989F9AA64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91102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78966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发展（</a:t>
            </a:r>
            <a:r>
              <a:rPr kumimoji="1" lang="en-US" altLang="zh-CN" sz="2400" dirty="0"/>
              <a:t>NOUN</a:t>
            </a:r>
            <a:r>
              <a:rPr kumimoji="1" lang="zh-CN" altLang="en-US" sz="2400" dirty="0"/>
              <a:t>）？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6398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5B00CE24-F89F-4240-A35D-CEC20E3BA6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发展 </a:t>
            </a:r>
            <a:r>
              <a:rPr kumimoji="1" lang="zh-CN" altLang="zh-CN" sz="2800"/>
              <a:t>fāzhǎn </a:t>
            </a:r>
            <a:endParaRPr kumimoji="1" lang="zh-CN" altLang="en-US" sz="2800"/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0B416DB7-7EA0-AD4B-8E6E-DA5A509615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/>
              <a:t>发 </a:t>
            </a:r>
            <a:r>
              <a:rPr kumimoji="1" lang="zh-CN" altLang="zh-CN" sz="2000"/>
              <a:t>fā</a:t>
            </a:r>
            <a:r>
              <a:rPr kumimoji="1" lang="en-US" altLang="zh-CN" sz="2000"/>
              <a:t> </a:t>
            </a:r>
            <a:r>
              <a:rPr lang="en-US" altLang="zh-CN" sz="2000"/>
              <a:t>VERB</a:t>
            </a:r>
            <a:r>
              <a:rPr lang="zh-CN" altLang="en-US" sz="2000"/>
              <a:t> </a:t>
            </a:r>
            <a:r>
              <a:rPr lang="en-US" altLang="zh-CN" sz="2000"/>
              <a:t>develop; expand</a:t>
            </a:r>
          </a:p>
          <a:p>
            <a:pPr eaLnBrk="1" hangingPunct="1"/>
            <a:r>
              <a:rPr lang="zh-CN" altLang="en-US" sz="2000"/>
              <a:t>展 </a:t>
            </a:r>
            <a:r>
              <a:rPr kumimoji="1" lang="zh-CN" altLang="zh-CN" sz="2000"/>
              <a:t>zhǎn </a:t>
            </a:r>
            <a:r>
              <a:rPr lang="en-US" altLang="zh-CN" sz="2000"/>
              <a:t>VERB</a:t>
            </a:r>
            <a:r>
              <a:rPr lang="zh-CN" altLang="en-US" sz="2000"/>
              <a:t> </a:t>
            </a:r>
            <a:r>
              <a:rPr lang="en-US" altLang="zh-CN" sz="2000"/>
              <a:t>open up; spread out; unfold</a:t>
            </a:r>
          </a:p>
          <a:p>
            <a:pPr eaLnBrk="1" hangingPunct="1"/>
            <a:r>
              <a:rPr lang="en-US" altLang="zh-CN" sz="2000"/>
              <a:t>NOUN </a:t>
            </a:r>
            <a:r>
              <a:rPr lang="zh-CN" altLang="en-US" sz="2000"/>
              <a:t> </a:t>
            </a:r>
            <a:r>
              <a:rPr lang="en-US" altLang="zh-CN" sz="2000"/>
              <a:t> </a:t>
            </a:r>
            <a:r>
              <a:rPr lang="zh-CN" altLang="zh-CN" sz="2000"/>
              <a:t>development</a:t>
            </a:r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发展 历史（三级）</a:t>
            </a:r>
            <a:r>
              <a:rPr lang="zh-CN" altLang="zh-CN" sz="2000"/>
              <a:t> development history</a:t>
            </a:r>
            <a:endParaRPr lang="zh-CN" altLang="en-US" sz="2000"/>
          </a:p>
          <a:p>
            <a:pPr eaLnBrk="1" hangingPunct="1"/>
            <a:r>
              <a:rPr lang="zh-CN" altLang="en-US" sz="2000"/>
              <a:t>城市（三级） 发展  </a:t>
            </a:r>
            <a:r>
              <a:rPr lang="zh-CN" altLang="zh-CN" sz="2000"/>
              <a:t>city ​​development</a:t>
            </a:r>
            <a:endParaRPr lang="zh-CN" altLang="en-US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kumimoji="1" lang="zh-CN" altLang="en-US" sz="2000"/>
              <a:t>秦始皇为中国历史的发展做出了很多贡献。</a:t>
            </a:r>
            <a:r>
              <a:rPr kumimoji="1" lang="en-US" altLang="zh-CN" sz="2000"/>
              <a:t>['</a:t>
            </a:r>
            <a:r>
              <a:rPr kumimoji="1" lang="zh-CN" altLang="en-US" sz="2000"/>
              <a:t>贡献</a:t>
            </a:r>
            <a:r>
              <a:rPr kumimoji="1"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秦始皇</a:t>
            </a:r>
            <a:r>
              <a:rPr kumimoji="1" lang="en-US" altLang="zh-CN" sz="2000"/>
              <a:t>/</a:t>
            </a:r>
            <a:r>
              <a:rPr kumimoji="1" lang="zh-CN" altLang="zh-CN" sz="2000"/>
              <a:t>qínshǐhuáng  </a:t>
            </a:r>
            <a:r>
              <a:rPr kumimoji="1" lang="zh-CN" altLang="en-US" sz="2000"/>
              <a:t>为</a:t>
            </a:r>
            <a:r>
              <a:rPr kumimoji="1" lang="en-US" altLang="zh-CN" sz="2000"/>
              <a:t>/</a:t>
            </a:r>
            <a:r>
              <a:rPr kumimoji="1" lang="zh-CN" altLang="zh-CN" sz="2000"/>
              <a:t>wèi  </a:t>
            </a:r>
            <a:r>
              <a:rPr kumimoji="1" lang="zh-CN" altLang="en-US" sz="2000"/>
              <a:t>中国</a:t>
            </a:r>
            <a:r>
              <a:rPr kumimoji="1" lang="en-US" altLang="zh-CN" sz="2000"/>
              <a:t>/</a:t>
            </a:r>
            <a:r>
              <a:rPr kumimoji="1" lang="zh-CN" altLang="zh-CN" sz="2000"/>
              <a:t>zhōngguó  </a:t>
            </a:r>
            <a:r>
              <a:rPr kumimoji="1" lang="zh-CN" altLang="en-US" sz="2000"/>
              <a:t>历史</a:t>
            </a:r>
            <a:r>
              <a:rPr kumimoji="1" lang="en-US" altLang="zh-CN" sz="2000"/>
              <a:t>/</a:t>
            </a:r>
            <a:r>
              <a:rPr kumimoji="1" lang="zh-CN" altLang="zh-CN" sz="2000"/>
              <a:t>lìshǐ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发展</a:t>
            </a:r>
            <a:r>
              <a:rPr kumimoji="1" lang="en-US" altLang="zh-CN" sz="2000"/>
              <a:t>/</a:t>
            </a:r>
            <a:r>
              <a:rPr kumimoji="1" lang="zh-CN" altLang="zh-CN" sz="2000"/>
              <a:t>fāzhǎn  </a:t>
            </a:r>
            <a:r>
              <a:rPr kumimoji="1" lang="zh-CN" altLang="en-US" sz="2000"/>
              <a:t>做出</a:t>
            </a:r>
            <a:r>
              <a:rPr kumimoji="1" lang="en-US" altLang="zh-CN" sz="2000"/>
              <a:t>/</a:t>
            </a:r>
            <a:r>
              <a:rPr kumimoji="1" lang="zh-CN" altLang="zh-CN" sz="2000"/>
              <a:t>zuòchū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</a:t>
            </a:r>
            <a:r>
              <a:rPr kumimoji="1" lang="zh-CN" altLang="en-US" sz="2000"/>
              <a:t>很多</a:t>
            </a:r>
            <a:r>
              <a:rPr kumimoji="1" lang="en-US" altLang="zh-CN" sz="2000"/>
              <a:t>/</a:t>
            </a:r>
            <a:r>
              <a:rPr kumimoji="1" lang="zh-CN" altLang="zh-CN" sz="2000"/>
              <a:t>hěnduō  </a:t>
            </a:r>
            <a:r>
              <a:rPr kumimoji="1" lang="zh-CN" altLang="en-US" sz="2000"/>
              <a:t>贡献</a:t>
            </a:r>
            <a:r>
              <a:rPr kumimoji="1" lang="en-US" altLang="zh-CN" sz="2000"/>
              <a:t>/</a:t>
            </a:r>
            <a:r>
              <a:rPr kumimoji="1" lang="zh-CN" altLang="zh-CN" sz="2000"/>
              <a:t>gòngxiàn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Qin Shi Huang made many contributions to the development of Chinese history.</a:t>
            </a:r>
            <a:endParaRPr kumimoji="1" lang="zh-CN" altLang="en-US" sz="2000"/>
          </a:p>
        </p:txBody>
      </p:sp>
      <p:pic>
        <p:nvPicPr>
          <p:cNvPr id="2" name="发展.wav" descr="发展.wav">
            <a:hlinkClick r:id="" action="ppaction://media"/>
            <a:extLst>
              <a:ext uri="{FF2B5EF4-FFF2-40B4-BE49-F238E27FC236}">
                <a16:creationId xmlns:a16="http://schemas.microsoft.com/office/drawing/2014/main" id="{EEC51B98-005C-2F41-BFE3-DFBC7B2F4616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850" y="431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发.wav" descr="发.wav">
            <a:hlinkClick r:id="" action="ppaction://media"/>
            <a:extLst>
              <a:ext uri="{FF2B5EF4-FFF2-40B4-BE49-F238E27FC236}">
                <a16:creationId xmlns:a16="http://schemas.microsoft.com/office/drawing/2014/main" id="{AA4BF25D-CC30-964E-95B1-F953CEF869C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450" y="11684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展.wav" descr="展.wav">
            <a:hlinkClick r:id="" action="ppaction://media"/>
            <a:extLst>
              <a:ext uri="{FF2B5EF4-FFF2-40B4-BE49-F238E27FC236}">
                <a16:creationId xmlns:a16="http://schemas.microsoft.com/office/drawing/2014/main" id="{8D8EA91F-3DA7-7141-BBA7-7B0DE9DBCA73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338" y="1509713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发展历史.wav" descr="发展历史.wav">
            <a:hlinkClick r:id="" action="ppaction://media"/>
            <a:extLst>
              <a:ext uri="{FF2B5EF4-FFF2-40B4-BE49-F238E27FC236}">
                <a16:creationId xmlns:a16="http://schemas.microsoft.com/office/drawing/2014/main" id="{67F7FB57-084D-A641-B695-494E999DFEA3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450" y="2590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城市发展.wav" descr="城市发展.wav">
            <a:hlinkClick r:id="" action="ppaction://media"/>
            <a:extLst>
              <a:ext uri="{FF2B5EF4-FFF2-40B4-BE49-F238E27FC236}">
                <a16:creationId xmlns:a16="http://schemas.microsoft.com/office/drawing/2014/main" id="{E0135D68-A578-D140-B072-5C749A6530D7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425" y="2971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秦始皇为中国历史的发展做出了很多贡献。.wav" descr="秦始皇为中国历史的发展做出了很多贡献。.wav">
            <a:hlinkClick r:id="" action="ppaction://media"/>
            <a:extLst>
              <a:ext uri="{FF2B5EF4-FFF2-40B4-BE49-F238E27FC236}">
                <a16:creationId xmlns:a16="http://schemas.microsoft.com/office/drawing/2014/main" id="{21E5364A-3691-E943-8499-913F19C8B1FB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800" y="3733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C3D6EB4C-C5E7-9849-8ED2-4C12410F92C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3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442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5B00CE24-F89F-4240-A35D-CEC20E3BA6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发展 </a:t>
            </a:r>
            <a:r>
              <a:rPr kumimoji="1" lang="zh-CN" altLang="zh-CN" sz="2800"/>
              <a:t>fāzhǎn </a:t>
            </a:r>
            <a:endParaRPr kumimoji="1" lang="zh-CN" altLang="en-US" sz="2800"/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0B416DB7-7EA0-AD4B-8E6E-DA5A509615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NOUN </a:t>
            </a:r>
            <a:r>
              <a:rPr lang="zh-CN" altLang="en-US" sz="2000" dirty="0"/>
              <a:t> </a:t>
            </a:r>
            <a:r>
              <a:rPr lang="en-US" altLang="zh-CN" sz="2000" dirty="0"/>
              <a:t> </a:t>
            </a:r>
            <a:r>
              <a:rPr lang="zh-CN" altLang="zh-CN" sz="2000" dirty="0"/>
              <a:t>development</a:t>
            </a:r>
          </a:p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发展 历史（三级）</a:t>
            </a:r>
            <a:r>
              <a:rPr lang="zh-CN" altLang="zh-CN" sz="2000" dirty="0"/>
              <a:t> development history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城市（三级） 发展  </a:t>
            </a:r>
            <a:r>
              <a:rPr lang="zh-CN" altLang="zh-CN" sz="2000" dirty="0"/>
              <a:t>city ​​development</a:t>
            </a:r>
            <a:endParaRPr lang="zh-CN" altLang="en-US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秦始皇为中国历史的发展做出了很多贡献。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贡献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秦始皇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qínshǐhuáng  </a:t>
            </a:r>
            <a:r>
              <a:rPr kumimoji="1" lang="zh-CN" altLang="en-US" sz="2000" dirty="0"/>
              <a:t>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wèi  </a:t>
            </a:r>
            <a:r>
              <a:rPr kumimoji="1" lang="zh-CN" altLang="en-US" sz="2000" dirty="0"/>
              <a:t>中国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zhōngguó  </a:t>
            </a:r>
            <a:r>
              <a:rPr kumimoji="1" lang="zh-CN" altLang="en-US" sz="2000" dirty="0"/>
              <a:t>历史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lìshǐ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发展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fāzhǎn  </a:t>
            </a:r>
            <a:r>
              <a:rPr kumimoji="1" lang="zh-CN" altLang="en-US" sz="2000" dirty="0"/>
              <a:t>做出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zuòchū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</a:t>
            </a:r>
            <a:r>
              <a:rPr kumimoji="1" lang="zh-CN" altLang="en-US" sz="2000" dirty="0"/>
              <a:t>很多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hěnduō  </a:t>
            </a:r>
            <a:r>
              <a:rPr kumimoji="1" lang="zh-CN" altLang="en-US" sz="2000" dirty="0"/>
              <a:t>贡献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gòngxiàn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Qin Shi Huang made many contributions to the development of Chinese history.</a:t>
            </a:r>
            <a:endParaRPr kumimoji="1" lang="zh-CN" altLang="en-US" sz="2000" dirty="0"/>
          </a:p>
        </p:txBody>
      </p:sp>
      <p:pic>
        <p:nvPicPr>
          <p:cNvPr id="2" name="发展.wav" descr="发展.wav">
            <a:hlinkClick r:id="" action="ppaction://media"/>
            <a:extLst>
              <a:ext uri="{FF2B5EF4-FFF2-40B4-BE49-F238E27FC236}">
                <a16:creationId xmlns:a16="http://schemas.microsoft.com/office/drawing/2014/main" id="{EEC51B98-005C-2F41-BFE3-DFBC7B2F4616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850" y="431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发展历史.wav" descr="发展历史.wav">
            <a:hlinkClick r:id="" action="ppaction://media"/>
            <a:extLst>
              <a:ext uri="{FF2B5EF4-FFF2-40B4-BE49-F238E27FC236}">
                <a16:creationId xmlns:a16="http://schemas.microsoft.com/office/drawing/2014/main" id="{67F7FB57-084D-A641-B695-494E999DFEA3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450" y="1828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城市发展.wav" descr="城市发展.wav">
            <a:hlinkClick r:id="" action="ppaction://media"/>
            <a:extLst>
              <a:ext uri="{FF2B5EF4-FFF2-40B4-BE49-F238E27FC236}">
                <a16:creationId xmlns:a16="http://schemas.microsoft.com/office/drawing/2014/main" id="{E0135D68-A578-D140-B072-5C749A6530D7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425" y="2209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秦始皇为中国历史的发展做出了很多贡献。.wav" descr="秦始皇为中国历史的发展做出了很多贡献。.wav">
            <a:hlinkClick r:id="" action="ppaction://media"/>
            <a:extLst>
              <a:ext uri="{FF2B5EF4-FFF2-40B4-BE49-F238E27FC236}">
                <a16:creationId xmlns:a16="http://schemas.microsoft.com/office/drawing/2014/main" id="{21E5364A-3691-E943-8499-913F19C8B1FB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800" y="2971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F34A4BF7-C0F4-6049-888D-55C066412F89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794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42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5B00CE24-F89F-4240-A35D-CEC20E3BA6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发展 </a:t>
            </a:r>
            <a:r>
              <a:rPr kumimoji="1" lang="zh-CN" altLang="zh-CN" sz="2800"/>
              <a:t>fāzhǎn </a:t>
            </a:r>
            <a:endParaRPr kumimoji="1" lang="zh-CN" altLang="en-US" sz="2800"/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0B416DB7-7EA0-AD4B-8E6E-DA5A509615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发展 历史（三级）</a:t>
            </a:r>
            <a:r>
              <a:rPr lang="zh-CN" altLang="zh-CN" sz="2000" dirty="0"/>
              <a:t> development history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城市（三级） 发展  </a:t>
            </a:r>
            <a:r>
              <a:rPr lang="zh-CN" altLang="zh-CN" sz="2000" dirty="0"/>
              <a:t>city ​​development</a:t>
            </a:r>
            <a:endParaRPr lang="zh-CN" altLang="en-US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秦始皇为中国历史的发展做出了很多贡献。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贡献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秦始皇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qínshǐhuáng  </a:t>
            </a:r>
            <a:r>
              <a:rPr kumimoji="1" lang="zh-CN" altLang="en-US" sz="2000" dirty="0"/>
              <a:t>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wèi  </a:t>
            </a:r>
            <a:r>
              <a:rPr kumimoji="1" lang="zh-CN" altLang="en-US" sz="2000" dirty="0"/>
              <a:t>中国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zhōngguó  </a:t>
            </a:r>
            <a:r>
              <a:rPr kumimoji="1" lang="zh-CN" altLang="en-US" sz="2000" dirty="0"/>
              <a:t>历史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lìshǐ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发展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fāzhǎn  </a:t>
            </a:r>
            <a:r>
              <a:rPr kumimoji="1" lang="zh-CN" altLang="en-US" sz="2000" dirty="0"/>
              <a:t>做出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zuòchū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</a:t>
            </a:r>
            <a:r>
              <a:rPr kumimoji="1" lang="zh-CN" altLang="en-US" sz="2000" dirty="0"/>
              <a:t>很多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hěnduō  </a:t>
            </a:r>
            <a:r>
              <a:rPr kumimoji="1" lang="zh-CN" altLang="en-US" sz="2000" dirty="0"/>
              <a:t>贡献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gòngxiàn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Qin Shi Huang made many contributions to the development of Chinese history.</a:t>
            </a:r>
            <a:endParaRPr kumimoji="1" lang="zh-CN" altLang="en-US" sz="2000" dirty="0"/>
          </a:p>
        </p:txBody>
      </p:sp>
      <p:pic>
        <p:nvPicPr>
          <p:cNvPr id="2" name="发展.wav" descr="发展.wav">
            <a:hlinkClick r:id="" action="ppaction://media"/>
            <a:extLst>
              <a:ext uri="{FF2B5EF4-FFF2-40B4-BE49-F238E27FC236}">
                <a16:creationId xmlns:a16="http://schemas.microsoft.com/office/drawing/2014/main" id="{EEC51B98-005C-2F41-BFE3-DFBC7B2F4616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850" y="431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发展历史.wav" descr="发展历史.wav">
            <a:hlinkClick r:id="" action="ppaction://media"/>
            <a:extLst>
              <a:ext uri="{FF2B5EF4-FFF2-40B4-BE49-F238E27FC236}">
                <a16:creationId xmlns:a16="http://schemas.microsoft.com/office/drawing/2014/main" id="{67F7FB57-084D-A641-B695-494E999DFEA3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450" y="1447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城市发展.wav" descr="城市发展.wav">
            <a:hlinkClick r:id="" action="ppaction://media"/>
            <a:extLst>
              <a:ext uri="{FF2B5EF4-FFF2-40B4-BE49-F238E27FC236}">
                <a16:creationId xmlns:a16="http://schemas.microsoft.com/office/drawing/2014/main" id="{E0135D68-A578-D140-B072-5C749A6530D7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425" y="1828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秦始皇为中国历史的发展做出了很多贡献。.wav" descr="秦始皇为中国历史的发展做出了很多贡献。.wav">
            <a:hlinkClick r:id="" action="ppaction://media"/>
            <a:extLst>
              <a:ext uri="{FF2B5EF4-FFF2-40B4-BE49-F238E27FC236}">
                <a16:creationId xmlns:a16="http://schemas.microsoft.com/office/drawing/2014/main" id="{21E5364A-3691-E943-8499-913F19C8B1FB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800" y="2590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958038AD-6679-A548-875D-A4A7B8BFDE6E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08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42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5B00CE24-F89F-4240-A35D-CEC20E3BA6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发展 </a:t>
            </a:r>
            <a:r>
              <a:rPr kumimoji="1" lang="zh-CN" altLang="zh-CN" sz="2800"/>
              <a:t>fāzhǎn </a:t>
            </a:r>
            <a:endParaRPr kumimoji="1" lang="zh-CN" altLang="en-US" sz="2800"/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0B416DB7-7EA0-AD4B-8E6E-DA5A509615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秦始皇为中国历史的发展做出了很多贡献。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贡献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秦始皇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qínshǐhuáng  </a:t>
            </a:r>
            <a:r>
              <a:rPr kumimoji="1" lang="zh-CN" altLang="en-US" sz="2000" dirty="0"/>
              <a:t>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wèi  </a:t>
            </a:r>
            <a:r>
              <a:rPr kumimoji="1" lang="zh-CN" altLang="en-US" sz="2000" dirty="0"/>
              <a:t>中国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zhōngguó  </a:t>
            </a:r>
            <a:r>
              <a:rPr kumimoji="1" lang="zh-CN" altLang="en-US" sz="2000" dirty="0"/>
              <a:t>历史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lìshǐ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发展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fāzhǎn  </a:t>
            </a:r>
            <a:r>
              <a:rPr kumimoji="1" lang="zh-CN" altLang="en-US" sz="2000" dirty="0"/>
              <a:t>做出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zuòchū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</a:t>
            </a:r>
            <a:r>
              <a:rPr kumimoji="1" lang="zh-CN" altLang="en-US" sz="2000" dirty="0"/>
              <a:t>很多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hěnduō  </a:t>
            </a:r>
            <a:r>
              <a:rPr kumimoji="1" lang="zh-CN" altLang="en-US" sz="2000" dirty="0"/>
              <a:t>贡献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gòngxiàn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Qin Shi Huang made many contributions to the development of Chinese history.</a:t>
            </a:r>
            <a:endParaRPr kumimoji="1" lang="zh-CN" altLang="en-US" sz="2000" dirty="0"/>
          </a:p>
        </p:txBody>
      </p:sp>
      <p:pic>
        <p:nvPicPr>
          <p:cNvPr id="2" name="发展.wav" descr="发展.wav">
            <a:hlinkClick r:id="" action="ppaction://media"/>
            <a:extLst>
              <a:ext uri="{FF2B5EF4-FFF2-40B4-BE49-F238E27FC236}">
                <a16:creationId xmlns:a16="http://schemas.microsoft.com/office/drawing/2014/main" id="{EEC51B98-005C-2F41-BFE3-DFBC7B2F4616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850" y="431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秦始皇为中国历史的发展做出了很多贡献。.wav" descr="秦始皇为中国历史的发展做出了很多贡献。.wav">
            <a:hlinkClick r:id="" action="ppaction://media"/>
            <a:extLst>
              <a:ext uri="{FF2B5EF4-FFF2-40B4-BE49-F238E27FC236}">
                <a16:creationId xmlns:a16="http://schemas.microsoft.com/office/drawing/2014/main" id="{21E5364A-3691-E943-8499-913F19C8B1F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5240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D035DEEC-2DCE-AA46-87FC-375901B6106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048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42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3088EEAC-22D7-E943-8B00-192BDAF590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E40ECC-306F-A34C-AD2D-1331F578E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development </a:t>
            </a:r>
            <a:r>
              <a:rPr lang="zh-CN" altLang="en-US" sz="2000" dirty="0"/>
              <a:t>    </a:t>
            </a:r>
            <a:r>
              <a:rPr lang="en-US" altLang="zh-CN" sz="2000" dirty="0"/>
              <a:t>A.</a:t>
            </a:r>
            <a:r>
              <a:rPr lang="zh-CN" altLang="en-US" sz="2000" dirty="0"/>
              <a:t>现在  </a:t>
            </a:r>
            <a:r>
              <a:rPr lang="en-US" altLang="zh-CN" sz="2000" dirty="0"/>
              <a:t>B.</a:t>
            </a:r>
            <a:r>
              <a:rPr lang="zh-CN" altLang="en-US" sz="2000" dirty="0"/>
              <a:t>注意  </a:t>
            </a:r>
            <a:r>
              <a:rPr lang="en-US" altLang="zh-CN" sz="2000" dirty="0"/>
              <a:t>C.</a:t>
            </a:r>
            <a:r>
              <a:rPr lang="zh-CN" altLang="en-US" sz="2000" dirty="0"/>
              <a:t>发展  </a:t>
            </a:r>
            <a:r>
              <a:rPr lang="en-US" altLang="zh-CN" sz="2000" dirty="0"/>
              <a:t>D.</a:t>
            </a:r>
            <a:r>
              <a:rPr lang="zh-CN" altLang="en-US" sz="2000" dirty="0"/>
              <a:t>饱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（）历史   </a:t>
            </a:r>
            <a:r>
              <a:rPr lang="en-US" altLang="zh-CN" sz="2000" dirty="0"/>
              <a:t>A.</a:t>
            </a:r>
            <a:r>
              <a:rPr lang="zh-CN" altLang="en-US" sz="2000" dirty="0"/>
              <a:t>点</a:t>
            </a:r>
            <a:r>
              <a:rPr lang="en-US" altLang="zh-CN" sz="2000" dirty="0"/>
              <a:t>  B.</a:t>
            </a:r>
            <a:r>
              <a:rPr lang="zh-CN" altLang="en-US" sz="2000" dirty="0"/>
              <a:t>下雨</a:t>
            </a:r>
            <a:r>
              <a:rPr lang="en-US" altLang="zh-CN" sz="2000" dirty="0"/>
              <a:t>  C.</a:t>
            </a:r>
            <a:r>
              <a:rPr lang="zh-CN" altLang="en-US" sz="2000" dirty="0"/>
              <a:t>发展  </a:t>
            </a:r>
            <a:r>
              <a:rPr lang="en-US" altLang="zh-CN" sz="2000" dirty="0"/>
              <a:t>D.</a:t>
            </a:r>
            <a:r>
              <a:rPr lang="zh-CN" altLang="en-US" sz="2000" dirty="0"/>
              <a:t>笔记本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秦始皇为中国历史的发（）做出了很多贡献。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9E38409-2F59-2B41-A85B-8862EE99E2F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47259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62979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发展（</a:t>
            </a:r>
            <a:r>
              <a:rPr kumimoji="1" lang="en-US" altLang="zh-CN" sz="2400" dirty="0"/>
              <a:t>VERB</a:t>
            </a:r>
            <a:r>
              <a:rPr kumimoji="1" lang="zh-CN" altLang="en-US" sz="2400" dirty="0"/>
              <a:t>）？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1093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CC7D4A58-587F-D042-BC74-CFA31D0DF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发展 </a:t>
            </a:r>
            <a:r>
              <a:rPr kumimoji="1" lang="zh-CN" altLang="zh-CN" sz="2800"/>
              <a:t>fāzhǎn </a:t>
            </a:r>
            <a:endParaRPr kumimoji="1" lang="zh-CN" altLang="en-US" sz="2800"/>
          </a:p>
        </p:txBody>
      </p:sp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9DF1F6DD-4606-C545-81AF-3B6542F272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/>
              <a:t>发 </a:t>
            </a:r>
            <a:r>
              <a:rPr kumimoji="1" lang="zh-CN" altLang="zh-CN" sz="2000"/>
              <a:t>fā </a:t>
            </a:r>
            <a:r>
              <a:rPr lang="en-US" altLang="zh-CN" sz="2000"/>
              <a:t>VERB</a:t>
            </a:r>
            <a:r>
              <a:rPr lang="zh-CN" altLang="en-US" sz="2000"/>
              <a:t> </a:t>
            </a:r>
            <a:r>
              <a:rPr lang="en-US" altLang="zh-CN" sz="2000"/>
              <a:t>develop; expand</a:t>
            </a:r>
          </a:p>
          <a:p>
            <a:pPr eaLnBrk="1" hangingPunct="1"/>
            <a:r>
              <a:rPr lang="zh-CN" altLang="en-US" sz="2000"/>
              <a:t>展 </a:t>
            </a:r>
            <a:r>
              <a:rPr kumimoji="1" lang="zh-CN" altLang="zh-CN" sz="2000"/>
              <a:t>zhǎn </a:t>
            </a:r>
            <a:r>
              <a:rPr lang="en-US" altLang="zh-CN" sz="2000"/>
              <a:t>VERB</a:t>
            </a:r>
            <a:r>
              <a:rPr lang="zh-CN" altLang="en-US" sz="2000"/>
              <a:t> </a:t>
            </a:r>
            <a:r>
              <a:rPr lang="en-US" altLang="zh-CN" sz="2000"/>
              <a:t>open up; spread out; unfold</a:t>
            </a:r>
          </a:p>
          <a:p>
            <a:pPr eaLnBrk="1" hangingPunct="1"/>
            <a:r>
              <a:rPr lang="en-US" altLang="zh-CN" sz="2000"/>
              <a:t>VERB   </a:t>
            </a:r>
            <a:r>
              <a:rPr lang="zh-CN" altLang="zh-CN" sz="2000"/>
              <a:t>develop</a:t>
            </a:r>
            <a:r>
              <a:rPr lang="en-US" altLang="zh-CN" sz="2000"/>
              <a:t>; </a:t>
            </a:r>
            <a:r>
              <a:rPr lang="zh-CN" altLang="zh-CN" sz="2000"/>
              <a:t>advance; expand; grow</a:t>
            </a:r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发展 很（一级） 快</a:t>
            </a:r>
            <a:r>
              <a:rPr lang="en-US" altLang="zh-CN" sz="2000"/>
              <a:t>  fast development</a:t>
            </a:r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kumimoji="1" lang="zh-CN" altLang="en-US" sz="2000"/>
              <a:t>一个外商听说这个公司发展得不错，想和他们合作。 </a:t>
            </a:r>
            <a:r>
              <a:rPr kumimoji="1" lang="en-US" altLang="zh-CN" sz="2000"/>
              <a:t>['</a:t>
            </a:r>
            <a:r>
              <a:rPr kumimoji="1" lang="zh-CN" altLang="en-US" sz="2000"/>
              <a:t>合作</a:t>
            </a:r>
            <a:r>
              <a:rPr kumimoji="1"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一个</a:t>
            </a:r>
            <a:r>
              <a:rPr kumimoji="1" lang="en-US" altLang="zh-CN" sz="2000"/>
              <a:t>/</a:t>
            </a:r>
            <a:r>
              <a:rPr kumimoji="1" lang="zh-CN" altLang="zh-CN" sz="2000"/>
              <a:t>yīgè  </a:t>
            </a:r>
            <a:r>
              <a:rPr kumimoji="1" lang="zh-CN" altLang="en-US" sz="2000"/>
              <a:t>外商</a:t>
            </a:r>
            <a:r>
              <a:rPr kumimoji="1" lang="en-US" altLang="zh-CN" sz="2000"/>
              <a:t>/</a:t>
            </a:r>
            <a:r>
              <a:rPr kumimoji="1" lang="zh-CN" altLang="zh-CN" sz="2000"/>
              <a:t>wàishāng  </a:t>
            </a:r>
            <a:r>
              <a:rPr kumimoji="1" lang="zh-CN" altLang="en-US" sz="2000"/>
              <a:t>听说</a:t>
            </a:r>
            <a:r>
              <a:rPr kumimoji="1" lang="en-US" altLang="zh-CN" sz="2000"/>
              <a:t>/</a:t>
            </a:r>
            <a:r>
              <a:rPr kumimoji="1" lang="zh-CN" altLang="zh-CN" sz="2000"/>
              <a:t>tīngshuō  </a:t>
            </a:r>
            <a:r>
              <a:rPr kumimoji="1" lang="zh-CN" altLang="en-US" sz="2000"/>
              <a:t>这个</a:t>
            </a:r>
            <a:r>
              <a:rPr kumimoji="1" lang="en-US" altLang="zh-CN" sz="2000"/>
              <a:t>/</a:t>
            </a:r>
            <a:r>
              <a:rPr kumimoji="1" lang="zh-CN" altLang="zh-CN" sz="2000"/>
              <a:t>zhège  </a:t>
            </a:r>
            <a:r>
              <a:rPr kumimoji="1" lang="zh-CN" altLang="en-US" sz="2000"/>
              <a:t>公司</a:t>
            </a:r>
            <a:r>
              <a:rPr kumimoji="1" lang="en-US" altLang="zh-CN" sz="2000"/>
              <a:t>/</a:t>
            </a:r>
            <a:r>
              <a:rPr kumimoji="1" lang="zh-CN" altLang="zh-CN" sz="2000"/>
              <a:t>gōngsī  </a:t>
            </a:r>
            <a:r>
              <a:rPr kumimoji="1" lang="zh-CN" altLang="en-US" sz="2000"/>
              <a:t>发展</a:t>
            </a:r>
            <a:r>
              <a:rPr kumimoji="1" lang="en-US" altLang="zh-CN" sz="2000"/>
              <a:t>/</a:t>
            </a:r>
            <a:r>
              <a:rPr kumimoji="1" lang="zh-CN" altLang="zh-CN" sz="2000"/>
              <a:t>fāzhǎn  </a:t>
            </a:r>
            <a:r>
              <a:rPr kumimoji="1" lang="zh-CN" altLang="en-US" sz="2000"/>
              <a:t>得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不错</a:t>
            </a:r>
            <a:r>
              <a:rPr kumimoji="1" lang="en-US" altLang="zh-CN" sz="2000"/>
              <a:t>/</a:t>
            </a:r>
            <a:r>
              <a:rPr kumimoji="1" lang="zh-CN" altLang="zh-CN" sz="2000"/>
              <a:t>bùcuò  ，  </a:t>
            </a:r>
            <a:r>
              <a:rPr kumimoji="1" lang="zh-CN" altLang="en-US" sz="2000"/>
              <a:t>想</a:t>
            </a:r>
            <a:r>
              <a:rPr kumimoji="1" lang="en-US" altLang="zh-CN" sz="2000"/>
              <a:t>/</a:t>
            </a:r>
            <a:r>
              <a:rPr kumimoji="1" lang="zh-CN" altLang="zh-CN" sz="2000"/>
              <a:t>xiǎng  </a:t>
            </a:r>
            <a:r>
              <a:rPr kumimoji="1" lang="zh-CN" altLang="en-US" sz="2000"/>
              <a:t>和</a:t>
            </a:r>
            <a:r>
              <a:rPr kumimoji="1" lang="en-US" altLang="zh-CN" sz="2000"/>
              <a:t>/</a:t>
            </a:r>
            <a:r>
              <a:rPr kumimoji="1" lang="zh-CN" altLang="zh-CN" sz="2000"/>
              <a:t>hé  </a:t>
            </a:r>
            <a:r>
              <a:rPr kumimoji="1" lang="zh-CN" altLang="en-US" sz="2000"/>
              <a:t>他们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tāmen  </a:t>
            </a:r>
            <a:r>
              <a:rPr kumimoji="1" lang="zh-CN" altLang="en-US" sz="2000"/>
              <a:t>合作</a:t>
            </a:r>
            <a:r>
              <a:rPr kumimoji="1" lang="en-US" altLang="zh-CN" sz="2000"/>
              <a:t>/</a:t>
            </a:r>
            <a:r>
              <a:rPr kumimoji="1" lang="zh-CN" altLang="zh-CN" sz="2000"/>
              <a:t>hézuò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A foreign businessman heard that the company was developing well and wanted to cooperate with them.</a:t>
            </a:r>
            <a:endParaRPr kumimoji="1" lang="zh-CN" altLang="en-US" sz="2000"/>
          </a:p>
        </p:txBody>
      </p:sp>
      <p:pic>
        <p:nvPicPr>
          <p:cNvPr id="2" name="发展.wav" descr="发展.wav">
            <a:hlinkClick r:id="" action="ppaction://media"/>
            <a:extLst>
              <a:ext uri="{FF2B5EF4-FFF2-40B4-BE49-F238E27FC236}">
                <a16:creationId xmlns:a16="http://schemas.microsoft.com/office/drawing/2014/main" id="{F4812146-379E-6640-A265-0D21FFE8DB4E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14338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发.wav" descr="发.wav">
            <a:hlinkClick r:id="" action="ppaction://media"/>
            <a:extLst>
              <a:ext uri="{FF2B5EF4-FFF2-40B4-BE49-F238E27FC236}">
                <a16:creationId xmlns:a16="http://schemas.microsoft.com/office/drawing/2014/main" id="{7A8BC05A-2D13-4A4A-8D71-0C74F45A1DC8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588" y="11684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展.wav" descr="展.wav">
            <a:hlinkClick r:id="" action="ppaction://media"/>
            <a:extLst>
              <a:ext uri="{FF2B5EF4-FFF2-40B4-BE49-F238E27FC236}">
                <a16:creationId xmlns:a16="http://schemas.microsoft.com/office/drawing/2014/main" id="{EA21A877-992E-EF4F-B2C4-14E8A16A4D3A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800" y="1447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发展很快.wav" descr="发展很快.wav">
            <a:hlinkClick r:id="" action="ppaction://media"/>
            <a:extLst>
              <a:ext uri="{FF2B5EF4-FFF2-40B4-BE49-F238E27FC236}">
                <a16:creationId xmlns:a16="http://schemas.microsoft.com/office/drawing/2014/main" id="{86C756B0-CBDF-0B47-BF74-16D7518E0F9F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0" y="2590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一个外商听说这个公司发展得不错，想和他们合作。.wav" descr="一个外商听说这个公司发展得不错，想和他们合作。.wav">
            <a:hlinkClick r:id="" action="ppaction://media"/>
            <a:extLst>
              <a:ext uri="{FF2B5EF4-FFF2-40B4-BE49-F238E27FC236}">
                <a16:creationId xmlns:a16="http://schemas.microsoft.com/office/drawing/2014/main" id="{C8416678-EC96-DC4B-89F6-BA3E92BA97B1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3352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9375C8D2-6363-E947-8D9C-3FFD237FBD08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3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4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50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CC7D4A58-587F-D042-BC74-CFA31D0DF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发展 </a:t>
            </a:r>
            <a:r>
              <a:rPr kumimoji="1" lang="zh-CN" altLang="zh-CN" sz="2800"/>
              <a:t>fāzhǎn </a:t>
            </a:r>
            <a:endParaRPr kumimoji="1" lang="zh-CN" altLang="en-US" sz="2800"/>
          </a:p>
        </p:txBody>
      </p:sp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9DF1F6DD-4606-C545-81AF-3B6542F272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VERB   </a:t>
            </a:r>
            <a:r>
              <a:rPr lang="zh-CN" altLang="zh-CN" sz="2000" dirty="0"/>
              <a:t>develop</a:t>
            </a:r>
            <a:r>
              <a:rPr lang="en-US" altLang="zh-CN" sz="2000" dirty="0"/>
              <a:t>; </a:t>
            </a:r>
            <a:r>
              <a:rPr lang="zh-CN" altLang="zh-CN" sz="2000" dirty="0"/>
              <a:t>advance; expand; grow</a:t>
            </a:r>
          </a:p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发展 很（一级） 快</a:t>
            </a:r>
            <a:r>
              <a:rPr lang="en-US" altLang="zh-CN" sz="2000" dirty="0"/>
              <a:t>  fast development</a:t>
            </a:r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一个外商听说这个公司发展得不错，想和他们合作。 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合作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一个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yīgè  </a:t>
            </a:r>
            <a:r>
              <a:rPr kumimoji="1" lang="zh-CN" altLang="en-US" sz="2000" dirty="0"/>
              <a:t>外商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wàishāng  </a:t>
            </a:r>
            <a:r>
              <a:rPr kumimoji="1" lang="zh-CN" altLang="en-US" sz="2000" dirty="0"/>
              <a:t>听说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tīngshuō  </a:t>
            </a:r>
            <a:r>
              <a:rPr kumimoji="1" lang="zh-CN" altLang="en-US" sz="2000" dirty="0"/>
              <a:t>这个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zhège  </a:t>
            </a:r>
            <a:r>
              <a:rPr kumimoji="1" lang="zh-CN" altLang="en-US" sz="2000" dirty="0"/>
              <a:t>公司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gōngsī  </a:t>
            </a:r>
            <a:r>
              <a:rPr kumimoji="1" lang="zh-CN" altLang="en-US" sz="2000" dirty="0"/>
              <a:t>发展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fāzhǎn  </a:t>
            </a:r>
            <a:r>
              <a:rPr kumimoji="1" lang="zh-CN" altLang="en-US" sz="2000" dirty="0"/>
              <a:t>得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不错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bùcuò  ，  </a:t>
            </a:r>
            <a:r>
              <a:rPr kumimoji="1" lang="zh-CN" altLang="en-US" sz="2000" dirty="0"/>
              <a:t>想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xiǎng  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hé  </a:t>
            </a:r>
            <a:r>
              <a:rPr kumimoji="1" lang="zh-CN" altLang="en-US" sz="2000" dirty="0"/>
              <a:t>他们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tāmen  </a:t>
            </a:r>
            <a:r>
              <a:rPr kumimoji="1" lang="zh-CN" altLang="en-US" sz="2000" dirty="0"/>
              <a:t>合作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hézuò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A foreign businessman heard that the company was developing well and wanted to cooperate with them.</a:t>
            </a:r>
            <a:endParaRPr kumimoji="1" lang="zh-CN" altLang="en-US" sz="2000" dirty="0"/>
          </a:p>
        </p:txBody>
      </p:sp>
      <p:pic>
        <p:nvPicPr>
          <p:cNvPr id="2" name="发展.wav" descr="发展.wav">
            <a:hlinkClick r:id="" action="ppaction://media"/>
            <a:extLst>
              <a:ext uri="{FF2B5EF4-FFF2-40B4-BE49-F238E27FC236}">
                <a16:creationId xmlns:a16="http://schemas.microsoft.com/office/drawing/2014/main" id="{F4812146-379E-6640-A265-0D21FFE8DB4E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14338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发展很快.wav" descr="发展很快.wav">
            <a:hlinkClick r:id="" action="ppaction://media"/>
            <a:extLst>
              <a:ext uri="{FF2B5EF4-FFF2-40B4-BE49-F238E27FC236}">
                <a16:creationId xmlns:a16="http://schemas.microsoft.com/office/drawing/2014/main" id="{86C756B0-CBDF-0B47-BF74-16D7518E0F9F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0" y="1828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一个外商听说这个公司发展得不错，想和他们合作。.wav" descr="一个外商听说这个公司发展得不错，想和他们合作。.wav">
            <a:hlinkClick r:id="" action="ppaction://media"/>
            <a:extLst>
              <a:ext uri="{FF2B5EF4-FFF2-40B4-BE49-F238E27FC236}">
                <a16:creationId xmlns:a16="http://schemas.microsoft.com/office/drawing/2014/main" id="{C8416678-EC96-DC4B-89F6-BA3E92BA97B1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2590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A62EDC8D-C607-5F40-A8E1-8FED45C30C36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440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4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50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CC7D4A58-587F-D042-BC74-CFA31D0DF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发展 </a:t>
            </a:r>
            <a:r>
              <a:rPr kumimoji="1" lang="zh-CN" altLang="zh-CN" sz="2800"/>
              <a:t>fāzhǎn </a:t>
            </a:r>
            <a:endParaRPr kumimoji="1" lang="zh-CN" altLang="en-US" sz="2800"/>
          </a:p>
        </p:txBody>
      </p:sp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9DF1F6DD-4606-C545-81AF-3B6542F272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发展 很（一级） 快</a:t>
            </a:r>
            <a:r>
              <a:rPr lang="en-US" altLang="zh-CN" sz="2000" dirty="0"/>
              <a:t>  fast development</a:t>
            </a:r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一个外商听说这个公司发展得不错，想和他们合作。 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合作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一个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yīgè  </a:t>
            </a:r>
            <a:r>
              <a:rPr kumimoji="1" lang="zh-CN" altLang="en-US" sz="2000" dirty="0"/>
              <a:t>外商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wàishāng  </a:t>
            </a:r>
            <a:r>
              <a:rPr kumimoji="1" lang="zh-CN" altLang="en-US" sz="2000" dirty="0"/>
              <a:t>听说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tīngshuō  </a:t>
            </a:r>
            <a:r>
              <a:rPr kumimoji="1" lang="zh-CN" altLang="en-US" sz="2000" dirty="0"/>
              <a:t>这个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zhège  </a:t>
            </a:r>
            <a:r>
              <a:rPr kumimoji="1" lang="zh-CN" altLang="en-US" sz="2000" dirty="0"/>
              <a:t>公司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gōngsī  </a:t>
            </a:r>
            <a:r>
              <a:rPr kumimoji="1" lang="zh-CN" altLang="en-US" sz="2000" dirty="0"/>
              <a:t>发展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fāzhǎn  </a:t>
            </a:r>
            <a:r>
              <a:rPr kumimoji="1" lang="zh-CN" altLang="en-US" sz="2000" dirty="0"/>
              <a:t>得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不错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bùcuò  ，  </a:t>
            </a:r>
            <a:r>
              <a:rPr kumimoji="1" lang="zh-CN" altLang="en-US" sz="2000" dirty="0"/>
              <a:t>想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xiǎng  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hé  </a:t>
            </a:r>
            <a:r>
              <a:rPr kumimoji="1" lang="zh-CN" altLang="en-US" sz="2000" dirty="0"/>
              <a:t>他们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tāmen  </a:t>
            </a:r>
            <a:r>
              <a:rPr kumimoji="1" lang="zh-CN" altLang="en-US" sz="2000" dirty="0"/>
              <a:t>合作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hézuò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A foreign businessman heard that the company was developing well and wanted to cooperate with them.</a:t>
            </a:r>
            <a:endParaRPr kumimoji="1" lang="zh-CN" altLang="en-US" sz="2000" dirty="0"/>
          </a:p>
        </p:txBody>
      </p:sp>
      <p:pic>
        <p:nvPicPr>
          <p:cNvPr id="2" name="发展.wav" descr="发展.wav">
            <a:hlinkClick r:id="" action="ppaction://media"/>
            <a:extLst>
              <a:ext uri="{FF2B5EF4-FFF2-40B4-BE49-F238E27FC236}">
                <a16:creationId xmlns:a16="http://schemas.microsoft.com/office/drawing/2014/main" id="{F4812146-379E-6640-A265-0D21FFE8DB4E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14338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发展很快.wav" descr="发展很快.wav">
            <a:hlinkClick r:id="" action="ppaction://media"/>
            <a:extLst>
              <a:ext uri="{FF2B5EF4-FFF2-40B4-BE49-F238E27FC236}">
                <a16:creationId xmlns:a16="http://schemas.microsoft.com/office/drawing/2014/main" id="{86C756B0-CBDF-0B47-BF74-16D7518E0F9F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0" y="1447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一个外商听说这个公司发展得不错，想和他们合作。.wav" descr="一个外商听说这个公司发展得不错，想和他们合作。.wav">
            <a:hlinkClick r:id="" action="ppaction://media"/>
            <a:extLst>
              <a:ext uri="{FF2B5EF4-FFF2-40B4-BE49-F238E27FC236}">
                <a16:creationId xmlns:a16="http://schemas.microsoft.com/office/drawing/2014/main" id="{C8416678-EC96-DC4B-89F6-BA3E92BA97B1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2209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E3F4981A-420D-1243-94DA-EF47312258FB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3634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4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50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CC7D4A58-587F-D042-BC74-CFA31D0DF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发展 </a:t>
            </a:r>
            <a:r>
              <a:rPr kumimoji="1" lang="zh-CN" altLang="zh-CN" sz="2800"/>
              <a:t>fāzhǎn </a:t>
            </a:r>
            <a:endParaRPr kumimoji="1" lang="zh-CN" altLang="en-US" sz="2800"/>
          </a:p>
        </p:txBody>
      </p:sp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9DF1F6DD-4606-C545-81AF-3B6542F272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一个外商听说这个公司发展得不错，想和他们合作。 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合作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一个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yīgè  </a:t>
            </a:r>
            <a:r>
              <a:rPr kumimoji="1" lang="zh-CN" altLang="en-US" sz="2000" dirty="0"/>
              <a:t>外商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wàishāng  </a:t>
            </a:r>
            <a:r>
              <a:rPr kumimoji="1" lang="zh-CN" altLang="en-US" sz="2000" dirty="0"/>
              <a:t>听说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tīngshuō  </a:t>
            </a:r>
            <a:r>
              <a:rPr kumimoji="1" lang="zh-CN" altLang="en-US" sz="2000" dirty="0"/>
              <a:t>这个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zhège  </a:t>
            </a:r>
            <a:r>
              <a:rPr kumimoji="1" lang="zh-CN" altLang="en-US" sz="2000" dirty="0"/>
              <a:t>公司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gōngsī  </a:t>
            </a:r>
            <a:r>
              <a:rPr kumimoji="1" lang="zh-CN" altLang="en-US" sz="2000" dirty="0"/>
              <a:t>发展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fāzhǎn  </a:t>
            </a:r>
            <a:r>
              <a:rPr kumimoji="1" lang="zh-CN" altLang="en-US" sz="2000" dirty="0"/>
              <a:t>得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不错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bùcuò  ，  </a:t>
            </a:r>
            <a:r>
              <a:rPr kumimoji="1" lang="zh-CN" altLang="en-US" sz="2000" dirty="0"/>
              <a:t>想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xiǎng  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hé  </a:t>
            </a:r>
            <a:r>
              <a:rPr kumimoji="1" lang="zh-CN" altLang="en-US" sz="2000" dirty="0"/>
              <a:t>他们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tāmen  </a:t>
            </a:r>
            <a:r>
              <a:rPr kumimoji="1" lang="zh-CN" altLang="en-US" sz="2000" dirty="0"/>
              <a:t>合作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hézuò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A foreign businessman heard that the company was developing well and wanted to cooperate with them.</a:t>
            </a:r>
            <a:endParaRPr kumimoji="1" lang="zh-CN" altLang="en-US" sz="2000" dirty="0"/>
          </a:p>
        </p:txBody>
      </p:sp>
      <p:pic>
        <p:nvPicPr>
          <p:cNvPr id="2" name="发展.wav" descr="发展.wav">
            <a:hlinkClick r:id="" action="ppaction://media"/>
            <a:extLst>
              <a:ext uri="{FF2B5EF4-FFF2-40B4-BE49-F238E27FC236}">
                <a16:creationId xmlns:a16="http://schemas.microsoft.com/office/drawing/2014/main" id="{F4812146-379E-6640-A265-0D21FFE8DB4E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14338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一个外商听说这个公司发展得不错，想和他们合作。.wav" descr="一个外商听说这个公司发展得不错，想和他们合作。.wav">
            <a:hlinkClick r:id="" action="ppaction://media"/>
            <a:extLst>
              <a:ext uri="{FF2B5EF4-FFF2-40B4-BE49-F238E27FC236}">
                <a16:creationId xmlns:a16="http://schemas.microsoft.com/office/drawing/2014/main" id="{C8416678-EC96-DC4B-89F6-BA3E92BA97B1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5240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D56C859D-64FF-9249-AB70-DF4A7A3CC105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51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>
            <a:extLst>
              <a:ext uri="{FF2B5EF4-FFF2-40B4-BE49-F238E27FC236}">
                <a16:creationId xmlns:a16="http://schemas.microsoft.com/office/drawing/2014/main" id="{3A3014FC-CC2E-AF46-B10A-E721C01CC3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933D0-1036-D644-9F3B-14E08D584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develop</a:t>
            </a:r>
            <a:r>
              <a:rPr lang="en-US" altLang="zh-CN" sz="2000" dirty="0"/>
              <a:t>; </a:t>
            </a:r>
            <a:r>
              <a:rPr lang="en" altLang="zh-CN" sz="2000" dirty="0"/>
              <a:t>advance; expand; grow </a:t>
            </a:r>
            <a:r>
              <a:rPr lang="zh-CN" altLang="en-US" sz="2000" dirty="0"/>
              <a:t>    </a:t>
            </a:r>
            <a:r>
              <a:rPr lang="en-US" altLang="zh-CN" sz="2000" dirty="0"/>
              <a:t>A.</a:t>
            </a:r>
            <a:r>
              <a:rPr lang="zh-CN" altLang="en-US" sz="2000" dirty="0"/>
              <a:t>老  </a:t>
            </a:r>
            <a:r>
              <a:rPr lang="en-US" altLang="zh-CN" sz="2000" dirty="0"/>
              <a:t>B.</a:t>
            </a:r>
            <a:r>
              <a:rPr lang="zh-CN" altLang="en-US" sz="2000" dirty="0"/>
              <a:t>发展  </a:t>
            </a:r>
            <a:r>
              <a:rPr lang="en-US" altLang="zh-CN" sz="2000" dirty="0"/>
              <a:t>C.</a:t>
            </a:r>
            <a:r>
              <a:rPr lang="zh-CN" altLang="en-US" sz="2000" dirty="0"/>
              <a:t>进  </a:t>
            </a:r>
            <a:r>
              <a:rPr lang="en-US" altLang="zh-CN" sz="2000" dirty="0"/>
              <a:t>D.</a:t>
            </a:r>
            <a:r>
              <a:rPr lang="zh-CN" altLang="en-US" sz="2000" dirty="0"/>
              <a:t>懂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 很快    </a:t>
            </a:r>
            <a:r>
              <a:rPr lang="en-US" altLang="zh-CN" sz="2000" dirty="0"/>
              <a:t>A.</a:t>
            </a:r>
            <a:r>
              <a:rPr lang="zh-CN" altLang="en-US" sz="2000" dirty="0"/>
              <a:t>因为</a:t>
            </a:r>
            <a:r>
              <a:rPr lang="en-US" altLang="zh-CN" sz="2000" dirty="0"/>
              <a:t>……</a:t>
            </a:r>
            <a:r>
              <a:rPr lang="zh-CN" altLang="en-US" sz="2000" dirty="0"/>
              <a:t>所以</a:t>
            </a:r>
            <a:r>
              <a:rPr lang="en-US" altLang="zh-CN" sz="2000" dirty="0"/>
              <a:t>……</a:t>
            </a:r>
            <a:r>
              <a:rPr lang="zh-CN" altLang="en-US" sz="2000" dirty="0"/>
              <a:t> </a:t>
            </a:r>
            <a:r>
              <a:rPr lang="en-US" altLang="zh-CN" sz="2000" dirty="0"/>
              <a:t> </a:t>
            </a:r>
            <a:r>
              <a:rPr lang="zh-CN" altLang="en-US" sz="2000" dirty="0"/>
              <a:t> </a:t>
            </a:r>
            <a:r>
              <a:rPr lang="en-US" altLang="zh-CN" sz="2000" dirty="0"/>
              <a:t>B.</a:t>
            </a:r>
            <a:r>
              <a:rPr lang="zh-CN" altLang="en-US" sz="2000" dirty="0"/>
              <a:t>跑步</a:t>
            </a:r>
            <a:r>
              <a:rPr lang="en-US" altLang="zh-CN" sz="2000" dirty="0"/>
              <a:t>  C.</a:t>
            </a:r>
            <a:r>
              <a:rPr lang="zh-CN" altLang="en-US" sz="2000" dirty="0"/>
              <a:t>发展  </a:t>
            </a:r>
            <a:r>
              <a:rPr lang="en-US" altLang="zh-CN" sz="2000" dirty="0"/>
              <a:t>D.</a:t>
            </a:r>
            <a:r>
              <a:rPr lang="zh-CN" altLang="en-US" sz="2000" dirty="0"/>
              <a:t>女儿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一个外商听说这个公司发（）得不错，想和他们合作。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91B31F3-79EE-9D43-95B7-5191A3C781C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52415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847452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经济？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5227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ABAE4817-2625-0E4A-ACFC-F6065BF576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经济 </a:t>
            </a:r>
            <a:r>
              <a:rPr kumimoji="1" lang="zh-CN" altLang="zh-CN" sz="2800"/>
              <a:t>jīngjì </a:t>
            </a:r>
            <a:endParaRPr kumimoji="1" lang="zh-CN" altLang="en-US" sz="2800"/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61A35B7F-8E16-5241-B845-7D841881E2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/>
              <a:t>经 </a:t>
            </a:r>
            <a:r>
              <a:rPr kumimoji="1" lang="zh-CN" altLang="zh-CN" sz="2000"/>
              <a:t>jīng</a:t>
            </a:r>
            <a:r>
              <a:rPr lang="zh-CN" altLang="en-US" sz="2000"/>
              <a:t> </a:t>
            </a:r>
            <a:r>
              <a:rPr lang="en-US" altLang="zh-CN" sz="2000"/>
              <a:t>VERB</a:t>
            </a:r>
            <a:r>
              <a:rPr lang="zh-CN" altLang="en-US" sz="2000"/>
              <a:t> </a:t>
            </a:r>
            <a:r>
              <a:rPr lang="en-US" altLang="zh-CN" sz="2000"/>
              <a:t>manage; deal in; engage in</a:t>
            </a:r>
          </a:p>
          <a:p>
            <a:pPr eaLnBrk="1" hangingPunct="1"/>
            <a:r>
              <a:rPr lang="zh-CN" altLang="en-US" sz="2000"/>
              <a:t>济 </a:t>
            </a:r>
            <a:r>
              <a:rPr kumimoji="1" lang="zh-CN" altLang="zh-CN" sz="2000"/>
              <a:t>jì </a:t>
            </a:r>
            <a:r>
              <a:rPr lang="en-US" altLang="zh-CN" sz="2000"/>
              <a:t>VERB</a:t>
            </a:r>
            <a:r>
              <a:rPr lang="zh-CN" altLang="en-US" sz="2000"/>
              <a:t> </a:t>
            </a:r>
            <a:r>
              <a:rPr lang="en-US" altLang="zh-CN" sz="2000"/>
              <a:t>be of help; benefit</a:t>
            </a:r>
          </a:p>
          <a:p>
            <a:pPr eaLnBrk="1" hangingPunct="1"/>
            <a:r>
              <a:rPr lang="en-US" altLang="zh-CN" sz="2000"/>
              <a:t>NOUN</a:t>
            </a:r>
            <a:r>
              <a:rPr lang="zh-CN" altLang="en-US" sz="2000"/>
              <a:t>   </a:t>
            </a:r>
            <a:r>
              <a:rPr lang="zh-CN" altLang="zh-CN" sz="2000"/>
              <a:t>economy</a:t>
            </a:r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学习（一级） 经济</a:t>
            </a:r>
            <a:r>
              <a:rPr lang="en-US" altLang="zh-CN" sz="2000"/>
              <a:t> learning economics</a:t>
            </a:r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kumimoji="1" lang="zh-CN" altLang="en-US" sz="2000"/>
              <a:t>几十年来中国经济改革最大的成就是什么？</a:t>
            </a:r>
            <a:r>
              <a:rPr kumimoji="1" lang="en-US" altLang="zh-CN" sz="2000"/>
              <a:t>['</a:t>
            </a:r>
            <a:r>
              <a:rPr kumimoji="1" lang="zh-CN" altLang="en-US" sz="2000"/>
              <a:t>改革</a:t>
            </a:r>
            <a:r>
              <a:rPr kumimoji="1" lang="en-US" altLang="zh-CN" sz="2000"/>
              <a:t>', '</a:t>
            </a:r>
            <a:r>
              <a:rPr kumimoji="1" lang="zh-CN" altLang="en-US" sz="2000"/>
              <a:t>成就</a:t>
            </a:r>
            <a:r>
              <a:rPr kumimoji="1"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几</a:t>
            </a:r>
            <a:r>
              <a:rPr kumimoji="1" lang="en-US" altLang="zh-CN" sz="2000"/>
              <a:t>/</a:t>
            </a:r>
            <a:r>
              <a:rPr kumimoji="1" lang="zh-CN" altLang="zh-CN" sz="2000"/>
              <a:t>jǐ  </a:t>
            </a:r>
            <a:r>
              <a:rPr kumimoji="1" lang="zh-CN" altLang="en-US" sz="2000"/>
              <a:t>十年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shínián  </a:t>
            </a:r>
            <a:r>
              <a:rPr kumimoji="1" lang="zh-CN" altLang="en-US" sz="2000"/>
              <a:t>来</a:t>
            </a:r>
            <a:r>
              <a:rPr kumimoji="1" lang="en-US" altLang="zh-CN" sz="2000"/>
              <a:t>/</a:t>
            </a:r>
            <a:r>
              <a:rPr kumimoji="1" lang="zh-CN" altLang="zh-CN" sz="2000"/>
              <a:t>lái  </a:t>
            </a:r>
            <a:r>
              <a:rPr kumimoji="1" lang="zh-CN" altLang="en-US" sz="2000"/>
              <a:t>中国</a:t>
            </a:r>
            <a:r>
              <a:rPr kumimoji="1" lang="en-US" altLang="zh-CN" sz="2000"/>
              <a:t>/</a:t>
            </a:r>
            <a:r>
              <a:rPr kumimoji="1" lang="zh-CN" altLang="zh-CN" sz="2000"/>
              <a:t>zhōngguó  </a:t>
            </a:r>
            <a:r>
              <a:rPr kumimoji="1" lang="zh-CN" altLang="en-US" sz="2000"/>
              <a:t>经济改革</a:t>
            </a:r>
            <a:r>
              <a:rPr kumimoji="1" lang="en-US" altLang="zh-CN" sz="2000"/>
              <a:t>/</a:t>
            </a:r>
            <a:r>
              <a:rPr kumimoji="1" lang="zh-CN" altLang="zh-CN" sz="2000"/>
              <a:t>jīngjìgǎigé  </a:t>
            </a:r>
            <a:r>
              <a:rPr kumimoji="1" lang="zh-CN" altLang="en-US" sz="2000"/>
              <a:t>最大</a:t>
            </a:r>
            <a:r>
              <a:rPr kumimoji="1" lang="en-US" altLang="zh-CN" sz="2000"/>
              <a:t>/</a:t>
            </a:r>
            <a:r>
              <a:rPr kumimoji="1" lang="zh-CN" altLang="zh-CN" sz="2000"/>
              <a:t>zuìdà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成就</a:t>
            </a:r>
            <a:r>
              <a:rPr kumimoji="1" lang="en-US" altLang="zh-CN" sz="2000"/>
              <a:t>/</a:t>
            </a:r>
            <a:r>
              <a:rPr kumimoji="1" lang="zh-CN" altLang="zh-CN" sz="2000"/>
              <a:t>chéngjiù  </a:t>
            </a:r>
            <a:r>
              <a:rPr kumimoji="1" lang="zh-CN" altLang="en-US" sz="2000"/>
              <a:t>是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shì  </a:t>
            </a:r>
            <a:r>
              <a:rPr kumimoji="1" lang="zh-CN" altLang="en-US" sz="2000"/>
              <a:t>什么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shénme  ？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What has been the greatest achievement of China's economic reform in decades?</a:t>
            </a:r>
            <a:endParaRPr kumimoji="1" lang="zh-CN" altLang="en-US" sz="2000"/>
          </a:p>
        </p:txBody>
      </p:sp>
      <p:pic>
        <p:nvPicPr>
          <p:cNvPr id="2" name="经济.wav" descr="经济.wav">
            <a:hlinkClick r:id="" action="ppaction://media"/>
            <a:extLst>
              <a:ext uri="{FF2B5EF4-FFF2-40B4-BE49-F238E27FC236}">
                <a16:creationId xmlns:a16="http://schemas.microsoft.com/office/drawing/2014/main" id="{854B4666-602C-2444-BEE8-3A2B1999F23F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经.wav" descr="经.wav">
            <a:hlinkClick r:id="" action="ppaction://media"/>
            <a:extLst>
              <a:ext uri="{FF2B5EF4-FFF2-40B4-BE49-F238E27FC236}">
                <a16:creationId xmlns:a16="http://schemas.microsoft.com/office/drawing/2014/main" id="{E8D0224E-66C4-DB41-8786-1D7C02161088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143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济.wav" descr="济.wav">
            <a:hlinkClick r:id="" action="ppaction://media"/>
            <a:extLst>
              <a:ext uri="{FF2B5EF4-FFF2-40B4-BE49-F238E27FC236}">
                <a16:creationId xmlns:a16="http://schemas.microsoft.com/office/drawing/2014/main" id="{93696B83-8E74-3945-A62D-E01FC4B4A00B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325" y="1447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学习经济.wav" descr="学习经济.wav">
            <a:hlinkClick r:id="" action="ppaction://media"/>
            <a:extLst>
              <a:ext uri="{FF2B5EF4-FFF2-40B4-BE49-F238E27FC236}">
                <a16:creationId xmlns:a16="http://schemas.microsoft.com/office/drawing/2014/main" id="{5CEFDDB0-D7B0-7C45-9541-73EBDE4EBA30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667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几十年来中国经济改革最大的成就是什么？.wav" descr="几十年来中国经济改革最大的成就是什么？.wav">
            <a:hlinkClick r:id="" action="ppaction://media"/>
            <a:extLst>
              <a:ext uri="{FF2B5EF4-FFF2-40B4-BE49-F238E27FC236}">
                <a16:creationId xmlns:a16="http://schemas.microsoft.com/office/drawing/2014/main" id="{4A7F53DC-A24B-B844-B615-2072B46817CE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352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D12A1E23-C2DB-FE46-8A9B-717BEC42C443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3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42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ABAE4817-2625-0E4A-ACFC-F6065BF576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经济 </a:t>
            </a:r>
            <a:r>
              <a:rPr kumimoji="1" lang="zh-CN" altLang="zh-CN" sz="2800"/>
              <a:t>jīngjì </a:t>
            </a:r>
            <a:endParaRPr kumimoji="1" lang="zh-CN" altLang="en-US" sz="2800"/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61A35B7F-8E16-5241-B845-7D841881E2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NOUN</a:t>
            </a:r>
            <a:r>
              <a:rPr lang="zh-CN" altLang="en-US" sz="2000" dirty="0"/>
              <a:t>   </a:t>
            </a:r>
            <a:r>
              <a:rPr lang="zh-CN" altLang="zh-CN" sz="2000" dirty="0"/>
              <a:t>economy</a:t>
            </a:r>
          </a:p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学习（一级） 经济</a:t>
            </a:r>
            <a:r>
              <a:rPr lang="en-US" altLang="zh-CN" sz="2000" dirty="0"/>
              <a:t> learning economics</a:t>
            </a:r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几十年来中国经济改革最大的成就是什么？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改革</a:t>
            </a:r>
            <a:r>
              <a:rPr kumimoji="1" lang="en-US" altLang="zh-CN" sz="2000" dirty="0"/>
              <a:t>', '</a:t>
            </a:r>
            <a:r>
              <a:rPr kumimoji="1" lang="zh-CN" altLang="en-US" sz="2000" dirty="0"/>
              <a:t>成就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几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jǐ  </a:t>
            </a:r>
            <a:r>
              <a:rPr kumimoji="1" lang="zh-CN" altLang="en-US" sz="2000" dirty="0"/>
              <a:t>十年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shínián  </a:t>
            </a:r>
            <a:r>
              <a:rPr kumimoji="1" lang="zh-CN" altLang="en-US" sz="2000" dirty="0"/>
              <a:t>来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lái  </a:t>
            </a:r>
            <a:r>
              <a:rPr kumimoji="1" lang="zh-CN" altLang="en-US" sz="2000" dirty="0"/>
              <a:t>中国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zhōngguó  </a:t>
            </a:r>
            <a:r>
              <a:rPr kumimoji="1" lang="zh-CN" altLang="en-US" sz="2000" dirty="0"/>
              <a:t>经济改革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jīngjìgǎigé  </a:t>
            </a:r>
            <a:r>
              <a:rPr kumimoji="1" lang="zh-CN" altLang="en-US" sz="2000" dirty="0"/>
              <a:t>最大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zuìdà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成就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chéngjiù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shì  </a:t>
            </a:r>
            <a:r>
              <a:rPr kumimoji="1" lang="zh-CN" altLang="en-US" sz="2000" dirty="0"/>
              <a:t>什么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shénme  ？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What has been the greatest achievement of China's economic reform in decades?</a:t>
            </a:r>
            <a:endParaRPr kumimoji="1" lang="zh-CN" altLang="en-US" sz="2000" dirty="0"/>
          </a:p>
        </p:txBody>
      </p:sp>
      <p:pic>
        <p:nvPicPr>
          <p:cNvPr id="2" name="经济.wav" descr="经济.wav">
            <a:hlinkClick r:id="" action="ppaction://media"/>
            <a:extLst>
              <a:ext uri="{FF2B5EF4-FFF2-40B4-BE49-F238E27FC236}">
                <a16:creationId xmlns:a16="http://schemas.microsoft.com/office/drawing/2014/main" id="{854B4666-602C-2444-BEE8-3A2B1999F23F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学习经济.wav" descr="学习经济.wav">
            <a:hlinkClick r:id="" action="ppaction://media"/>
            <a:extLst>
              <a:ext uri="{FF2B5EF4-FFF2-40B4-BE49-F238E27FC236}">
                <a16:creationId xmlns:a16="http://schemas.microsoft.com/office/drawing/2014/main" id="{5CEFDDB0-D7B0-7C45-9541-73EBDE4EBA30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905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几十年来中国经济改革最大的成就是什么？.wav" descr="几十年来中国经济改革最大的成就是什么？.wav">
            <a:hlinkClick r:id="" action="ppaction://media"/>
            <a:extLst>
              <a:ext uri="{FF2B5EF4-FFF2-40B4-BE49-F238E27FC236}">
                <a16:creationId xmlns:a16="http://schemas.microsoft.com/office/drawing/2014/main" id="{4A7F53DC-A24B-B844-B615-2072B46817CE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5806969F-38B3-9148-83B2-4236F2FDEC65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268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42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ABAE4817-2625-0E4A-ACFC-F6065BF576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经济 </a:t>
            </a:r>
            <a:r>
              <a:rPr kumimoji="1" lang="zh-CN" altLang="zh-CN" sz="2800"/>
              <a:t>jīngjì </a:t>
            </a:r>
            <a:endParaRPr kumimoji="1" lang="zh-CN" altLang="en-US" sz="2800"/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61A35B7F-8E16-5241-B845-7D841881E2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学习（一级） 经济</a:t>
            </a:r>
            <a:r>
              <a:rPr lang="en-US" altLang="zh-CN" sz="2000" dirty="0"/>
              <a:t> learning economics</a:t>
            </a:r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几十年来中国经济改革最大的成就是什么？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改革</a:t>
            </a:r>
            <a:r>
              <a:rPr kumimoji="1" lang="en-US" altLang="zh-CN" sz="2000" dirty="0"/>
              <a:t>', '</a:t>
            </a:r>
            <a:r>
              <a:rPr kumimoji="1" lang="zh-CN" altLang="en-US" sz="2000" dirty="0"/>
              <a:t>成就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几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jǐ  </a:t>
            </a:r>
            <a:r>
              <a:rPr kumimoji="1" lang="zh-CN" altLang="en-US" sz="2000" dirty="0"/>
              <a:t>十年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shínián  </a:t>
            </a:r>
            <a:r>
              <a:rPr kumimoji="1" lang="zh-CN" altLang="en-US" sz="2000" dirty="0"/>
              <a:t>来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lái  </a:t>
            </a:r>
            <a:r>
              <a:rPr kumimoji="1" lang="zh-CN" altLang="en-US" sz="2000" dirty="0"/>
              <a:t>中国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zhōngguó  </a:t>
            </a:r>
            <a:r>
              <a:rPr kumimoji="1" lang="zh-CN" altLang="en-US" sz="2000" dirty="0"/>
              <a:t>经济改革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jīngjìgǎigé  </a:t>
            </a:r>
            <a:r>
              <a:rPr kumimoji="1" lang="zh-CN" altLang="en-US" sz="2000" dirty="0"/>
              <a:t>最大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zuìdà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成就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chéngjiù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shì  </a:t>
            </a:r>
            <a:r>
              <a:rPr kumimoji="1" lang="zh-CN" altLang="en-US" sz="2000" dirty="0"/>
              <a:t>什么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shénme  ？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What has been the greatest achievement of China's economic reform in decades?</a:t>
            </a:r>
            <a:endParaRPr kumimoji="1" lang="zh-CN" altLang="en-US" sz="2000" dirty="0"/>
          </a:p>
        </p:txBody>
      </p:sp>
      <p:pic>
        <p:nvPicPr>
          <p:cNvPr id="2" name="经济.wav" descr="经济.wav">
            <a:hlinkClick r:id="" action="ppaction://media"/>
            <a:extLst>
              <a:ext uri="{FF2B5EF4-FFF2-40B4-BE49-F238E27FC236}">
                <a16:creationId xmlns:a16="http://schemas.microsoft.com/office/drawing/2014/main" id="{854B4666-602C-2444-BEE8-3A2B1999F23F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学习经济.wav" descr="学习经济.wav">
            <a:hlinkClick r:id="" action="ppaction://media"/>
            <a:extLst>
              <a:ext uri="{FF2B5EF4-FFF2-40B4-BE49-F238E27FC236}">
                <a16:creationId xmlns:a16="http://schemas.microsoft.com/office/drawing/2014/main" id="{5CEFDDB0-D7B0-7C45-9541-73EBDE4EBA30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几十年来中国经济改革最大的成就是什么？.wav" descr="几十年来中国经济改革最大的成就是什么？.wav">
            <a:hlinkClick r:id="" action="ppaction://media"/>
            <a:extLst>
              <a:ext uri="{FF2B5EF4-FFF2-40B4-BE49-F238E27FC236}">
                <a16:creationId xmlns:a16="http://schemas.microsoft.com/office/drawing/2014/main" id="{4A7F53DC-A24B-B844-B615-2072B46817CE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209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FE785964-FB2A-1E41-B27E-AC8DE78A2966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687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42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ABAE4817-2625-0E4A-ACFC-F6065BF576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经济 </a:t>
            </a:r>
            <a:r>
              <a:rPr kumimoji="1" lang="zh-CN" altLang="zh-CN" sz="2800"/>
              <a:t>jīngjì </a:t>
            </a:r>
            <a:endParaRPr kumimoji="1" lang="zh-CN" altLang="en-US" sz="2800"/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61A35B7F-8E16-5241-B845-7D841881E2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几十年来中国经济改革最大的成就是什么？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改革</a:t>
            </a:r>
            <a:r>
              <a:rPr kumimoji="1" lang="en-US" altLang="zh-CN" sz="2000" dirty="0"/>
              <a:t>', '</a:t>
            </a:r>
            <a:r>
              <a:rPr kumimoji="1" lang="zh-CN" altLang="en-US" sz="2000" dirty="0"/>
              <a:t>成就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几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jǐ  </a:t>
            </a:r>
            <a:r>
              <a:rPr kumimoji="1" lang="zh-CN" altLang="en-US" sz="2000" dirty="0"/>
              <a:t>十年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shínián  </a:t>
            </a:r>
            <a:r>
              <a:rPr kumimoji="1" lang="zh-CN" altLang="en-US" sz="2000" dirty="0"/>
              <a:t>来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lái  </a:t>
            </a:r>
            <a:r>
              <a:rPr kumimoji="1" lang="zh-CN" altLang="en-US" sz="2000" dirty="0"/>
              <a:t>中国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zhōngguó  </a:t>
            </a:r>
            <a:r>
              <a:rPr kumimoji="1" lang="zh-CN" altLang="en-US" sz="2000" dirty="0"/>
              <a:t>经济改革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jīngjìgǎigé  </a:t>
            </a:r>
            <a:r>
              <a:rPr kumimoji="1" lang="zh-CN" altLang="en-US" sz="2000" dirty="0"/>
              <a:t>最大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zuìdà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成就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chéngjiù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shì  </a:t>
            </a:r>
            <a:r>
              <a:rPr kumimoji="1" lang="zh-CN" altLang="en-US" sz="2000" dirty="0"/>
              <a:t>什么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shénme  ？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What has been the greatest achievement of China's economic reform in decades?</a:t>
            </a:r>
            <a:endParaRPr kumimoji="1" lang="zh-CN" altLang="en-US" sz="2000" dirty="0"/>
          </a:p>
        </p:txBody>
      </p:sp>
      <p:pic>
        <p:nvPicPr>
          <p:cNvPr id="2" name="经济.wav" descr="经济.wav">
            <a:hlinkClick r:id="" action="ppaction://media"/>
            <a:extLst>
              <a:ext uri="{FF2B5EF4-FFF2-40B4-BE49-F238E27FC236}">
                <a16:creationId xmlns:a16="http://schemas.microsoft.com/office/drawing/2014/main" id="{854B4666-602C-2444-BEE8-3A2B1999F23F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几十年来中国经济改革最大的成就是什么？.wav" descr="几十年来中国经济改革最大的成就是什么？.wav">
            <a:hlinkClick r:id="" action="ppaction://media"/>
            <a:extLst>
              <a:ext uri="{FF2B5EF4-FFF2-40B4-BE49-F238E27FC236}">
                <a16:creationId xmlns:a16="http://schemas.microsoft.com/office/drawing/2014/main" id="{4A7F53DC-A24B-B844-B615-2072B46817CE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CA965CA0-416D-094E-A077-5A87959C013A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9923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2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E1EC4E99-9F10-A144-A5FF-D4702B1D4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853EFC-4C4E-9D4D-8D6D-0A9CB6C4E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economy </a:t>
            </a:r>
            <a:r>
              <a:rPr lang="zh-CN" altLang="en-US" sz="2000" dirty="0"/>
              <a:t>    </a:t>
            </a:r>
            <a:r>
              <a:rPr lang="en-US" altLang="zh-CN" sz="2000" dirty="0"/>
              <a:t>A.</a:t>
            </a:r>
            <a:r>
              <a:rPr lang="zh-CN" altLang="en-US" sz="2000" dirty="0"/>
              <a:t>干净  </a:t>
            </a:r>
            <a:r>
              <a:rPr lang="en-US" altLang="zh-CN" sz="2000" dirty="0"/>
              <a:t>B.</a:t>
            </a:r>
            <a:r>
              <a:rPr lang="zh-CN" altLang="en-US" sz="2000" dirty="0"/>
              <a:t>经济  </a:t>
            </a:r>
            <a:r>
              <a:rPr lang="en-US" altLang="zh-CN" sz="2000" dirty="0"/>
              <a:t>C.</a:t>
            </a:r>
            <a:r>
              <a:rPr lang="zh-CN" altLang="en-US" sz="2000" dirty="0"/>
              <a:t>小时  </a:t>
            </a:r>
            <a:r>
              <a:rPr lang="en-US" altLang="zh-CN" sz="2000" dirty="0"/>
              <a:t>D.</a:t>
            </a:r>
            <a:r>
              <a:rPr lang="zh-CN" altLang="en-US" sz="2000" dirty="0"/>
              <a:t>手表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学习（）   </a:t>
            </a:r>
            <a:r>
              <a:rPr lang="en-US" altLang="zh-CN" sz="2000" dirty="0"/>
              <a:t>A.</a:t>
            </a:r>
            <a:r>
              <a:rPr lang="zh-CN" altLang="en-US" sz="2000" dirty="0"/>
              <a:t>一下  </a:t>
            </a:r>
            <a:r>
              <a:rPr lang="en-US" altLang="zh-CN" sz="2000" dirty="0"/>
              <a:t>B.</a:t>
            </a:r>
            <a:r>
              <a:rPr lang="zh-CN" altLang="en-US" sz="2000" dirty="0"/>
              <a:t>可以</a:t>
            </a:r>
            <a:r>
              <a:rPr lang="en-US" altLang="zh-CN" sz="2000" dirty="0"/>
              <a:t>  C.</a:t>
            </a:r>
            <a:r>
              <a:rPr lang="zh-CN" altLang="en-US" sz="2000" dirty="0"/>
              <a:t>书  </a:t>
            </a:r>
            <a:r>
              <a:rPr lang="en-US" altLang="zh-CN" sz="2000" dirty="0"/>
              <a:t>D.</a:t>
            </a:r>
            <a:r>
              <a:rPr lang="zh-CN" altLang="en-US" sz="2000" dirty="0"/>
              <a:t>经济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几十年来中国经（）改革最大的成就是什么？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A0178AA-C7EB-1045-AD91-5115B9ADC356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03081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84227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首都？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  <a:endParaRPr lang="zh-CN" altLang="zh-CN" sz="2000" dirty="0"/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3657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3962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49840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492EAD20-1D63-354D-A174-D3B91F40A2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首都 </a:t>
            </a:r>
            <a:r>
              <a:rPr kumimoji="1" lang="zh-CN" altLang="zh-CN"/>
              <a:t>shǒudū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9BDFE9-7B50-A74C-9738-497A14C50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首 </a:t>
            </a:r>
            <a:r>
              <a:rPr kumimoji="1" lang="en" altLang="zh-CN" sz="2000" dirty="0" err="1"/>
              <a:t>shǒu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NOUN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capital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都 </a:t>
            </a:r>
            <a:r>
              <a:rPr kumimoji="1" lang="en" altLang="zh-CN" sz="2000" dirty="0" err="1"/>
              <a:t>dū</a:t>
            </a:r>
            <a:r>
              <a:rPr kumimoji="1" lang="en" altLang="zh-CN" sz="2000" dirty="0"/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NOUN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capital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NOUN</a:t>
            </a:r>
            <a:r>
              <a:rPr lang="zh-CN" altLang="en-US" sz="2000" dirty="0">
                <a:solidFill>
                  <a:srgbClr val="000000"/>
                </a:solidFill>
              </a:rPr>
              <a:t>   </a:t>
            </a:r>
            <a:r>
              <a:rPr lang="en" altLang="zh-CN" sz="2000" dirty="0">
                <a:solidFill>
                  <a:srgbClr val="000000"/>
                </a:solidFill>
              </a:rPr>
              <a:t>capital (of a country)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北京是中国的首都。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北京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běijīng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shì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中国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zhōngguó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首都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shǒudū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Beijing is the capital of China.</a:t>
            </a:r>
            <a:endParaRPr kumimoji="1" lang="zh-CN" altLang="en-US" sz="2000" dirty="0"/>
          </a:p>
        </p:txBody>
      </p:sp>
      <p:pic>
        <p:nvPicPr>
          <p:cNvPr id="2" name="首都.wav" descr="首都.wav">
            <a:hlinkClick r:id="" action="ppaction://media"/>
            <a:extLst>
              <a:ext uri="{FF2B5EF4-FFF2-40B4-BE49-F238E27FC236}">
                <a16:creationId xmlns:a16="http://schemas.microsoft.com/office/drawing/2014/main" id="{A9ADF956-E0E4-DF4B-B298-E84A171F54B1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25450"/>
            <a:ext cx="4889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首.wav" descr="首.wav">
            <a:hlinkClick r:id="" action="ppaction://media"/>
            <a:extLst>
              <a:ext uri="{FF2B5EF4-FFF2-40B4-BE49-F238E27FC236}">
                <a16:creationId xmlns:a16="http://schemas.microsoft.com/office/drawing/2014/main" id="{29E5BFBD-EE75-BA46-B61D-AF6A5A0FEF60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850" y="1106488"/>
            <a:ext cx="4889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都.wav" descr="都.wav">
            <a:hlinkClick r:id="" action="ppaction://media"/>
            <a:extLst>
              <a:ext uri="{FF2B5EF4-FFF2-40B4-BE49-F238E27FC236}">
                <a16:creationId xmlns:a16="http://schemas.microsoft.com/office/drawing/2014/main" id="{D7A0CDF2-199B-E24E-9BED-67CFBEA88CD8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568450"/>
            <a:ext cx="4889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北京是中国的首都。.wav" descr="北京是中国的首都。.wav">
            <a:hlinkClick r:id="" action="ppaction://media"/>
            <a:extLst>
              <a:ext uri="{FF2B5EF4-FFF2-40B4-BE49-F238E27FC236}">
                <a16:creationId xmlns:a16="http://schemas.microsoft.com/office/drawing/2014/main" id="{E15BBC1A-6EFC-BE48-9335-E013DCFC9466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635250"/>
            <a:ext cx="4889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0C22F010-92D4-B649-9F34-22635372D9B9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2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492EAD20-1D63-354D-A174-D3B91F40A2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首都 </a:t>
            </a:r>
            <a:r>
              <a:rPr kumimoji="1" lang="zh-CN" altLang="zh-CN"/>
              <a:t>shǒudū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9BDFE9-7B50-A74C-9738-497A14C50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NOUN</a:t>
            </a:r>
            <a:r>
              <a:rPr lang="zh-CN" altLang="en-US" sz="2000" dirty="0">
                <a:solidFill>
                  <a:srgbClr val="000000"/>
                </a:solidFill>
              </a:rPr>
              <a:t>   </a:t>
            </a:r>
            <a:r>
              <a:rPr lang="en" altLang="zh-CN" sz="2000" dirty="0">
                <a:solidFill>
                  <a:srgbClr val="000000"/>
                </a:solidFill>
              </a:rPr>
              <a:t>capital (of a country)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北京是中国的首都。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北京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běijīng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shì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中国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zhōngguó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首都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shǒudū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Beijing is the capital of China.</a:t>
            </a:r>
            <a:endParaRPr kumimoji="1" lang="zh-CN" altLang="en-US" sz="2000" dirty="0"/>
          </a:p>
        </p:txBody>
      </p:sp>
      <p:pic>
        <p:nvPicPr>
          <p:cNvPr id="2" name="首都.wav" descr="首都.wav">
            <a:hlinkClick r:id="" action="ppaction://media"/>
            <a:extLst>
              <a:ext uri="{FF2B5EF4-FFF2-40B4-BE49-F238E27FC236}">
                <a16:creationId xmlns:a16="http://schemas.microsoft.com/office/drawing/2014/main" id="{A9ADF956-E0E4-DF4B-B298-E84A171F54B1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25450"/>
            <a:ext cx="4889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北京是中国的首都。.wav" descr="北京是中国的首都。.wav">
            <a:hlinkClick r:id="" action="ppaction://media"/>
            <a:extLst>
              <a:ext uri="{FF2B5EF4-FFF2-40B4-BE49-F238E27FC236}">
                <a16:creationId xmlns:a16="http://schemas.microsoft.com/office/drawing/2014/main" id="{E15BBC1A-6EFC-BE48-9335-E013DCFC9466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828800"/>
            <a:ext cx="4889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F481BF69-9916-0F41-8BFF-5C41D0782406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5802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2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492EAD20-1D63-354D-A174-D3B91F40A2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首都 </a:t>
            </a:r>
            <a:r>
              <a:rPr kumimoji="1" lang="zh-CN" altLang="zh-CN"/>
              <a:t>shǒudū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9BDFE9-7B50-A74C-9738-497A14C50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北京是中国的首都。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北京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běijīng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shì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中国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zhōngguó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首都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shǒudū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Beijing is the capital of China.</a:t>
            </a:r>
            <a:endParaRPr kumimoji="1" lang="zh-CN" altLang="en-US" sz="2000" dirty="0"/>
          </a:p>
        </p:txBody>
      </p:sp>
      <p:pic>
        <p:nvPicPr>
          <p:cNvPr id="2" name="首都.wav" descr="首都.wav">
            <a:hlinkClick r:id="" action="ppaction://media"/>
            <a:extLst>
              <a:ext uri="{FF2B5EF4-FFF2-40B4-BE49-F238E27FC236}">
                <a16:creationId xmlns:a16="http://schemas.microsoft.com/office/drawing/2014/main" id="{A9ADF956-E0E4-DF4B-B298-E84A171F54B1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25450"/>
            <a:ext cx="4889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北京是中国的首都。.wav" descr="北京是中国的首都。.wav">
            <a:hlinkClick r:id="" action="ppaction://media"/>
            <a:extLst>
              <a:ext uri="{FF2B5EF4-FFF2-40B4-BE49-F238E27FC236}">
                <a16:creationId xmlns:a16="http://schemas.microsoft.com/office/drawing/2014/main" id="{E15BBC1A-6EFC-BE48-9335-E013DCFC9466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524000"/>
            <a:ext cx="4889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EB2E9E82-356C-B645-9732-F61F56E4A58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844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2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9C9683DE-7B87-ED4E-9B96-3593D4F5C1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B4ABD3-AEAF-304F-815B-37B47D03B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capital (of a country)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四   </a:t>
            </a:r>
            <a:r>
              <a:rPr lang="en" altLang="zh-CN" sz="2000" dirty="0"/>
              <a:t>B.</a:t>
            </a:r>
            <a:r>
              <a:rPr lang="zh-CN" altLang="en-US" sz="2000" dirty="0"/>
              <a:t>首都   </a:t>
            </a:r>
            <a:r>
              <a:rPr lang="en" altLang="zh-CN" sz="2000" dirty="0"/>
              <a:t>C.</a:t>
            </a:r>
            <a:r>
              <a:rPr lang="zh-CN" altLang="en-US" sz="2000" dirty="0"/>
              <a:t>叔叔  </a:t>
            </a:r>
            <a:r>
              <a:rPr lang="en" altLang="zh-CN" sz="2000" dirty="0"/>
              <a:t>D.</a:t>
            </a:r>
            <a:r>
              <a:rPr lang="zh-CN" altLang="en-US" sz="2000" dirty="0"/>
              <a:t>终于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北京是中国的首（）。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5322E00-256A-1243-B1E2-5F3115B69A4C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365612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625099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卫生间？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95768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127B914E-302E-2C4A-A46C-E94989E7CB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卫生间 </a:t>
            </a:r>
            <a:r>
              <a:rPr kumimoji="1" lang="zh-CN" altLang="zh-CN"/>
              <a:t>wèishēngjiān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5A0B12-EDBC-0644-8FAB-37BFE3793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卫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kumimoji="1" lang="en" altLang="zh-CN" sz="2000" dirty="0" err="1"/>
              <a:t>wèi</a:t>
            </a:r>
            <a:r>
              <a:rPr kumimoji="1" lang="en" altLang="zh-CN" sz="2000" dirty="0"/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VERB defend; guard; protect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生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</a:rPr>
              <a:t>shēng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kumimoji="1" lang="en" altLang="zh-CN" sz="2000" dirty="0"/>
              <a:t>NOUN life; living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间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kumimoji="1" lang="en" altLang="zh-CN" sz="2000" dirty="0" err="1"/>
              <a:t>jiān</a:t>
            </a:r>
            <a:r>
              <a:rPr kumimoji="1" lang="en" altLang="zh-CN" sz="2000" dirty="0"/>
              <a:t> NOUN room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NOUN</a:t>
            </a:r>
            <a:r>
              <a:rPr lang="zh-CN" altLang="en-US" sz="2000" dirty="0">
                <a:solidFill>
                  <a:srgbClr val="000000"/>
                </a:solidFill>
              </a:rPr>
              <a:t>   </a:t>
            </a:r>
            <a:r>
              <a:rPr lang="en" altLang="zh-CN" sz="2000" dirty="0">
                <a:solidFill>
                  <a:srgbClr val="000000"/>
                </a:solidFill>
              </a:rPr>
              <a:t>toilet(room)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没有（一级） 卫生间 </a:t>
            </a:r>
            <a:r>
              <a:rPr lang="en" altLang="zh-CN" sz="2000" dirty="0">
                <a:solidFill>
                  <a:srgbClr val="000000"/>
                </a:solidFill>
              </a:rPr>
              <a:t>no toilet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经理：小王，卫生间怎么那么脏啊？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经理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jīnglǐ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：  </a:t>
            </a:r>
            <a:r>
              <a:rPr kumimoji="1" lang="zh-CN" altLang="en-US" sz="2000" dirty="0"/>
              <a:t>小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xiǎo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王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wàng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卫生间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wèishēngjiān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怎么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zěnme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那么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nàme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脏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zàng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啊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a  </a:t>
            </a:r>
            <a:r>
              <a:rPr kumimoji="1" lang="zh-CN" altLang="en" sz="2000" dirty="0"/>
              <a:t>？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Manager: Xiao Wang, why is the bathroom so dirty?</a:t>
            </a:r>
            <a:endParaRPr kumimoji="1" lang="zh-CN" altLang="en-US" sz="2000" dirty="0"/>
          </a:p>
        </p:txBody>
      </p:sp>
      <p:pic>
        <p:nvPicPr>
          <p:cNvPr id="2" name="卫生间.wav" descr="卫生间.wav">
            <a:hlinkClick r:id="" action="ppaction://media"/>
            <a:extLst>
              <a:ext uri="{FF2B5EF4-FFF2-40B4-BE49-F238E27FC236}">
                <a16:creationId xmlns:a16="http://schemas.microsoft.com/office/drawing/2014/main" id="{E3F6A7D4-1BC3-984A-B012-0B99A6AF6A0D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33388"/>
            <a:ext cx="49688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卫.wav" descr="卫.wav">
            <a:hlinkClick r:id="" action="ppaction://media"/>
            <a:extLst>
              <a:ext uri="{FF2B5EF4-FFF2-40B4-BE49-F238E27FC236}">
                <a16:creationId xmlns:a16="http://schemas.microsoft.com/office/drawing/2014/main" id="{407641F8-C128-D748-AB77-B85CAF31722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173163"/>
            <a:ext cx="49688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生.wav" descr="生.wav">
            <a:hlinkClick r:id="" action="ppaction://media"/>
            <a:extLst>
              <a:ext uri="{FF2B5EF4-FFF2-40B4-BE49-F238E27FC236}">
                <a16:creationId xmlns:a16="http://schemas.microsoft.com/office/drawing/2014/main" id="{518F06A8-6139-5E42-8EA3-A3A3F82155A6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579563"/>
            <a:ext cx="49688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间.wav" descr="间.wav">
            <a:hlinkClick r:id="" action="ppaction://media"/>
            <a:extLst>
              <a:ext uri="{FF2B5EF4-FFF2-40B4-BE49-F238E27FC236}">
                <a16:creationId xmlns:a16="http://schemas.microsoft.com/office/drawing/2014/main" id="{5EA93C2C-C01E-8C43-94C7-775B9D0C2D6D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800" y="1958975"/>
            <a:ext cx="4968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没有卫生间.wav" descr="没有卫生间.wav">
            <a:hlinkClick r:id="" action="ppaction://media"/>
            <a:extLst>
              <a:ext uri="{FF2B5EF4-FFF2-40B4-BE49-F238E27FC236}">
                <a16:creationId xmlns:a16="http://schemas.microsoft.com/office/drawing/2014/main" id="{CE36F0A3-543D-B94E-83D7-EBB400A0CBC1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971800"/>
            <a:ext cx="496888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经理：小王，卫生间怎么那么脏啊？.wav" descr="经理：小王，卫生间怎么那么脏啊？.wav">
            <a:hlinkClick r:id="" action="ppaction://media"/>
            <a:extLst>
              <a:ext uri="{FF2B5EF4-FFF2-40B4-BE49-F238E27FC236}">
                <a16:creationId xmlns:a16="http://schemas.microsoft.com/office/drawing/2014/main" id="{1C75CBBE-9479-614D-BB7E-DAB30F34019F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263" y="3694113"/>
            <a:ext cx="496887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6C2BB8F5-24FB-724A-AF44-A5748D53BE99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6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54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342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127B914E-302E-2C4A-A46C-E94989E7CB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卫生间 </a:t>
            </a:r>
            <a:r>
              <a:rPr kumimoji="1" lang="zh-CN" altLang="zh-CN"/>
              <a:t>wèishēngjiān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5A0B12-EDBC-0644-8FAB-37BFE3793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NOUN</a:t>
            </a:r>
            <a:r>
              <a:rPr lang="zh-CN" altLang="en-US" sz="2000" dirty="0">
                <a:solidFill>
                  <a:srgbClr val="000000"/>
                </a:solidFill>
              </a:rPr>
              <a:t>   </a:t>
            </a:r>
            <a:r>
              <a:rPr lang="en" altLang="zh-CN" sz="2000" dirty="0">
                <a:solidFill>
                  <a:srgbClr val="000000"/>
                </a:solidFill>
              </a:rPr>
              <a:t>toilet(room)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没有（一级） 卫生间 </a:t>
            </a:r>
            <a:r>
              <a:rPr lang="en" altLang="zh-CN" sz="2000" dirty="0">
                <a:solidFill>
                  <a:srgbClr val="000000"/>
                </a:solidFill>
              </a:rPr>
              <a:t>no toilet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经理：小王，卫生间怎么那么脏啊？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经理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jīnglǐ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：  </a:t>
            </a:r>
            <a:r>
              <a:rPr kumimoji="1" lang="zh-CN" altLang="en-US" sz="2000" dirty="0"/>
              <a:t>小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xiǎo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王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wàng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卫生间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wèishēngjiān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怎么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zěnme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那么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nàme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脏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zàng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啊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a  </a:t>
            </a:r>
            <a:r>
              <a:rPr kumimoji="1" lang="zh-CN" altLang="en" sz="2000" dirty="0"/>
              <a:t>？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Manager: Xiao Wang, why is the bathroom so dirty?</a:t>
            </a:r>
            <a:endParaRPr kumimoji="1" lang="zh-CN" altLang="en-US" sz="2000" dirty="0"/>
          </a:p>
        </p:txBody>
      </p:sp>
      <p:pic>
        <p:nvPicPr>
          <p:cNvPr id="2" name="卫生间.wav" descr="卫生间.wav">
            <a:hlinkClick r:id="" action="ppaction://media"/>
            <a:extLst>
              <a:ext uri="{FF2B5EF4-FFF2-40B4-BE49-F238E27FC236}">
                <a16:creationId xmlns:a16="http://schemas.microsoft.com/office/drawing/2014/main" id="{E3F6A7D4-1BC3-984A-B012-0B99A6AF6A0D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33388"/>
            <a:ext cx="49688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没有卫生间.wav" descr="没有卫生间.wav">
            <a:hlinkClick r:id="" action="ppaction://media"/>
            <a:extLst>
              <a:ext uri="{FF2B5EF4-FFF2-40B4-BE49-F238E27FC236}">
                <a16:creationId xmlns:a16="http://schemas.microsoft.com/office/drawing/2014/main" id="{CE36F0A3-543D-B94E-83D7-EBB400A0CBC1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828800"/>
            <a:ext cx="496888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经理：小王，卫生间怎么那么脏啊？.wav" descr="经理：小王，卫生间怎么那么脏啊？.wav">
            <a:hlinkClick r:id="" action="ppaction://media"/>
            <a:extLst>
              <a:ext uri="{FF2B5EF4-FFF2-40B4-BE49-F238E27FC236}">
                <a16:creationId xmlns:a16="http://schemas.microsoft.com/office/drawing/2014/main" id="{1C75CBBE-9479-614D-BB7E-DAB30F34019F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263" y="2551113"/>
            <a:ext cx="496887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E010A2C2-629E-B743-A321-F4C3A7445DD8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183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54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42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127B914E-302E-2C4A-A46C-E94989E7CB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卫生间 </a:t>
            </a:r>
            <a:r>
              <a:rPr kumimoji="1" lang="zh-CN" altLang="zh-CN"/>
              <a:t>wèishēngjiān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5A0B12-EDBC-0644-8FAB-37BFE3793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没有（一级） 卫生间 </a:t>
            </a:r>
            <a:r>
              <a:rPr lang="en" altLang="zh-CN" sz="2000" dirty="0">
                <a:solidFill>
                  <a:srgbClr val="000000"/>
                </a:solidFill>
              </a:rPr>
              <a:t>no toilet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经理：小王，卫生间怎么那么脏啊？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经理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jīnglǐ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：  </a:t>
            </a:r>
            <a:r>
              <a:rPr kumimoji="1" lang="zh-CN" altLang="en-US" sz="2000" dirty="0"/>
              <a:t>小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xiǎo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王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wàng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卫生间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wèishēngjiān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怎么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zěnme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那么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nàme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脏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zàng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啊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a  </a:t>
            </a:r>
            <a:r>
              <a:rPr kumimoji="1" lang="zh-CN" altLang="en" sz="2000" dirty="0"/>
              <a:t>？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Manager: Xiao Wang, why is the bathroom so dirty?</a:t>
            </a:r>
            <a:endParaRPr kumimoji="1" lang="zh-CN" altLang="en-US" sz="2000" dirty="0"/>
          </a:p>
        </p:txBody>
      </p:sp>
      <p:pic>
        <p:nvPicPr>
          <p:cNvPr id="2" name="卫生间.wav" descr="卫生间.wav">
            <a:hlinkClick r:id="" action="ppaction://media"/>
            <a:extLst>
              <a:ext uri="{FF2B5EF4-FFF2-40B4-BE49-F238E27FC236}">
                <a16:creationId xmlns:a16="http://schemas.microsoft.com/office/drawing/2014/main" id="{E3F6A7D4-1BC3-984A-B012-0B99A6AF6A0D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33388"/>
            <a:ext cx="49688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没有卫生间.wav" descr="没有卫生间.wav">
            <a:hlinkClick r:id="" action="ppaction://media"/>
            <a:extLst>
              <a:ext uri="{FF2B5EF4-FFF2-40B4-BE49-F238E27FC236}">
                <a16:creationId xmlns:a16="http://schemas.microsoft.com/office/drawing/2014/main" id="{CE36F0A3-543D-B94E-83D7-EBB400A0CBC1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524000"/>
            <a:ext cx="496888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经理：小王，卫生间怎么那么脏啊？.wav" descr="经理：小王，卫生间怎么那么脏啊？.wav">
            <a:hlinkClick r:id="" action="ppaction://media"/>
            <a:extLst>
              <a:ext uri="{FF2B5EF4-FFF2-40B4-BE49-F238E27FC236}">
                <a16:creationId xmlns:a16="http://schemas.microsoft.com/office/drawing/2014/main" id="{1C75CBBE-9479-614D-BB7E-DAB30F34019F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263" y="2246313"/>
            <a:ext cx="496887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F576BC86-31EA-A44A-9439-AEABF23B693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065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54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42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127B914E-302E-2C4A-A46C-E94989E7CB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卫生间 </a:t>
            </a:r>
            <a:r>
              <a:rPr kumimoji="1" lang="zh-CN" altLang="zh-CN"/>
              <a:t>wèishēngjiān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5A0B12-EDBC-0644-8FAB-37BFE3793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经理：小王，卫生间怎么那么脏啊？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经理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jīnglǐ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：  </a:t>
            </a:r>
            <a:r>
              <a:rPr kumimoji="1" lang="zh-CN" altLang="en-US" sz="2000" dirty="0"/>
              <a:t>小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xiǎo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王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wàng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卫生间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wèishēngjiān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怎么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zěnme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那么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nàme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脏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zàng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啊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a  </a:t>
            </a:r>
            <a:r>
              <a:rPr kumimoji="1" lang="zh-CN" altLang="en" sz="2000" dirty="0"/>
              <a:t>？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Manager: Xiao Wang, why is the bathroom so dirty?</a:t>
            </a:r>
            <a:endParaRPr kumimoji="1" lang="zh-CN" altLang="en-US" sz="2000" dirty="0"/>
          </a:p>
        </p:txBody>
      </p:sp>
      <p:pic>
        <p:nvPicPr>
          <p:cNvPr id="2" name="卫生间.wav" descr="卫生间.wav">
            <a:hlinkClick r:id="" action="ppaction://media"/>
            <a:extLst>
              <a:ext uri="{FF2B5EF4-FFF2-40B4-BE49-F238E27FC236}">
                <a16:creationId xmlns:a16="http://schemas.microsoft.com/office/drawing/2014/main" id="{E3F6A7D4-1BC3-984A-B012-0B99A6AF6A0D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33388"/>
            <a:ext cx="49688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经理：小王，卫生间怎么那么脏啊？.wav" descr="经理：小王，卫生间怎么那么脏啊？.wav">
            <a:hlinkClick r:id="" action="ppaction://media"/>
            <a:extLst>
              <a:ext uri="{FF2B5EF4-FFF2-40B4-BE49-F238E27FC236}">
                <a16:creationId xmlns:a16="http://schemas.microsoft.com/office/drawing/2014/main" id="{1C75CBBE-9479-614D-BB7E-DAB30F34019F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279" y="1524000"/>
            <a:ext cx="496887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F3272682-7360-2B47-BA9A-8BA9DB9AE6A9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693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42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>
            <a:extLst>
              <a:ext uri="{FF2B5EF4-FFF2-40B4-BE49-F238E27FC236}">
                <a16:creationId xmlns:a16="http://schemas.microsoft.com/office/drawing/2014/main" id="{DB7D9B33-6E41-104F-B0A8-84555BABEC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442715-F061-6B4D-AEAF-7FE7898D2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toilet(room)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卫生间  </a:t>
            </a:r>
            <a:r>
              <a:rPr lang="en" altLang="zh-CN" sz="2000" dirty="0"/>
              <a:t>B.</a:t>
            </a:r>
            <a:r>
              <a:rPr lang="zh-CN" altLang="en-US" sz="2000" dirty="0"/>
              <a:t>碗   </a:t>
            </a:r>
            <a:r>
              <a:rPr lang="en" altLang="zh-CN" sz="2000" dirty="0"/>
              <a:t>C.</a:t>
            </a:r>
            <a:r>
              <a:rPr lang="zh-CN" altLang="en-US" sz="2000" dirty="0"/>
              <a:t>这   </a:t>
            </a:r>
            <a:r>
              <a:rPr lang="en" altLang="zh-CN" sz="2000" dirty="0"/>
              <a:t>D.</a:t>
            </a:r>
            <a:r>
              <a:rPr lang="zh-CN" altLang="en-US" sz="2000" dirty="0"/>
              <a:t>电影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没有（）  </a:t>
            </a:r>
            <a:r>
              <a:rPr lang="en" altLang="zh-CN" sz="2000" dirty="0"/>
              <a:t>A.</a:t>
            </a:r>
            <a:r>
              <a:rPr lang="zh-CN" altLang="en-US" sz="2000" dirty="0"/>
              <a:t>最近  </a:t>
            </a:r>
            <a:r>
              <a:rPr lang="en" altLang="zh-CN" sz="2000" dirty="0"/>
              <a:t>B.</a:t>
            </a:r>
            <a:r>
              <a:rPr lang="zh-CN" altLang="en-US" sz="2000" dirty="0"/>
              <a:t>卫生间  </a:t>
            </a:r>
            <a:r>
              <a:rPr lang="en" altLang="zh-CN" sz="2000" dirty="0"/>
              <a:t>C.</a:t>
            </a:r>
            <a:r>
              <a:rPr lang="zh-CN" altLang="en-US" sz="2000" dirty="0"/>
              <a:t>前面  </a:t>
            </a:r>
            <a:r>
              <a:rPr lang="en" altLang="zh-CN" sz="2000" dirty="0"/>
              <a:t>D.</a:t>
            </a:r>
            <a:r>
              <a:rPr lang="zh-CN" altLang="en-US" sz="2000" dirty="0"/>
              <a:t>时候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</a:t>
            </a:r>
            <a:r>
              <a:rPr lang="zh-CN" altLang="en-US" sz="2000" dirty="0"/>
              <a:t>   </a:t>
            </a:r>
            <a:r>
              <a:rPr lang="en-US" altLang="zh-CN" sz="2000" dirty="0"/>
              <a:t>j__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经理：小王，卫生（）怎么那么脏啊？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EEFE5CE-88D3-C34A-9099-1B1903B026E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End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正文">
  <a:themeElements>
    <a:clrScheme name="正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正文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正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首页">
  <a:themeElements>
    <a:clrScheme name="首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首页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首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致谢">
  <a:themeElements>
    <a:clrScheme name="致谢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致谢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致谢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6247</Words>
  <Application>Microsoft Macintosh PowerPoint</Application>
  <PresentationFormat>全屏显示(4:3)</PresentationFormat>
  <Paragraphs>768</Paragraphs>
  <Slides>94</Slides>
  <Notes>0</Notes>
  <HiddenSlides>0</HiddenSlides>
  <MMClips>162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94</vt:i4>
      </vt:variant>
    </vt:vector>
  </HeadingPairs>
  <TitlesOfParts>
    <vt:vector size="98" baseType="lpstr">
      <vt:lpstr>Arial</vt:lpstr>
      <vt:lpstr>正文</vt:lpstr>
      <vt:lpstr>首页</vt:lpstr>
      <vt:lpstr>致谢</vt:lpstr>
      <vt:lpstr>第三次学习</vt:lpstr>
      <vt:lpstr>Start time of learning a word </vt:lpstr>
      <vt:lpstr>How about you know 方法？ Please write down the choice on your page and click the choice to jump to the corresponding page</vt:lpstr>
      <vt:lpstr>方法 fāngfǎ  </vt:lpstr>
      <vt:lpstr>方法 fāngfǎ  </vt:lpstr>
      <vt:lpstr>方法 fāngfǎ  </vt:lpstr>
      <vt:lpstr>方法 fāngfǎ  </vt:lpstr>
      <vt:lpstr>practice</vt:lpstr>
      <vt:lpstr>End time of learning a word </vt:lpstr>
      <vt:lpstr>Start time of learning a word </vt:lpstr>
      <vt:lpstr>How about you know 方面？ Please write down the choice on your page and click the choice to jump to the corresponding page</vt:lpstr>
      <vt:lpstr>方面 fāngmiàn </vt:lpstr>
      <vt:lpstr>方面 fāngmiàn </vt:lpstr>
      <vt:lpstr>方面 fāngmiàn </vt:lpstr>
      <vt:lpstr>方面 fāngmiàn </vt:lpstr>
      <vt:lpstr>practice</vt:lpstr>
      <vt:lpstr>End time of learning a word </vt:lpstr>
      <vt:lpstr>Start time of learning a word </vt:lpstr>
      <vt:lpstr>How about you know 缺点？ Please write down the choice on your page and click the choice to jump to the corresponding page</vt:lpstr>
      <vt:lpstr>缺点 quēdiǎn  </vt:lpstr>
      <vt:lpstr>缺点 quēdiǎn  </vt:lpstr>
      <vt:lpstr>缺点 quēdiǎn  </vt:lpstr>
      <vt:lpstr>缺点 quēdiǎn  </vt:lpstr>
      <vt:lpstr>practice</vt:lpstr>
      <vt:lpstr>End time of learning a word </vt:lpstr>
      <vt:lpstr>Start time of learning a word </vt:lpstr>
      <vt:lpstr>How about you know 气候？ Please write down the choice on your page and click the choice to jump to the corresponding page</vt:lpstr>
      <vt:lpstr>气候 qìhòu </vt:lpstr>
      <vt:lpstr>气候 qìhòu </vt:lpstr>
      <vt:lpstr>气候 qìhòu </vt:lpstr>
      <vt:lpstr>气候 qìhòu </vt:lpstr>
      <vt:lpstr>practice</vt:lpstr>
      <vt:lpstr>End time of learning a word </vt:lpstr>
      <vt:lpstr>Start time of learning a word </vt:lpstr>
      <vt:lpstr>How about you know 生活？ Please write down the choice on your page and click the choice to jump to the corresponding page</vt:lpstr>
      <vt:lpstr>生活 shēnghuó </vt:lpstr>
      <vt:lpstr>生活 shēnghuó </vt:lpstr>
      <vt:lpstr>生活 shēnghuó </vt:lpstr>
      <vt:lpstr>生活 shēnghuó </vt:lpstr>
      <vt:lpstr>practice</vt:lpstr>
      <vt:lpstr>End time of learning a word </vt:lpstr>
      <vt:lpstr>Start time of learning a word </vt:lpstr>
      <vt:lpstr>How about you know 当（VERB）？ Please write down the choice on your page and click the choice to jump to the corresponding page</vt:lpstr>
      <vt:lpstr>当 dāng </vt:lpstr>
      <vt:lpstr>当 dāng </vt:lpstr>
      <vt:lpstr>当 dāng </vt:lpstr>
      <vt:lpstr>practice</vt:lpstr>
      <vt:lpstr>End time of learning a word </vt:lpstr>
      <vt:lpstr>Start time of learning a word </vt:lpstr>
      <vt:lpstr>How about you know 当（PREPOSITION）？ Please write down the choice on your page and click the choice to jump to the corresponding page</vt:lpstr>
      <vt:lpstr>当 dāng </vt:lpstr>
      <vt:lpstr>当 dāng </vt:lpstr>
      <vt:lpstr>当 dāng </vt:lpstr>
      <vt:lpstr>practice</vt:lpstr>
      <vt:lpstr>End time of learning a word </vt:lpstr>
      <vt:lpstr>Start time of learning a word </vt:lpstr>
      <vt:lpstr>How about you know 发展（NOUN）？ Please write down the choice on your page and click the choice to jump to the corresponding page</vt:lpstr>
      <vt:lpstr>发展 fāzhǎn </vt:lpstr>
      <vt:lpstr>发展 fāzhǎn </vt:lpstr>
      <vt:lpstr>发展 fāzhǎn </vt:lpstr>
      <vt:lpstr>发展 fāzhǎn </vt:lpstr>
      <vt:lpstr>practice</vt:lpstr>
      <vt:lpstr>End time of learning a word </vt:lpstr>
      <vt:lpstr>Start time of learning a word </vt:lpstr>
      <vt:lpstr>How about you know 发展（VERB）？ Please write down the choice on your page and click the choice to jump to the corresponding page</vt:lpstr>
      <vt:lpstr>发展 fāzhǎn </vt:lpstr>
      <vt:lpstr>发展 fāzhǎn </vt:lpstr>
      <vt:lpstr>发展 fāzhǎn </vt:lpstr>
      <vt:lpstr>发展 fāzhǎn </vt:lpstr>
      <vt:lpstr>practice</vt:lpstr>
      <vt:lpstr>End time of learning a word </vt:lpstr>
      <vt:lpstr>Start time of learning a word </vt:lpstr>
      <vt:lpstr>How about you know 经济？ Please write down the choice on your page and click the choice to jump to the corresponding page</vt:lpstr>
      <vt:lpstr>经济 jīngjì </vt:lpstr>
      <vt:lpstr>经济 jīngjì </vt:lpstr>
      <vt:lpstr>经济 jīngjì </vt:lpstr>
      <vt:lpstr>经济 jīngjì </vt:lpstr>
      <vt:lpstr>practice</vt:lpstr>
      <vt:lpstr>End time of learning a word </vt:lpstr>
      <vt:lpstr>Start time of learning a word </vt:lpstr>
      <vt:lpstr>How about you know 首都？ Please write down the choice on your page and click the choice to jump to the corresponding page</vt:lpstr>
      <vt:lpstr>首都 shǒudū </vt:lpstr>
      <vt:lpstr>首都 shǒudū </vt:lpstr>
      <vt:lpstr>首都 shǒudū </vt:lpstr>
      <vt:lpstr>practice</vt:lpstr>
      <vt:lpstr>End time of learning a word </vt:lpstr>
      <vt:lpstr>Start time of learning a word </vt:lpstr>
      <vt:lpstr>How about you know 卫生间？ Please write down the choice on your page and click the choice to jump to the corresponding page</vt:lpstr>
      <vt:lpstr>卫生间 wèishēngjiān </vt:lpstr>
      <vt:lpstr>卫生间 wèishēngjiān </vt:lpstr>
      <vt:lpstr>卫生间 wèishēngjiān </vt:lpstr>
      <vt:lpstr>卫生间 wèishēngjiān </vt:lpstr>
      <vt:lpstr>practice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康 正伟</cp:lastModifiedBy>
  <cp:revision>30</cp:revision>
  <cp:lastPrinted>1601-01-01T00:00:00Z</cp:lastPrinted>
  <dcterms:created xsi:type="dcterms:W3CDTF">1601-01-01T00:00:00Z</dcterms:created>
  <dcterms:modified xsi:type="dcterms:W3CDTF">2022-04-24T08:01:25Z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