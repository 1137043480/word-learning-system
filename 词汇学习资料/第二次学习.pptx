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428" r:id="rId5"/>
    <p:sldId id="347" r:id="rId6"/>
    <p:sldId id="317" r:id="rId7"/>
    <p:sldId id="386" r:id="rId8"/>
    <p:sldId id="387" r:id="rId9"/>
    <p:sldId id="388" r:id="rId10"/>
    <p:sldId id="318" r:id="rId11"/>
    <p:sldId id="429" r:id="rId12"/>
    <p:sldId id="430" r:id="rId13"/>
    <p:sldId id="389" r:id="rId14"/>
    <p:sldId id="319" r:id="rId15"/>
    <p:sldId id="390" r:id="rId16"/>
    <p:sldId id="391" r:id="rId17"/>
    <p:sldId id="320" r:id="rId18"/>
    <p:sldId id="431" r:id="rId19"/>
    <p:sldId id="432" r:id="rId20"/>
    <p:sldId id="392" r:id="rId21"/>
    <p:sldId id="321" r:id="rId22"/>
    <p:sldId id="393" r:id="rId23"/>
    <p:sldId id="394" r:id="rId24"/>
    <p:sldId id="322" r:id="rId25"/>
    <p:sldId id="433" r:id="rId26"/>
    <p:sldId id="434" r:id="rId27"/>
    <p:sldId id="395" r:id="rId28"/>
    <p:sldId id="323" r:id="rId29"/>
    <p:sldId id="396" r:id="rId30"/>
    <p:sldId id="397" r:id="rId31"/>
    <p:sldId id="398" r:id="rId32"/>
    <p:sldId id="324" r:id="rId33"/>
    <p:sldId id="435" r:id="rId34"/>
    <p:sldId id="436" r:id="rId35"/>
    <p:sldId id="399" r:id="rId36"/>
    <p:sldId id="325" r:id="rId37"/>
    <p:sldId id="400" r:id="rId38"/>
    <p:sldId id="401" r:id="rId39"/>
    <p:sldId id="402" r:id="rId40"/>
    <p:sldId id="326" r:id="rId41"/>
    <p:sldId id="437" r:id="rId42"/>
    <p:sldId id="438" r:id="rId43"/>
    <p:sldId id="403" r:id="rId44"/>
    <p:sldId id="327" r:id="rId45"/>
    <p:sldId id="404" r:id="rId46"/>
    <p:sldId id="405" r:id="rId47"/>
    <p:sldId id="328" r:id="rId48"/>
    <p:sldId id="439" r:id="rId49"/>
    <p:sldId id="440" r:id="rId50"/>
    <p:sldId id="406" r:id="rId51"/>
    <p:sldId id="364" r:id="rId52"/>
    <p:sldId id="407" r:id="rId53"/>
    <p:sldId id="408" r:id="rId54"/>
    <p:sldId id="409" r:id="rId55"/>
    <p:sldId id="365" r:id="rId56"/>
    <p:sldId id="441" r:id="rId57"/>
    <p:sldId id="442" r:id="rId58"/>
    <p:sldId id="410" r:id="rId59"/>
    <p:sldId id="366" r:id="rId60"/>
    <p:sldId id="411" r:id="rId61"/>
    <p:sldId id="412" r:id="rId62"/>
    <p:sldId id="367" r:id="rId63"/>
    <p:sldId id="443" r:id="rId64"/>
    <p:sldId id="444" r:id="rId65"/>
    <p:sldId id="413" r:id="rId66"/>
    <p:sldId id="297" r:id="rId67"/>
    <p:sldId id="414" r:id="rId68"/>
    <p:sldId id="415" r:id="rId69"/>
    <p:sldId id="416" r:id="rId70"/>
    <p:sldId id="298" r:id="rId71"/>
    <p:sldId id="445" r:id="rId72"/>
    <p:sldId id="446" r:id="rId73"/>
    <p:sldId id="417" r:id="rId74"/>
    <p:sldId id="368" r:id="rId75"/>
    <p:sldId id="418" r:id="rId76"/>
    <p:sldId id="419" r:id="rId77"/>
    <p:sldId id="420" r:id="rId78"/>
    <p:sldId id="369" r:id="rId79"/>
    <p:sldId id="447" r:id="rId80"/>
    <p:sldId id="448" r:id="rId81"/>
    <p:sldId id="421" r:id="rId82"/>
    <p:sldId id="382" r:id="rId83"/>
    <p:sldId id="422" r:id="rId84"/>
    <p:sldId id="423" r:id="rId85"/>
    <p:sldId id="383" r:id="rId86"/>
    <p:sldId id="449" r:id="rId87"/>
    <p:sldId id="450" r:id="rId88"/>
    <p:sldId id="424" r:id="rId89"/>
    <p:sldId id="384" r:id="rId90"/>
    <p:sldId id="425" r:id="rId91"/>
    <p:sldId id="426" r:id="rId92"/>
    <p:sldId id="427" r:id="rId93"/>
    <p:sldId id="385" r:id="rId94"/>
    <p:sldId id="451" r:id="rId95"/>
    <p:sldId id="260" r:id="rId9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078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98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2705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8419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96486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0288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06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576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585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5327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11360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778593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59186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5403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72880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227162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930650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247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649858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379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8524093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679456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6566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34206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7949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08516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15675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62255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642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364217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8449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1295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83910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A4C7E89D-57EE-4C4E-812B-3A2977FCBA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B81DC0E2-7C3B-0D43-B203-4A98E6C3C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CE7B63C1-CF03-D447-B67D-5E3244BE73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74FA06F2-810A-B543-8E17-AEEB0BAA92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1">
            <a:extLst>
              <a:ext uri="{FF2B5EF4-FFF2-40B4-BE49-F238E27FC236}">
                <a16:creationId xmlns:a16="http://schemas.microsoft.com/office/drawing/2014/main" id="{DB4C3E4C-1FE4-AA40-894D-2C0711069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E048BEDF-D732-8647-BB3F-66E738FA24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slideLayout" Target="../slideLayouts/slideLayout2.xml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openxmlformats.org/officeDocument/2006/relationships/slide" Target="slide8.xml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7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wav"/><Relationship Id="rId3" Type="http://schemas.microsoft.com/office/2007/relationships/media" Target="../media/media4.wav"/><Relationship Id="rId7" Type="http://schemas.microsoft.com/office/2007/relationships/media" Target="../media/media6.wav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11" Type="http://schemas.openxmlformats.org/officeDocument/2006/relationships/slide" Target="slide7.xml"/><Relationship Id="rId5" Type="http://schemas.microsoft.com/office/2007/relationships/media" Target="../media/media5.wav"/><Relationship Id="rId10" Type="http://schemas.openxmlformats.org/officeDocument/2006/relationships/image" Target="../media/image4.png"/><Relationship Id="rId4" Type="http://schemas.openxmlformats.org/officeDocument/2006/relationships/audio" Target="../media/media4.wav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6.wav"/><Relationship Id="rId7" Type="http://schemas.openxmlformats.org/officeDocument/2006/relationships/slide" Target="slide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10.wav"/><Relationship Id="rId13" Type="http://schemas.openxmlformats.org/officeDocument/2006/relationships/slide" Target="slide15.xml"/><Relationship Id="rId3" Type="http://schemas.microsoft.com/office/2007/relationships/media" Target="../media/media8.wav"/><Relationship Id="rId7" Type="http://schemas.microsoft.com/office/2007/relationships/media" Target="../media/media10.wav"/><Relationship Id="rId12" Type="http://schemas.openxmlformats.org/officeDocument/2006/relationships/image" Target="../media/image4.png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9.wav"/><Relationship Id="rId11" Type="http://schemas.openxmlformats.org/officeDocument/2006/relationships/slideLayout" Target="../slideLayouts/slideLayout2.xml"/><Relationship Id="rId5" Type="http://schemas.microsoft.com/office/2007/relationships/media" Target="../media/media9.wav"/><Relationship Id="rId10" Type="http://schemas.openxmlformats.org/officeDocument/2006/relationships/audio" Target="../media/media11.wav"/><Relationship Id="rId4" Type="http://schemas.openxmlformats.org/officeDocument/2006/relationships/audio" Target="../media/media8.wav"/><Relationship Id="rId9" Type="http://schemas.microsoft.com/office/2007/relationships/media" Target="../media/media11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10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1.wav"/><Relationship Id="rId5" Type="http://schemas.microsoft.com/office/2007/relationships/media" Target="../media/media11.wav"/><Relationship Id="rId4" Type="http://schemas.openxmlformats.org/officeDocument/2006/relationships/audio" Target="../media/media10.wav"/><Relationship Id="rId9" Type="http://schemas.openxmlformats.org/officeDocument/2006/relationships/slide" Target="slide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10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audio" Target="../media/media11.wav"/><Relationship Id="rId5" Type="http://schemas.microsoft.com/office/2007/relationships/media" Target="../media/media11.wav"/><Relationship Id="rId4" Type="http://schemas.openxmlformats.org/officeDocument/2006/relationships/audio" Target="../media/media10.wav"/><Relationship Id="rId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slide" Target="slide2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audio" Target="../media/media15.wav"/><Relationship Id="rId3" Type="http://schemas.microsoft.com/office/2007/relationships/media" Target="../media/media13.wav"/><Relationship Id="rId7" Type="http://schemas.microsoft.com/office/2007/relationships/media" Target="../media/media15.wav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audio" Target="../media/media14.wav"/><Relationship Id="rId11" Type="http://schemas.openxmlformats.org/officeDocument/2006/relationships/slide" Target="slide22.xml"/><Relationship Id="rId5" Type="http://schemas.microsoft.com/office/2007/relationships/media" Target="../media/media14.wav"/><Relationship Id="rId10" Type="http://schemas.openxmlformats.org/officeDocument/2006/relationships/image" Target="../media/image4.png"/><Relationship Id="rId4" Type="http://schemas.openxmlformats.org/officeDocument/2006/relationships/audio" Target="../media/media13.wav"/><Relationship Id="rId9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media" Target="../media/media15.wav"/><Relationship Id="rId7" Type="http://schemas.openxmlformats.org/officeDocument/2006/relationships/slide" Target="slide22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5.wav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media" Target="../media/media15.wav"/><Relationship Id="rId7" Type="http://schemas.openxmlformats.org/officeDocument/2006/relationships/slide" Target="slide22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5.wav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30.xml"/><Relationship Id="rId4" Type="http://schemas.openxmlformats.org/officeDocument/2006/relationships/slide" Target="slide2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audio" Target="../media/media19.wav"/><Relationship Id="rId13" Type="http://schemas.openxmlformats.org/officeDocument/2006/relationships/slideLayout" Target="../slideLayouts/slideLayout2.xml"/><Relationship Id="rId3" Type="http://schemas.microsoft.com/office/2007/relationships/media" Target="../media/media17.wav"/><Relationship Id="rId7" Type="http://schemas.microsoft.com/office/2007/relationships/media" Target="../media/media19.wav"/><Relationship Id="rId12" Type="http://schemas.openxmlformats.org/officeDocument/2006/relationships/audio" Target="../media/media21.wav"/><Relationship Id="rId2" Type="http://schemas.openxmlformats.org/officeDocument/2006/relationships/audio" Target="../media/media16.wav"/><Relationship Id="rId1" Type="http://schemas.microsoft.com/office/2007/relationships/media" Target="../media/media16.wav"/><Relationship Id="rId6" Type="http://schemas.openxmlformats.org/officeDocument/2006/relationships/audio" Target="../media/media18.wav"/><Relationship Id="rId11" Type="http://schemas.microsoft.com/office/2007/relationships/media" Target="../media/media21.wav"/><Relationship Id="rId5" Type="http://schemas.microsoft.com/office/2007/relationships/media" Target="../media/media18.wav"/><Relationship Id="rId15" Type="http://schemas.openxmlformats.org/officeDocument/2006/relationships/slide" Target="slide30.xml"/><Relationship Id="rId10" Type="http://schemas.openxmlformats.org/officeDocument/2006/relationships/audio" Target="../media/media20.wav"/><Relationship Id="rId4" Type="http://schemas.openxmlformats.org/officeDocument/2006/relationships/audio" Target="../media/media17.wav"/><Relationship Id="rId9" Type="http://schemas.microsoft.com/office/2007/relationships/media" Target="../media/media20.wav"/><Relationship Id="rId1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audio" Target="../media/media21.wav"/><Relationship Id="rId3" Type="http://schemas.microsoft.com/office/2007/relationships/media" Target="../media/media19.wav"/><Relationship Id="rId7" Type="http://schemas.microsoft.com/office/2007/relationships/media" Target="../media/media21.wav"/><Relationship Id="rId2" Type="http://schemas.openxmlformats.org/officeDocument/2006/relationships/audio" Target="../media/media16.wav"/><Relationship Id="rId1" Type="http://schemas.microsoft.com/office/2007/relationships/media" Target="../media/media16.wav"/><Relationship Id="rId6" Type="http://schemas.openxmlformats.org/officeDocument/2006/relationships/audio" Target="../media/media20.wav"/><Relationship Id="rId11" Type="http://schemas.openxmlformats.org/officeDocument/2006/relationships/slide" Target="slide30.xml"/><Relationship Id="rId5" Type="http://schemas.microsoft.com/office/2007/relationships/media" Target="../media/media20.wav"/><Relationship Id="rId10" Type="http://schemas.openxmlformats.org/officeDocument/2006/relationships/image" Target="../media/image4.png"/><Relationship Id="rId4" Type="http://schemas.openxmlformats.org/officeDocument/2006/relationships/audio" Target="../media/media19.wav"/><Relationship Id="rId9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audio" Target="../media/media21.wav"/><Relationship Id="rId3" Type="http://schemas.microsoft.com/office/2007/relationships/media" Target="../media/media19.wav"/><Relationship Id="rId7" Type="http://schemas.microsoft.com/office/2007/relationships/media" Target="../media/media21.wav"/><Relationship Id="rId2" Type="http://schemas.openxmlformats.org/officeDocument/2006/relationships/audio" Target="../media/media16.wav"/><Relationship Id="rId1" Type="http://schemas.microsoft.com/office/2007/relationships/media" Target="../media/media16.wav"/><Relationship Id="rId6" Type="http://schemas.openxmlformats.org/officeDocument/2006/relationships/audio" Target="../media/media20.wav"/><Relationship Id="rId11" Type="http://schemas.openxmlformats.org/officeDocument/2006/relationships/slide" Target="slide30.xml"/><Relationship Id="rId5" Type="http://schemas.microsoft.com/office/2007/relationships/media" Target="../media/media20.wav"/><Relationship Id="rId10" Type="http://schemas.openxmlformats.org/officeDocument/2006/relationships/image" Target="../media/image4.png"/><Relationship Id="rId4" Type="http://schemas.openxmlformats.org/officeDocument/2006/relationships/audio" Target="../media/media19.wav"/><Relationship Id="rId9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media" Target="../media/media21.wav"/><Relationship Id="rId7" Type="http://schemas.openxmlformats.org/officeDocument/2006/relationships/slide" Target="slide30.xml"/><Relationship Id="rId2" Type="http://schemas.openxmlformats.org/officeDocument/2006/relationships/audio" Target="../media/media16.wav"/><Relationship Id="rId1" Type="http://schemas.microsoft.com/office/2007/relationships/media" Target="../media/media1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1.wav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5.xml"/><Relationship Id="rId5" Type="http://schemas.openxmlformats.org/officeDocument/2006/relationships/slide" Target="slide38.xml"/><Relationship Id="rId4" Type="http://schemas.openxmlformats.org/officeDocument/2006/relationships/slide" Target="slide3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audio" Target="../media/media25.wav"/><Relationship Id="rId13" Type="http://schemas.openxmlformats.org/officeDocument/2006/relationships/slideLayout" Target="../slideLayouts/slideLayout2.xml"/><Relationship Id="rId3" Type="http://schemas.microsoft.com/office/2007/relationships/media" Target="../media/media23.wav"/><Relationship Id="rId7" Type="http://schemas.microsoft.com/office/2007/relationships/media" Target="../media/media25.wav"/><Relationship Id="rId12" Type="http://schemas.openxmlformats.org/officeDocument/2006/relationships/audio" Target="../media/media27.wav"/><Relationship Id="rId2" Type="http://schemas.openxmlformats.org/officeDocument/2006/relationships/audio" Target="../media/media22.wav"/><Relationship Id="rId1" Type="http://schemas.microsoft.com/office/2007/relationships/media" Target="../media/media22.wav"/><Relationship Id="rId6" Type="http://schemas.openxmlformats.org/officeDocument/2006/relationships/audio" Target="../media/media24.wav"/><Relationship Id="rId11" Type="http://schemas.microsoft.com/office/2007/relationships/media" Target="../media/media27.wav"/><Relationship Id="rId5" Type="http://schemas.microsoft.com/office/2007/relationships/media" Target="../media/media24.wav"/><Relationship Id="rId15" Type="http://schemas.openxmlformats.org/officeDocument/2006/relationships/slide" Target="slide38.xml"/><Relationship Id="rId10" Type="http://schemas.openxmlformats.org/officeDocument/2006/relationships/audio" Target="../media/media26.wav"/><Relationship Id="rId4" Type="http://schemas.openxmlformats.org/officeDocument/2006/relationships/audio" Target="../media/media23.wav"/><Relationship Id="rId9" Type="http://schemas.microsoft.com/office/2007/relationships/media" Target="../media/media26.wav"/><Relationship Id="rId1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audio" Target="../media/media27.wav"/><Relationship Id="rId3" Type="http://schemas.microsoft.com/office/2007/relationships/media" Target="../media/media25.wav"/><Relationship Id="rId7" Type="http://schemas.microsoft.com/office/2007/relationships/media" Target="../media/media27.wav"/><Relationship Id="rId2" Type="http://schemas.openxmlformats.org/officeDocument/2006/relationships/audio" Target="../media/media22.wav"/><Relationship Id="rId1" Type="http://schemas.microsoft.com/office/2007/relationships/media" Target="../media/media22.wav"/><Relationship Id="rId6" Type="http://schemas.openxmlformats.org/officeDocument/2006/relationships/audio" Target="../media/media26.wav"/><Relationship Id="rId11" Type="http://schemas.openxmlformats.org/officeDocument/2006/relationships/slide" Target="slide38.xml"/><Relationship Id="rId5" Type="http://schemas.microsoft.com/office/2007/relationships/media" Target="../media/media26.wav"/><Relationship Id="rId10" Type="http://schemas.openxmlformats.org/officeDocument/2006/relationships/image" Target="../media/image4.png"/><Relationship Id="rId4" Type="http://schemas.openxmlformats.org/officeDocument/2006/relationships/audio" Target="../media/media25.wav"/><Relationship Id="rId9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audio" Target="../media/media27.wav"/><Relationship Id="rId3" Type="http://schemas.microsoft.com/office/2007/relationships/media" Target="../media/media25.wav"/><Relationship Id="rId7" Type="http://schemas.microsoft.com/office/2007/relationships/media" Target="../media/media27.wav"/><Relationship Id="rId2" Type="http://schemas.openxmlformats.org/officeDocument/2006/relationships/audio" Target="../media/media22.wav"/><Relationship Id="rId1" Type="http://schemas.microsoft.com/office/2007/relationships/media" Target="../media/media22.wav"/><Relationship Id="rId6" Type="http://schemas.openxmlformats.org/officeDocument/2006/relationships/audio" Target="../media/media26.wav"/><Relationship Id="rId11" Type="http://schemas.openxmlformats.org/officeDocument/2006/relationships/slide" Target="slide38.xml"/><Relationship Id="rId5" Type="http://schemas.microsoft.com/office/2007/relationships/media" Target="../media/media26.wav"/><Relationship Id="rId10" Type="http://schemas.openxmlformats.org/officeDocument/2006/relationships/image" Target="../media/image4.png"/><Relationship Id="rId4" Type="http://schemas.openxmlformats.org/officeDocument/2006/relationships/audio" Target="../media/media25.wav"/><Relationship Id="rId9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media" Target="../media/media27.wav"/><Relationship Id="rId7" Type="http://schemas.openxmlformats.org/officeDocument/2006/relationships/slide" Target="slide38.xml"/><Relationship Id="rId2" Type="http://schemas.openxmlformats.org/officeDocument/2006/relationships/audio" Target="../media/media22.wav"/><Relationship Id="rId1" Type="http://schemas.microsoft.com/office/2007/relationships/media" Target="../media/media2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7.wav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3.xml"/><Relationship Id="rId4" Type="http://schemas.openxmlformats.org/officeDocument/2006/relationships/slide" Target="slide4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audio" Target="../media/media31.wav"/><Relationship Id="rId3" Type="http://schemas.microsoft.com/office/2007/relationships/media" Target="../media/media29.wav"/><Relationship Id="rId7" Type="http://schemas.microsoft.com/office/2007/relationships/media" Target="../media/media31.wav"/><Relationship Id="rId2" Type="http://schemas.openxmlformats.org/officeDocument/2006/relationships/audio" Target="../media/media28.wav"/><Relationship Id="rId1" Type="http://schemas.microsoft.com/office/2007/relationships/media" Target="../media/media28.wav"/><Relationship Id="rId6" Type="http://schemas.openxmlformats.org/officeDocument/2006/relationships/audio" Target="../media/media30.wav"/><Relationship Id="rId11" Type="http://schemas.openxmlformats.org/officeDocument/2006/relationships/slide" Target="slide45.xml"/><Relationship Id="rId5" Type="http://schemas.microsoft.com/office/2007/relationships/media" Target="../media/media30.wav"/><Relationship Id="rId10" Type="http://schemas.openxmlformats.org/officeDocument/2006/relationships/image" Target="../media/image4.png"/><Relationship Id="rId4" Type="http://schemas.openxmlformats.org/officeDocument/2006/relationships/audio" Target="../media/media29.wav"/><Relationship Id="rId9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media" Target="../media/media31.wav"/><Relationship Id="rId7" Type="http://schemas.openxmlformats.org/officeDocument/2006/relationships/slide" Target="slide45.xml"/><Relationship Id="rId2" Type="http://schemas.openxmlformats.org/officeDocument/2006/relationships/audio" Target="../media/media28.wav"/><Relationship Id="rId1" Type="http://schemas.microsoft.com/office/2007/relationships/media" Target="../media/media2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1.wav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media" Target="../media/media31.wav"/><Relationship Id="rId7" Type="http://schemas.openxmlformats.org/officeDocument/2006/relationships/slide" Target="slide45.xml"/><Relationship Id="rId2" Type="http://schemas.openxmlformats.org/officeDocument/2006/relationships/audio" Target="../media/media28.wav"/><Relationship Id="rId1" Type="http://schemas.microsoft.com/office/2007/relationships/media" Target="../media/media2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1.wav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0.xml"/><Relationship Id="rId5" Type="http://schemas.openxmlformats.org/officeDocument/2006/relationships/slide" Target="slide53.xml"/><Relationship Id="rId4" Type="http://schemas.openxmlformats.org/officeDocument/2006/relationships/slide" Target="slide5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audio" Target="../media/media35.wav"/><Relationship Id="rId13" Type="http://schemas.openxmlformats.org/officeDocument/2006/relationships/slideLayout" Target="../slideLayouts/slideLayout2.xml"/><Relationship Id="rId3" Type="http://schemas.microsoft.com/office/2007/relationships/media" Target="../media/media33.wav"/><Relationship Id="rId7" Type="http://schemas.microsoft.com/office/2007/relationships/media" Target="../media/media35.wav"/><Relationship Id="rId12" Type="http://schemas.openxmlformats.org/officeDocument/2006/relationships/audio" Target="../media/media37.wav"/><Relationship Id="rId2" Type="http://schemas.openxmlformats.org/officeDocument/2006/relationships/audio" Target="../media/media32.wav"/><Relationship Id="rId1" Type="http://schemas.microsoft.com/office/2007/relationships/media" Target="../media/media32.wav"/><Relationship Id="rId6" Type="http://schemas.openxmlformats.org/officeDocument/2006/relationships/audio" Target="../media/media34.wav"/><Relationship Id="rId11" Type="http://schemas.microsoft.com/office/2007/relationships/media" Target="../media/media37.wav"/><Relationship Id="rId5" Type="http://schemas.microsoft.com/office/2007/relationships/media" Target="../media/media34.wav"/><Relationship Id="rId15" Type="http://schemas.openxmlformats.org/officeDocument/2006/relationships/slide" Target="slide53.xml"/><Relationship Id="rId10" Type="http://schemas.openxmlformats.org/officeDocument/2006/relationships/audio" Target="../media/media36.wav"/><Relationship Id="rId4" Type="http://schemas.openxmlformats.org/officeDocument/2006/relationships/audio" Target="../media/media33.wav"/><Relationship Id="rId9" Type="http://schemas.microsoft.com/office/2007/relationships/media" Target="../media/media36.wav"/><Relationship Id="rId1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audio" Target="../media/media37.wav"/><Relationship Id="rId3" Type="http://schemas.microsoft.com/office/2007/relationships/media" Target="../media/media35.wav"/><Relationship Id="rId7" Type="http://schemas.microsoft.com/office/2007/relationships/media" Target="../media/media37.wav"/><Relationship Id="rId2" Type="http://schemas.openxmlformats.org/officeDocument/2006/relationships/audio" Target="../media/media32.wav"/><Relationship Id="rId1" Type="http://schemas.microsoft.com/office/2007/relationships/media" Target="../media/media32.wav"/><Relationship Id="rId6" Type="http://schemas.openxmlformats.org/officeDocument/2006/relationships/audio" Target="../media/media36.wav"/><Relationship Id="rId11" Type="http://schemas.openxmlformats.org/officeDocument/2006/relationships/slide" Target="slide53.xml"/><Relationship Id="rId5" Type="http://schemas.microsoft.com/office/2007/relationships/media" Target="../media/media36.wav"/><Relationship Id="rId10" Type="http://schemas.openxmlformats.org/officeDocument/2006/relationships/image" Target="../media/image4.png"/><Relationship Id="rId4" Type="http://schemas.openxmlformats.org/officeDocument/2006/relationships/audio" Target="../media/media35.wav"/><Relationship Id="rId9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audio" Target="../media/media37.wav"/><Relationship Id="rId3" Type="http://schemas.microsoft.com/office/2007/relationships/media" Target="../media/media35.wav"/><Relationship Id="rId7" Type="http://schemas.microsoft.com/office/2007/relationships/media" Target="../media/media37.wav"/><Relationship Id="rId2" Type="http://schemas.openxmlformats.org/officeDocument/2006/relationships/audio" Target="../media/media32.wav"/><Relationship Id="rId1" Type="http://schemas.microsoft.com/office/2007/relationships/media" Target="../media/media32.wav"/><Relationship Id="rId6" Type="http://schemas.openxmlformats.org/officeDocument/2006/relationships/audio" Target="../media/media36.wav"/><Relationship Id="rId11" Type="http://schemas.openxmlformats.org/officeDocument/2006/relationships/slide" Target="slide53.xml"/><Relationship Id="rId5" Type="http://schemas.microsoft.com/office/2007/relationships/media" Target="../media/media36.wav"/><Relationship Id="rId10" Type="http://schemas.openxmlformats.org/officeDocument/2006/relationships/image" Target="../media/image4.png"/><Relationship Id="rId4" Type="http://schemas.openxmlformats.org/officeDocument/2006/relationships/audio" Target="../media/media35.wav"/><Relationship Id="rId9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media" Target="../media/media37.wav"/><Relationship Id="rId7" Type="http://schemas.openxmlformats.org/officeDocument/2006/relationships/slide" Target="slide53.xml"/><Relationship Id="rId2" Type="http://schemas.openxmlformats.org/officeDocument/2006/relationships/audio" Target="../media/media32.wav"/><Relationship Id="rId1" Type="http://schemas.microsoft.com/office/2007/relationships/media" Target="../media/media3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7.wav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slide" Target="slide5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0.xml"/><Relationship Id="rId4" Type="http://schemas.openxmlformats.org/officeDocument/2006/relationships/slide" Target="slide59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audio" Target="../media/media41.wav"/><Relationship Id="rId3" Type="http://schemas.microsoft.com/office/2007/relationships/media" Target="../media/media39.wav"/><Relationship Id="rId7" Type="http://schemas.microsoft.com/office/2007/relationships/media" Target="../media/media41.wav"/><Relationship Id="rId2" Type="http://schemas.openxmlformats.org/officeDocument/2006/relationships/audio" Target="../media/media38.wav"/><Relationship Id="rId1" Type="http://schemas.microsoft.com/office/2007/relationships/media" Target="../media/media38.wav"/><Relationship Id="rId6" Type="http://schemas.openxmlformats.org/officeDocument/2006/relationships/audio" Target="../media/media40.wav"/><Relationship Id="rId11" Type="http://schemas.openxmlformats.org/officeDocument/2006/relationships/slide" Target="slide60.xml"/><Relationship Id="rId5" Type="http://schemas.microsoft.com/office/2007/relationships/media" Target="../media/media40.wav"/><Relationship Id="rId10" Type="http://schemas.openxmlformats.org/officeDocument/2006/relationships/image" Target="../media/image4.png"/><Relationship Id="rId4" Type="http://schemas.openxmlformats.org/officeDocument/2006/relationships/audio" Target="../media/media39.wav"/><Relationship Id="rId9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audio" Target="../media/media41.wav"/><Relationship Id="rId3" Type="http://schemas.microsoft.com/office/2007/relationships/media" Target="../media/media39.wav"/><Relationship Id="rId7" Type="http://schemas.microsoft.com/office/2007/relationships/media" Target="../media/media41.wav"/><Relationship Id="rId2" Type="http://schemas.openxmlformats.org/officeDocument/2006/relationships/audio" Target="../media/media38.wav"/><Relationship Id="rId1" Type="http://schemas.microsoft.com/office/2007/relationships/media" Target="../media/media38.wav"/><Relationship Id="rId6" Type="http://schemas.openxmlformats.org/officeDocument/2006/relationships/audio" Target="../media/media40.wav"/><Relationship Id="rId11" Type="http://schemas.openxmlformats.org/officeDocument/2006/relationships/slide" Target="slide60.xml"/><Relationship Id="rId5" Type="http://schemas.microsoft.com/office/2007/relationships/media" Target="../media/media40.wav"/><Relationship Id="rId10" Type="http://schemas.openxmlformats.org/officeDocument/2006/relationships/image" Target="../media/image4.png"/><Relationship Id="rId4" Type="http://schemas.openxmlformats.org/officeDocument/2006/relationships/audio" Target="../media/media39.wav"/><Relationship Id="rId9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media" Target="../media/media41.wav"/><Relationship Id="rId7" Type="http://schemas.openxmlformats.org/officeDocument/2006/relationships/slide" Target="slide60.xml"/><Relationship Id="rId2" Type="http://schemas.openxmlformats.org/officeDocument/2006/relationships/audio" Target="../media/media38.wav"/><Relationship Id="rId1" Type="http://schemas.microsoft.com/office/2007/relationships/media" Target="../media/media3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1.wav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66.xml"/><Relationship Id="rId2" Type="http://schemas.openxmlformats.org/officeDocument/2006/relationships/slide" Target="slide6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5.xml"/><Relationship Id="rId5" Type="http://schemas.openxmlformats.org/officeDocument/2006/relationships/slide" Target="slide68.xml"/><Relationship Id="rId4" Type="http://schemas.openxmlformats.org/officeDocument/2006/relationships/slide" Target="slide6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5.wav"/><Relationship Id="rId13" Type="http://schemas.openxmlformats.org/officeDocument/2006/relationships/slideLayout" Target="../slideLayouts/slideLayout2.xml"/><Relationship Id="rId3" Type="http://schemas.microsoft.com/office/2007/relationships/media" Target="../media/media43.wav"/><Relationship Id="rId7" Type="http://schemas.microsoft.com/office/2007/relationships/media" Target="../media/media45.wav"/><Relationship Id="rId12" Type="http://schemas.openxmlformats.org/officeDocument/2006/relationships/audio" Target="../media/media47.wav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audio" Target="../media/media44.wav"/><Relationship Id="rId11" Type="http://schemas.microsoft.com/office/2007/relationships/media" Target="../media/media47.wav"/><Relationship Id="rId5" Type="http://schemas.microsoft.com/office/2007/relationships/media" Target="../media/media44.wav"/><Relationship Id="rId15" Type="http://schemas.openxmlformats.org/officeDocument/2006/relationships/slide" Target="slide68.xml"/><Relationship Id="rId10" Type="http://schemas.openxmlformats.org/officeDocument/2006/relationships/audio" Target="../media/media46.wav"/><Relationship Id="rId4" Type="http://schemas.openxmlformats.org/officeDocument/2006/relationships/audio" Target="../media/media43.wav"/><Relationship Id="rId9" Type="http://schemas.microsoft.com/office/2007/relationships/media" Target="../media/media46.wav"/><Relationship Id="rId1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audio" Target="../media/media47.wav"/><Relationship Id="rId3" Type="http://schemas.microsoft.com/office/2007/relationships/media" Target="../media/media45.wav"/><Relationship Id="rId7" Type="http://schemas.microsoft.com/office/2007/relationships/media" Target="../media/media47.wav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audio" Target="../media/media46.wav"/><Relationship Id="rId11" Type="http://schemas.openxmlformats.org/officeDocument/2006/relationships/slide" Target="slide68.xml"/><Relationship Id="rId5" Type="http://schemas.microsoft.com/office/2007/relationships/media" Target="../media/media46.wav"/><Relationship Id="rId10" Type="http://schemas.openxmlformats.org/officeDocument/2006/relationships/image" Target="../media/image4.png"/><Relationship Id="rId4" Type="http://schemas.openxmlformats.org/officeDocument/2006/relationships/audio" Target="../media/media45.wav"/><Relationship Id="rId9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audio" Target="../media/media47.wav"/><Relationship Id="rId3" Type="http://schemas.microsoft.com/office/2007/relationships/media" Target="../media/media45.wav"/><Relationship Id="rId7" Type="http://schemas.microsoft.com/office/2007/relationships/media" Target="../media/media47.wav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audio" Target="../media/media46.wav"/><Relationship Id="rId11" Type="http://schemas.openxmlformats.org/officeDocument/2006/relationships/slide" Target="slide68.xml"/><Relationship Id="rId5" Type="http://schemas.microsoft.com/office/2007/relationships/media" Target="../media/media46.wav"/><Relationship Id="rId10" Type="http://schemas.openxmlformats.org/officeDocument/2006/relationships/image" Target="../media/image4.png"/><Relationship Id="rId4" Type="http://schemas.openxmlformats.org/officeDocument/2006/relationships/audio" Target="../media/media45.wav"/><Relationship Id="rId9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media" Target="../media/media47.wav"/><Relationship Id="rId7" Type="http://schemas.openxmlformats.org/officeDocument/2006/relationships/slide" Target="slide68.xml"/><Relationship Id="rId2" Type="http://schemas.openxmlformats.org/officeDocument/2006/relationships/audio" Target="../media/media42.wav"/><Relationship Id="rId1" Type="http://schemas.microsoft.com/office/2007/relationships/media" Target="../media/media42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7.wav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4.xml"/><Relationship Id="rId2" Type="http://schemas.openxmlformats.org/officeDocument/2006/relationships/slide" Target="slide7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3.xml"/><Relationship Id="rId5" Type="http://schemas.openxmlformats.org/officeDocument/2006/relationships/slide" Target="slide76.xml"/><Relationship Id="rId4" Type="http://schemas.openxmlformats.org/officeDocument/2006/relationships/slide" Target="slide75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audio" Target="../media/media51.wav"/><Relationship Id="rId13" Type="http://schemas.openxmlformats.org/officeDocument/2006/relationships/slideLayout" Target="../slideLayouts/slideLayout2.xml"/><Relationship Id="rId3" Type="http://schemas.microsoft.com/office/2007/relationships/media" Target="../media/media49.wav"/><Relationship Id="rId7" Type="http://schemas.microsoft.com/office/2007/relationships/media" Target="../media/media51.wav"/><Relationship Id="rId12" Type="http://schemas.openxmlformats.org/officeDocument/2006/relationships/audio" Target="../media/media53.wav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audio" Target="../media/media50.wav"/><Relationship Id="rId11" Type="http://schemas.microsoft.com/office/2007/relationships/media" Target="../media/media53.wav"/><Relationship Id="rId5" Type="http://schemas.microsoft.com/office/2007/relationships/media" Target="../media/media50.wav"/><Relationship Id="rId15" Type="http://schemas.openxmlformats.org/officeDocument/2006/relationships/slide" Target="slide76.xml"/><Relationship Id="rId10" Type="http://schemas.openxmlformats.org/officeDocument/2006/relationships/audio" Target="../media/media52.wav"/><Relationship Id="rId4" Type="http://schemas.openxmlformats.org/officeDocument/2006/relationships/audio" Target="../media/media49.wav"/><Relationship Id="rId9" Type="http://schemas.microsoft.com/office/2007/relationships/media" Target="../media/media52.wav"/><Relationship Id="rId14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audio" Target="../media/media53.wav"/><Relationship Id="rId3" Type="http://schemas.microsoft.com/office/2007/relationships/media" Target="../media/media51.wav"/><Relationship Id="rId7" Type="http://schemas.microsoft.com/office/2007/relationships/media" Target="../media/media53.wav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audio" Target="../media/media52.wav"/><Relationship Id="rId11" Type="http://schemas.openxmlformats.org/officeDocument/2006/relationships/slide" Target="slide76.xml"/><Relationship Id="rId5" Type="http://schemas.microsoft.com/office/2007/relationships/media" Target="../media/media52.wav"/><Relationship Id="rId10" Type="http://schemas.openxmlformats.org/officeDocument/2006/relationships/image" Target="../media/image4.png"/><Relationship Id="rId4" Type="http://schemas.openxmlformats.org/officeDocument/2006/relationships/audio" Target="../media/media51.wav"/><Relationship Id="rId9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audio" Target="../media/media53.wav"/><Relationship Id="rId3" Type="http://schemas.microsoft.com/office/2007/relationships/media" Target="../media/media51.wav"/><Relationship Id="rId7" Type="http://schemas.microsoft.com/office/2007/relationships/media" Target="../media/media53.wav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audio" Target="../media/media52.wav"/><Relationship Id="rId11" Type="http://schemas.openxmlformats.org/officeDocument/2006/relationships/slide" Target="slide76.xml"/><Relationship Id="rId5" Type="http://schemas.microsoft.com/office/2007/relationships/media" Target="../media/media52.wav"/><Relationship Id="rId10" Type="http://schemas.openxmlformats.org/officeDocument/2006/relationships/image" Target="../media/image4.png"/><Relationship Id="rId4" Type="http://schemas.openxmlformats.org/officeDocument/2006/relationships/audio" Target="../media/media51.wav"/><Relationship Id="rId9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media" Target="../media/media53.wav"/><Relationship Id="rId7" Type="http://schemas.openxmlformats.org/officeDocument/2006/relationships/slide" Target="slide76.xml"/><Relationship Id="rId2" Type="http://schemas.openxmlformats.org/officeDocument/2006/relationships/audio" Target="../media/media48.wav"/><Relationship Id="rId1" Type="http://schemas.microsoft.com/office/2007/relationships/media" Target="../media/media4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3.wav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7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7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slide" Target="slide8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1.xml"/><Relationship Id="rId4" Type="http://schemas.openxmlformats.org/officeDocument/2006/relationships/slide" Target="slide83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audio" Target="../media/media57.wav"/><Relationship Id="rId3" Type="http://schemas.microsoft.com/office/2007/relationships/media" Target="../media/media55.wav"/><Relationship Id="rId7" Type="http://schemas.microsoft.com/office/2007/relationships/media" Target="../media/media57.wav"/><Relationship Id="rId2" Type="http://schemas.openxmlformats.org/officeDocument/2006/relationships/audio" Target="../media/media54.wav"/><Relationship Id="rId1" Type="http://schemas.microsoft.com/office/2007/relationships/media" Target="../media/media54.wav"/><Relationship Id="rId6" Type="http://schemas.openxmlformats.org/officeDocument/2006/relationships/audio" Target="../media/media56.wav"/><Relationship Id="rId11" Type="http://schemas.openxmlformats.org/officeDocument/2006/relationships/slide" Target="slide83.xml"/><Relationship Id="rId5" Type="http://schemas.microsoft.com/office/2007/relationships/media" Target="../media/media56.wav"/><Relationship Id="rId10" Type="http://schemas.openxmlformats.org/officeDocument/2006/relationships/image" Target="../media/image4.png"/><Relationship Id="rId4" Type="http://schemas.openxmlformats.org/officeDocument/2006/relationships/audio" Target="../media/media55.wav"/><Relationship Id="rId9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07/relationships/media" Target="../media/media57.wav"/><Relationship Id="rId7" Type="http://schemas.openxmlformats.org/officeDocument/2006/relationships/slide" Target="slide83.xml"/><Relationship Id="rId2" Type="http://schemas.openxmlformats.org/officeDocument/2006/relationships/audio" Target="../media/media54.wav"/><Relationship Id="rId1" Type="http://schemas.microsoft.com/office/2007/relationships/media" Target="../media/media5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7.wav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media" Target="../media/media57.wav"/><Relationship Id="rId7" Type="http://schemas.openxmlformats.org/officeDocument/2006/relationships/slide" Target="slide83.xml"/><Relationship Id="rId2" Type="http://schemas.openxmlformats.org/officeDocument/2006/relationships/audio" Target="../media/media54.wav"/><Relationship Id="rId1" Type="http://schemas.microsoft.com/office/2007/relationships/media" Target="../media/media54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57.wav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8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8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89.xml"/><Relationship Id="rId2" Type="http://schemas.openxmlformats.org/officeDocument/2006/relationships/slide" Target="slide8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8.xml"/><Relationship Id="rId5" Type="http://schemas.openxmlformats.org/officeDocument/2006/relationships/slide" Target="slide91.xml"/><Relationship Id="rId4" Type="http://schemas.openxmlformats.org/officeDocument/2006/relationships/slide" Target="slide90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audio" Target="../media/media61.wav"/><Relationship Id="rId13" Type="http://schemas.openxmlformats.org/officeDocument/2006/relationships/slideLayout" Target="../slideLayouts/slideLayout2.xml"/><Relationship Id="rId3" Type="http://schemas.microsoft.com/office/2007/relationships/media" Target="../media/media59.wav"/><Relationship Id="rId7" Type="http://schemas.microsoft.com/office/2007/relationships/media" Target="../media/media61.wav"/><Relationship Id="rId12" Type="http://schemas.openxmlformats.org/officeDocument/2006/relationships/audio" Target="../media/media63.wav"/><Relationship Id="rId2" Type="http://schemas.openxmlformats.org/officeDocument/2006/relationships/audio" Target="../media/media58.wav"/><Relationship Id="rId1" Type="http://schemas.microsoft.com/office/2007/relationships/media" Target="../media/media58.wav"/><Relationship Id="rId6" Type="http://schemas.openxmlformats.org/officeDocument/2006/relationships/audio" Target="../media/media60.wav"/><Relationship Id="rId11" Type="http://schemas.microsoft.com/office/2007/relationships/media" Target="../media/media63.wav"/><Relationship Id="rId5" Type="http://schemas.microsoft.com/office/2007/relationships/media" Target="../media/media60.wav"/><Relationship Id="rId15" Type="http://schemas.openxmlformats.org/officeDocument/2006/relationships/slide" Target="slide91.xml"/><Relationship Id="rId10" Type="http://schemas.openxmlformats.org/officeDocument/2006/relationships/audio" Target="../media/media62.wav"/><Relationship Id="rId4" Type="http://schemas.openxmlformats.org/officeDocument/2006/relationships/audio" Target="../media/media59.wav"/><Relationship Id="rId9" Type="http://schemas.microsoft.com/office/2007/relationships/media" Target="../media/media62.wav"/><Relationship Id="rId14" Type="http://schemas.openxmlformats.org/officeDocument/2006/relationships/image" Target="../media/image4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audio" Target="../media/media63.wav"/><Relationship Id="rId3" Type="http://schemas.microsoft.com/office/2007/relationships/media" Target="../media/media61.wav"/><Relationship Id="rId7" Type="http://schemas.microsoft.com/office/2007/relationships/media" Target="../media/media63.wav"/><Relationship Id="rId2" Type="http://schemas.openxmlformats.org/officeDocument/2006/relationships/audio" Target="../media/media58.wav"/><Relationship Id="rId1" Type="http://schemas.microsoft.com/office/2007/relationships/media" Target="../media/media58.wav"/><Relationship Id="rId6" Type="http://schemas.openxmlformats.org/officeDocument/2006/relationships/audio" Target="../media/media62.wav"/><Relationship Id="rId11" Type="http://schemas.openxmlformats.org/officeDocument/2006/relationships/slide" Target="slide91.xml"/><Relationship Id="rId5" Type="http://schemas.microsoft.com/office/2007/relationships/media" Target="../media/media62.wav"/><Relationship Id="rId10" Type="http://schemas.openxmlformats.org/officeDocument/2006/relationships/image" Target="../media/image4.png"/><Relationship Id="rId4" Type="http://schemas.openxmlformats.org/officeDocument/2006/relationships/audio" Target="../media/media61.wav"/><Relationship Id="rId9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audio" Target="../media/media63.wav"/><Relationship Id="rId3" Type="http://schemas.microsoft.com/office/2007/relationships/media" Target="../media/media61.wav"/><Relationship Id="rId7" Type="http://schemas.microsoft.com/office/2007/relationships/media" Target="../media/media63.wav"/><Relationship Id="rId2" Type="http://schemas.openxmlformats.org/officeDocument/2006/relationships/audio" Target="../media/media58.wav"/><Relationship Id="rId1" Type="http://schemas.microsoft.com/office/2007/relationships/media" Target="../media/media58.wav"/><Relationship Id="rId6" Type="http://schemas.openxmlformats.org/officeDocument/2006/relationships/audio" Target="../media/media62.wav"/><Relationship Id="rId11" Type="http://schemas.openxmlformats.org/officeDocument/2006/relationships/slide" Target="slide91.xml"/><Relationship Id="rId5" Type="http://schemas.microsoft.com/office/2007/relationships/media" Target="../media/media62.wav"/><Relationship Id="rId10" Type="http://schemas.openxmlformats.org/officeDocument/2006/relationships/image" Target="../media/image4.png"/><Relationship Id="rId4" Type="http://schemas.openxmlformats.org/officeDocument/2006/relationships/audio" Target="../media/media61.wav"/><Relationship Id="rId9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media" Target="../media/media63.wav"/><Relationship Id="rId7" Type="http://schemas.openxmlformats.org/officeDocument/2006/relationships/slide" Target="slide91.xml"/><Relationship Id="rId2" Type="http://schemas.openxmlformats.org/officeDocument/2006/relationships/audio" Target="../media/media58.wav"/><Relationship Id="rId1" Type="http://schemas.microsoft.com/office/2007/relationships/media" Target="../media/media58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3.wav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9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C98BED86-AC6F-5248-BF6D-61D0C827E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第二次学习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51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发现？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39088592-70F0-FF48-95F6-7CD3673C3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发现 </a:t>
            </a:r>
            <a:r>
              <a:rPr kumimoji="1" lang="zh-CN" altLang="zh-CN" sz="2800"/>
              <a:t>fāxiàn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64F7F4D2-BDBF-8248-A08E-2F66F0C9A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发 </a:t>
            </a:r>
            <a:r>
              <a:rPr kumimoji="1" lang="zh-CN" altLang="zh-CN" sz="2000"/>
              <a:t>fā</a:t>
            </a:r>
            <a:r>
              <a:rPr kumimoji="1" lang="zh-CN" altLang="en-US" sz="2000"/>
              <a:t>  </a:t>
            </a:r>
            <a:r>
              <a:rPr lang="en-US" altLang="zh-CN" sz="2000"/>
              <a:t>VERB  open up; expose</a:t>
            </a:r>
          </a:p>
          <a:p>
            <a:pPr eaLnBrk="1" hangingPunct="1"/>
            <a:r>
              <a:rPr lang="zh-CN" altLang="en-US" sz="2000"/>
              <a:t>现 </a:t>
            </a:r>
            <a:r>
              <a:rPr kumimoji="1" lang="zh-CN" altLang="zh-CN" sz="2000"/>
              <a:t>xiàn</a:t>
            </a:r>
            <a:r>
              <a:rPr kumimoji="1" lang="zh-CN" altLang="en-US" sz="2000"/>
              <a:t>  </a:t>
            </a:r>
            <a:r>
              <a:rPr lang="en-US" altLang="zh-CN" sz="2000"/>
              <a:t>VERB</a:t>
            </a:r>
            <a:r>
              <a:rPr lang="zh-CN" altLang="en-US" sz="2000"/>
              <a:t>  </a:t>
            </a:r>
            <a:r>
              <a:rPr lang="en-US" altLang="zh-CN" sz="2000"/>
              <a:t>show; appear; become visible</a:t>
            </a:r>
          </a:p>
          <a:p>
            <a:pPr eaLnBrk="1" hangingPunct="1"/>
            <a:r>
              <a:rPr lang="en-US" altLang="zh-CN" sz="2000"/>
              <a:t>NOUN</a:t>
            </a:r>
            <a:r>
              <a:rPr lang="zh-CN" altLang="en-US" sz="2000"/>
              <a:t>   </a:t>
            </a:r>
            <a:r>
              <a:rPr lang="zh-CN" altLang="zh-CN" sz="2000"/>
              <a:t>find;</a:t>
            </a:r>
            <a:r>
              <a:rPr lang="zh-CN" altLang="en-US" sz="2000"/>
              <a:t> </a:t>
            </a:r>
            <a:r>
              <a:rPr lang="zh-CN" altLang="zh-CN" sz="2000"/>
              <a:t>realize;</a:t>
            </a:r>
            <a:r>
              <a:rPr lang="zh-CN" altLang="en-US" sz="2000"/>
              <a:t> </a:t>
            </a:r>
            <a:r>
              <a:rPr lang="zh-CN" altLang="zh-CN" sz="2000"/>
              <a:t>perceive;</a:t>
            </a:r>
            <a:r>
              <a:rPr lang="zh-CN" altLang="en-US" sz="2000"/>
              <a:t> </a:t>
            </a:r>
            <a:r>
              <a:rPr lang="zh-CN" altLang="zh-CN" sz="2000"/>
              <a:t>notice;</a:t>
            </a:r>
            <a:r>
              <a:rPr lang="zh-CN" altLang="en-US" sz="2000"/>
              <a:t> </a:t>
            </a:r>
            <a:r>
              <a:rPr lang="zh-CN" altLang="zh-CN" sz="2000"/>
              <a:t>be aware of</a:t>
            </a:r>
            <a:endParaRPr lang="en-US" altLang="zh-CN" sz="2000"/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突然（三级） 发现  </a:t>
            </a:r>
            <a:r>
              <a:rPr lang="zh-CN" altLang="zh-CN" sz="2000"/>
              <a:t>suddenly discovered</a:t>
            </a:r>
            <a:endParaRPr lang="zh-CN" altLang="en-US" sz="2000"/>
          </a:p>
          <a:p>
            <a:pPr eaLnBrk="1" hangingPunct="1"/>
            <a:r>
              <a:rPr lang="zh-CN" altLang="en-US" sz="2000"/>
              <a:t>被（三级） </a:t>
            </a:r>
            <a:r>
              <a:rPr lang="zh-CN" altLang="zh-CN" sz="2000"/>
              <a:t>X </a:t>
            </a:r>
            <a:r>
              <a:rPr lang="zh-CN" altLang="en-US" sz="2000"/>
              <a:t>发现  </a:t>
            </a:r>
            <a:r>
              <a:rPr lang="zh-CN" altLang="zh-CN" sz="2000"/>
              <a:t>discovered by X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她发现他真的是一个很好的男人。</a:t>
            </a:r>
            <a:endParaRPr kumimoji="1" lang="en-US" altLang="zh-CN" sz="2000"/>
          </a:p>
          <a:p>
            <a:pPr eaLnBrk="1" hangingPunct="1"/>
            <a:r>
              <a:rPr kumimoji="1" lang="zh-CN" altLang="en-US" sz="2000"/>
              <a:t>她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发现</a:t>
            </a:r>
            <a:r>
              <a:rPr kumimoji="1" lang="en-US" altLang="zh-CN" sz="2000"/>
              <a:t>/</a:t>
            </a:r>
            <a:r>
              <a:rPr kumimoji="1" lang="zh-CN" altLang="zh-CN" sz="2000"/>
              <a:t>fāxiàn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真的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zhēnde  </a:t>
            </a:r>
            <a:r>
              <a:rPr kumimoji="1" lang="zh-CN" altLang="en-US" sz="2000"/>
              <a:t>是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shì  </a:t>
            </a:r>
            <a:r>
              <a:rPr kumimoji="1" lang="zh-CN" altLang="en-US" sz="2000"/>
              <a:t>一个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yīgè  </a:t>
            </a:r>
            <a:r>
              <a:rPr kumimoji="1" lang="zh-CN" altLang="en-US" sz="2000"/>
              <a:t>很</a:t>
            </a:r>
            <a:r>
              <a:rPr kumimoji="1" lang="en-US" altLang="zh-CN" sz="2000"/>
              <a:t>/</a:t>
            </a:r>
            <a:r>
              <a:rPr kumimoji="1" lang="zh-CN" altLang="zh-CN" sz="2000"/>
              <a:t>hěn  </a:t>
            </a:r>
            <a:r>
              <a:rPr kumimoji="1" lang="zh-CN" altLang="en-US" sz="2000"/>
              <a:t>好</a:t>
            </a:r>
            <a:r>
              <a:rPr kumimoji="1" lang="en-US" altLang="zh-CN" sz="2000"/>
              <a:t>/</a:t>
            </a:r>
            <a:r>
              <a:rPr kumimoji="1" lang="zh-CN" altLang="zh-CN" sz="2000"/>
              <a:t>hǎo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男人</a:t>
            </a:r>
            <a:r>
              <a:rPr kumimoji="1" lang="en-US" altLang="zh-CN" sz="2000"/>
              <a:t>/</a:t>
            </a:r>
            <a:r>
              <a:rPr kumimoji="1" lang="zh-CN" altLang="zh-CN" sz="2000"/>
              <a:t>nánrén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She found that he was really a good man.</a:t>
            </a:r>
            <a:endParaRPr kumimoji="1" lang="zh-CN" altLang="en-US" sz="2000"/>
          </a:p>
        </p:txBody>
      </p:sp>
      <p:pic>
        <p:nvPicPr>
          <p:cNvPr id="2" name="发现.wav" descr="发现.wav">
            <a:hlinkClick r:id="" action="ppaction://media"/>
            <a:extLst>
              <a:ext uri="{FF2B5EF4-FFF2-40B4-BE49-F238E27FC236}">
                <a16:creationId xmlns:a16="http://schemas.microsoft.com/office/drawing/2014/main" id="{6BBD3F70-6B9C-6441-99E3-8E321CC62EA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4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发.wav" descr="发.wav">
            <a:hlinkClick r:id="" action="ppaction://media"/>
            <a:extLst>
              <a:ext uri="{FF2B5EF4-FFF2-40B4-BE49-F238E27FC236}">
                <a16:creationId xmlns:a16="http://schemas.microsoft.com/office/drawing/2014/main" id="{0D96C804-8F74-584D-BEF8-E27029A9C02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950" y="114935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现.wav" descr="现.wav">
            <a:hlinkClick r:id="" action="ppaction://media"/>
            <a:extLst>
              <a:ext uri="{FF2B5EF4-FFF2-40B4-BE49-F238E27FC236}">
                <a16:creationId xmlns:a16="http://schemas.microsoft.com/office/drawing/2014/main" id="{1623AB52-B68E-1B48-BB80-4DAB574ADF8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0" y="153035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突然发现.wav" descr="突然发现.wav">
            <a:hlinkClick r:id="" action="ppaction://media"/>
            <a:extLst>
              <a:ext uri="{FF2B5EF4-FFF2-40B4-BE49-F238E27FC236}">
                <a16:creationId xmlns:a16="http://schemas.microsoft.com/office/drawing/2014/main" id="{13825065-BF07-5D4F-9226-74B976BD6C0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0" y="259715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发现.wav" descr="发现.wav">
            <a:hlinkClick r:id="" action="ppaction://media"/>
            <a:extLst>
              <a:ext uri="{FF2B5EF4-FFF2-40B4-BE49-F238E27FC236}">
                <a16:creationId xmlns:a16="http://schemas.microsoft.com/office/drawing/2014/main" id="{B666D31B-ECCB-4342-8257-E7B1D5261383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2971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发现他真的是一个很好的男人。.wav" descr="她发现他真的是一个很好的男人。.wav">
            <a:hlinkClick r:id="" action="ppaction://media"/>
            <a:extLst>
              <a:ext uri="{FF2B5EF4-FFF2-40B4-BE49-F238E27FC236}">
                <a16:creationId xmlns:a16="http://schemas.microsoft.com/office/drawing/2014/main" id="{C18B04E9-D43E-9941-80BD-74DA9E6E2B72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374015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6D907B05-21C1-3443-97CA-52573C1BF42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9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39088592-70F0-FF48-95F6-7CD3673C3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发现 </a:t>
            </a:r>
            <a:r>
              <a:rPr kumimoji="1" lang="zh-CN" altLang="zh-CN" sz="2800"/>
              <a:t>fāxiàn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64F7F4D2-BDBF-8248-A08E-2F66F0C9A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NOUN</a:t>
            </a:r>
            <a:r>
              <a:rPr lang="zh-CN" altLang="en-US" sz="2000" dirty="0"/>
              <a:t>   </a:t>
            </a:r>
            <a:r>
              <a:rPr lang="zh-CN" altLang="zh-CN" sz="2000" dirty="0"/>
              <a:t>find;</a:t>
            </a:r>
            <a:r>
              <a:rPr lang="zh-CN" altLang="en-US" sz="2000" dirty="0"/>
              <a:t> </a:t>
            </a:r>
            <a:r>
              <a:rPr lang="zh-CN" altLang="zh-CN" sz="2000" dirty="0"/>
              <a:t>realize;</a:t>
            </a:r>
            <a:r>
              <a:rPr lang="zh-CN" altLang="en-US" sz="2000" dirty="0"/>
              <a:t> </a:t>
            </a:r>
            <a:r>
              <a:rPr lang="zh-CN" altLang="zh-CN" sz="2000" dirty="0"/>
              <a:t>perceive;</a:t>
            </a:r>
            <a:r>
              <a:rPr lang="zh-CN" altLang="en-US" sz="2000" dirty="0"/>
              <a:t> </a:t>
            </a:r>
            <a:r>
              <a:rPr lang="zh-CN" altLang="zh-CN" sz="2000" dirty="0"/>
              <a:t>notice;</a:t>
            </a:r>
            <a:r>
              <a:rPr lang="zh-CN" altLang="en-US" sz="2000" dirty="0"/>
              <a:t> </a:t>
            </a:r>
            <a:r>
              <a:rPr lang="zh-CN" altLang="zh-CN" sz="2000" dirty="0"/>
              <a:t>be aware of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突然（三级） 发现  </a:t>
            </a:r>
            <a:r>
              <a:rPr lang="zh-CN" altLang="zh-CN" sz="2000" dirty="0"/>
              <a:t>suddenly discovered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被（三级） </a:t>
            </a:r>
            <a:r>
              <a:rPr lang="zh-CN" altLang="zh-CN" sz="2000" dirty="0"/>
              <a:t>X </a:t>
            </a:r>
            <a:r>
              <a:rPr lang="zh-CN" altLang="en-US" sz="2000" dirty="0"/>
              <a:t>发现  </a:t>
            </a:r>
            <a:r>
              <a:rPr lang="zh-CN" altLang="zh-CN" sz="2000" dirty="0"/>
              <a:t>discovered by X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她发现他真的是一个很好的男人。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发现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fāxiàn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真的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zhēnde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一个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yīgè  </a:t>
            </a:r>
            <a:r>
              <a:rPr kumimoji="1" lang="zh-CN" altLang="en-US" sz="2000" dirty="0"/>
              <a:t>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男人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nánrén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She found that he was really a good man.</a:t>
            </a:r>
            <a:endParaRPr kumimoji="1" lang="zh-CN" altLang="en-US" sz="2000" dirty="0"/>
          </a:p>
        </p:txBody>
      </p:sp>
      <p:pic>
        <p:nvPicPr>
          <p:cNvPr id="2" name="发现.wav" descr="发现.wav">
            <a:hlinkClick r:id="" action="ppaction://media"/>
            <a:extLst>
              <a:ext uri="{FF2B5EF4-FFF2-40B4-BE49-F238E27FC236}">
                <a16:creationId xmlns:a16="http://schemas.microsoft.com/office/drawing/2014/main" id="{6BBD3F70-6B9C-6441-99E3-8E321CC62EA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4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突然发现.wav" descr="突然发现.wav">
            <a:hlinkClick r:id="" action="ppaction://media"/>
            <a:extLst>
              <a:ext uri="{FF2B5EF4-FFF2-40B4-BE49-F238E27FC236}">
                <a16:creationId xmlns:a16="http://schemas.microsoft.com/office/drawing/2014/main" id="{13825065-BF07-5D4F-9226-74B976BD6C0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0" y="1828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发现.wav" descr="发现.wav">
            <a:hlinkClick r:id="" action="ppaction://media"/>
            <a:extLst>
              <a:ext uri="{FF2B5EF4-FFF2-40B4-BE49-F238E27FC236}">
                <a16:creationId xmlns:a16="http://schemas.microsoft.com/office/drawing/2014/main" id="{B666D31B-ECCB-4342-8257-E7B1D526138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220345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发现他真的是一个很好的男人。.wav" descr="她发现他真的是一个很好的男人。.wav">
            <a:hlinkClick r:id="" action="ppaction://media"/>
            <a:extLst>
              <a:ext uri="{FF2B5EF4-FFF2-40B4-BE49-F238E27FC236}">
                <a16:creationId xmlns:a16="http://schemas.microsoft.com/office/drawing/2014/main" id="{C18B04E9-D43E-9941-80BD-74DA9E6E2B7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2971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21F851B-3E2C-BB46-B6FA-6D6E756814E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414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39088592-70F0-FF48-95F6-7CD3673C3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发现 </a:t>
            </a:r>
            <a:r>
              <a:rPr kumimoji="1" lang="zh-CN" altLang="zh-CN" sz="2800"/>
              <a:t>fāxiàn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64F7F4D2-BDBF-8248-A08E-2F66F0C9A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突然（三级） 发现  </a:t>
            </a:r>
            <a:r>
              <a:rPr lang="zh-CN" altLang="zh-CN" sz="2000" dirty="0"/>
              <a:t>suddenly discovered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被（三级） </a:t>
            </a:r>
            <a:r>
              <a:rPr lang="zh-CN" altLang="zh-CN" sz="2000" dirty="0"/>
              <a:t>X </a:t>
            </a:r>
            <a:r>
              <a:rPr lang="zh-CN" altLang="en-US" sz="2000" dirty="0"/>
              <a:t>发现  </a:t>
            </a:r>
            <a:r>
              <a:rPr lang="zh-CN" altLang="zh-CN" sz="2000" dirty="0"/>
              <a:t>discovered by X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她发现他真的是一个很好的男人。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发现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fāxiàn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真的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zhēnde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一个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yīgè  </a:t>
            </a:r>
            <a:r>
              <a:rPr kumimoji="1" lang="zh-CN" altLang="en-US" sz="2000" dirty="0"/>
              <a:t>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男人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nánrén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She found that he was really a good man.</a:t>
            </a:r>
            <a:endParaRPr kumimoji="1" lang="zh-CN" altLang="en-US" sz="2000" dirty="0"/>
          </a:p>
        </p:txBody>
      </p:sp>
      <p:pic>
        <p:nvPicPr>
          <p:cNvPr id="2" name="发现.wav" descr="发现.wav">
            <a:hlinkClick r:id="" action="ppaction://media"/>
            <a:extLst>
              <a:ext uri="{FF2B5EF4-FFF2-40B4-BE49-F238E27FC236}">
                <a16:creationId xmlns:a16="http://schemas.microsoft.com/office/drawing/2014/main" id="{6BBD3F70-6B9C-6441-99E3-8E321CC62EA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4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突然发现.wav" descr="突然发现.wav">
            <a:hlinkClick r:id="" action="ppaction://media"/>
            <a:extLst>
              <a:ext uri="{FF2B5EF4-FFF2-40B4-BE49-F238E27FC236}">
                <a16:creationId xmlns:a16="http://schemas.microsoft.com/office/drawing/2014/main" id="{13825065-BF07-5D4F-9226-74B976BD6C0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0" y="1447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发现.wav" descr="发现.wav">
            <a:hlinkClick r:id="" action="ppaction://media"/>
            <a:extLst>
              <a:ext uri="{FF2B5EF4-FFF2-40B4-BE49-F238E27FC236}">
                <a16:creationId xmlns:a16="http://schemas.microsoft.com/office/drawing/2014/main" id="{B666D31B-ECCB-4342-8257-E7B1D526138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182245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发现他真的是一个很好的男人。.wav" descr="她发现他真的是一个很好的男人。.wav">
            <a:hlinkClick r:id="" action="ppaction://media"/>
            <a:extLst>
              <a:ext uri="{FF2B5EF4-FFF2-40B4-BE49-F238E27FC236}">
                <a16:creationId xmlns:a16="http://schemas.microsoft.com/office/drawing/2014/main" id="{C18B04E9-D43E-9941-80BD-74DA9E6E2B7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2590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747DC2C5-1143-1042-BA8D-6A9B310BC67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644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39088592-70F0-FF48-95F6-7CD3673C3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发现 </a:t>
            </a:r>
            <a:r>
              <a:rPr kumimoji="1" lang="zh-CN" altLang="zh-CN" sz="2800"/>
              <a:t>fāxiàn </a:t>
            </a:r>
            <a:endParaRPr kumimoji="1" lang="zh-CN" altLang="en-US" sz="2800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64F7F4D2-BDBF-8248-A08E-2F66F0C9A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她发现他真的是一个很好的男人。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发现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fāxiàn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真的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zhēnde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一个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yīgè  </a:t>
            </a:r>
            <a:r>
              <a:rPr kumimoji="1" lang="zh-CN" altLang="en-US" sz="2000" dirty="0"/>
              <a:t>很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男人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nánrén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She found that he was really a good man.</a:t>
            </a:r>
            <a:endParaRPr kumimoji="1" lang="zh-CN" altLang="en-US" sz="2000" dirty="0"/>
          </a:p>
        </p:txBody>
      </p:sp>
      <p:pic>
        <p:nvPicPr>
          <p:cNvPr id="2" name="发现.wav" descr="发现.wav">
            <a:hlinkClick r:id="" action="ppaction://media"/>
            <a:extLst>
              <a:ext uri="{FF2B5EF4-FFF2-40B4-BE49-F238E27FC236}">
                <a16:creationId xmlns:a16="http://schemas.microsoft.com/office/drawing/2014/main" id="{6BBD3F70-6B9C-6441-99E3-8E321CC62EAE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0480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她发现他真的是一个很好的男人。.wav" descr="她发现他真的是一个很好的男人。.wav">
            <a:hlinkClick r:id="" action="ppaction://media"/>
            <a:extLst>
              <a:ext uri="{FF2B5EF4-FFF2-40B4-BE49-F238E27FC236}">
                <a16:creationId xmlns:a16="http://schemas.microsoft.com/office/drawing/2014/main" id="{C18B04E9-D43E-9941-80BD-74DA9E6E2B7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616" y="1530350"/>
            <a:ext cx="527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45BD85E1-21CD-794E-9E6F-E46CE6C8EBE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256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907D56CE-1609-5C4B-A632-88E04C6BD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61DFC-3193-CA47-9C40-076B37EA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find;</a:t>
            </a:r>
            <a:r>
              <a:rPr lang="zh-CN" altLang="en-US" sz="2000" dirty="0"/>
              <a:t> </a:t>
            </a:r>
            <a:r>
              <a:rPr lang="en" altLang="zh-CN" sz="2000" dirty="0"/>
              <a:t>realize;</a:t>
            </a:r>
            <a:r>
              <a:rPr lang="zh-CN" altLang="en-US" sz="2000" dirty="0"/>
              <a:t> </a:t>
            </a:r>
            <a:r>
              <a:rPr lang="en" altLang="zh-CN" sz="2000" dirty="0"/>
              <a:t>perceive;</a:t>
            </a:r>
            <a:r>
              <a:rPr lang="zh-CN" altLang="en-US" sz="2000" dirty="0"/>
              <a:t> </a:t>
            </a:r>
            <a:r>
              <a:rPr lang="en" altLang="zh-CN" sz="2000" dirty="0"/>
              <a:t>notice;</a:t>
            </a:r>
            <a:r>
              <a:rPr lang="zh-CN" altLang="en-US" sz="2000" dirty="0"/>
              <a:t> </a:t>
            </a:r>
            <a:r>
              <a:rPr lang="en" altLang="zh-CN" sz="2000" dirty="0"/>
              <a:t>be aware of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阴  </a:t>
            </a:r>
            <a:r>
              <a:rPr lang="en-US" altLang="zh-CN" sz="2000" dirty="0"/>
              <a:t>B.</a:t>
            </a:r>
            <a:r>
              <a:rPr lang="zh-CN" altLang="en-US" sz="2000" dirty="0"/>
              <a:t>汉语  </a:t>
            </a:r>
            <a:r>
              <a:rPr lang="en-US" altLang="zh-CN" sz="2000" dirty="0"/>
              <a:t>C.</a:t>
            </a:r>
            <a:r>
              <a:rPr lang="zh-CN" altLang="en-US" sz="2000" dirty="0"/>
              <a:t>离开  </a:t>
            </a:r>
            <a:r>
              <a:rPr lang="en-US" altLang="zh-CN" sz="2000" dirty="0"/>
              <a:t>D.</a:t>
            </a:r>
            <a:r>
              <a:rPr lang="zh-CN" altLang="en-US" sz="2000" dirty="0"/>
              <a:t>发现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突然（）  </a:t>
            </a:r>
            <a:r>
              <a:rPr lang="en-US" altLang="zh-CN" sz="2000" dirty="0"/>
              <a:t>A.</a:t>
            </a:r>
            <a:r>
              <a:rPr lang="zh-CN" altLang="en-US" sz="2000" dirty="0"/>
              <a:t>吧  </a:t>
            </a:r>
            <a:r>
              <a:rPr lang="en-US" altLang="zh-CN" sz="2000" dirty="0"/>
              <a:t>B.</a:t>
            </a:r>
            <a:r>
              <a:rPr lang="zh-CN" altLang="en-US" sz="2000" dirty="0"/>
              <a:t>总是 </a:t>
            </a:r>
            <a:r>
              <a:rPr lang="en-US" altLang="zh-CN" sz="2000" dirty="0"/>
              <a:t> C.</a:t>
            </a:r>
            <a:r>
              <a:rPr lang="zh-CN" altLang="en-US" sz="2000" dirty="0"/>
              <a:t> 发现  </a:t>
            </a:r>
            <a:r>
              <a:rPr lang="en-US" altLang="zh-CN" sz="2000" dirty="0"/>
              <a:t>D.</a:t>
            </a:r>
            <a:r>
              <a:rPr lang="zh-CN" altLang="en-US" sz="2000" dirty="0"/>
              <a:t>放心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被</a:t>
            </a:r>
            <a:r>
              <a:rPr lang="en-US" altLang="zh-CN" sz="2000" dirty="0"/>
              <a:t>X</a:t>
            </a:r>
            <a:r>
              <a:rPr lang="zh-CN" altLang="en-US" sz="2000" dirty="0"/>
              <a:t>（）    </a:t>
            </a:r>
            <a:r>
              <a:rPr lang="en-US" altLang="zh-CN" sz="2000" dirty="0"/>
              <a:t>A.</a:t>
            </a:r>
            <a:r>
              <a:rPr lang="zh-CN" altLang="en-US" sz="2000" dirty="0"/>
              <a:t> 发现  </a:t>
            </a:r>
            <a:r>
              <a:rPr lang="en-US" altLang="zh-CN" sz="2000" dirty="0"/>
              <a:t>B.</a:t>
            </a:r>
            <a:r>
              <a:rPr lang="zh-CN" altLang="en-US" sz="2000" dirty="0"/>
              <a:t>高兴</a:t>
            </a:r>
            <a:r>
              <a:rPr lang="en-US" altLang="zh-CN" sz="2000" dirty="0"/>
              <a:t>  C.</a:t>
            </a:r>
            <a:r>
              <a:rPr lang="zh-CN" altLang="en-US" sz="2000" dirty="0"/>
              <a:t> 一般  </a:t>
            </a:r>
            <a:r>
              <a:rPr lang="en-US" altLang="zh-CN" sz="2000" dirty="0"/>
              <a:t>D.</a:t>
            </a:r>
            <a:r>
              <a:rPr lang="zh-CN" altLang="en-US" sz="2000" dirty="0"/>
              <a:t>弟弟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她发（）他真的是一个很好的男人。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B4DC1E3-F1B9-874B-A48D-1E20BBA8A10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290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167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更好？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 marL="0" indent="0"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657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06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D68B2F40-FFC6-3841-B18A-B1DCD6793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更好 </a:t>
            </a:r>
            <a:r>
              <a:rPr kumimoji="1" lang="zh-CN" altLang="zh-CN" sz="2800"/>
              <a:t>gèng hǎo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8545A440-CDA2-D544-9928-5483DA96E4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 dirty="0"/>
              <a:t>更 </a:t>
            </a:r>
            <a:r>
              <a:rPr kumimoji="1" lang="zh-CN" altLang="zh-CN" sz="2000" dirty="0"/>
              <a:t>gèng </a:t>
            </a:r>
            <a:r>
              <a:rPr kumimoji="1" lang="zh-CN" altLang="en-US" sz="2000" dirty="0"/>
              <a:t> </a:t>
            </a:r>
            <a:r>
              <a:rPr lang="en-US" altLang="zh-CN" sz="2000" dirty="0"/>
              <a:t>ADVERB</a:t>
            </a:r>
            <a:r>
              <a:rPr lang="zh-CN" altLang="en-US" sz="2000" dirty="0"/>
              <a:t> </a:t>
            </a:r>
            <a:r>
              <a:rPr lang="en-US" altLang="zh-CN" sz="2000" dirty="0"/>
              <a:t>more; still more; even more</a:t>
            </a:r>
          </a:p>
          <a:p>
            <a:pPr eaLnBrk="1" hangingPunct="1"/>
            <a:r>
              <a:rPr lang="zh-CN" altLang="en-US" sz="2000" dirty="0"/>
              <a:t>好 </a:t>
            </a:r>
            <a:r>
              <a:rPr kumimoji="1" lang="zh-CN" altLang="zh-CN" sz="2000" dirty="0"/>
              <a:t>hǎo </a:t>
            </a:r>
            <a:r>
              <a:rPr kumimoji="1" lang="zh-CN" altLang="en-US" sz="2000" dirty="0"/>
              <a:t> </a:t>
            </a:r>
            <a:r>
              <a:rPr lang="en-US" altLang="zh-CN" sz="2000" dirty="0"/>
              <a:t>ADJECTIVE</a:t>
            </a:r>
            <a:r>
              <a:rPr lang="zh-CN" altLang="en-US" sz="2000" dirty="0"/>
              <a:t> </a:t>
            </a:r>
            <a:r>
              <a:rPr lang="en-US" altLang="zh-CN" sz="2000" dirty="0"/>
              <a:t>good; fine; nice </a:t>
            </a:r>
          </a:p>
          <a:p>
            <a:pPr eaLnBrk="1" hangingPunct="1"/>
            <a:r>
              <a:rPr lang="en-US" altLang="zh-CN" sz="2000" dirty="0"/>
              <a:t>NOUN</a:t>
            </a:r>
            <a:r>
              <a:rPr lang="zh-CN" altLang="en-US" sz="2000" dirty="0"/>
              <a:t>   </a:t>
            </a:r>
            <a:r>
              <a:rPr lang="en-US" altLang="zh-CN" sz="2000" dirty="0"/>
              <a:t>better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说不定我能比男的干得更好。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说不定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说不定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shuōbudìng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néng  </a:t>
            </a:r>
            <a:r>
              <a:rPr kumimoji="1" lang="zh-CN" altLang="en-US" sz="2000" dirty="0"/>
              <a:t>比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bǐ  </a:t>
            </a:r>
            <a:r>
              <a:rPr kumimoji="1" lang="zh-CN" altLang="en-US" sz="2000" dirty="0"/>
              <a:t>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nán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干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gàn  </a:t>
            </a:r>
            <a:r>
              <a:rPr kumimoji="1" lang="zh-CN" altLang="en-US" sz="2000" dirty="0"/>
              <a:t>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gèng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Maybe I can do better than men.</a:t>
            </a:r>
            <a:endParaRPr kumimoji="1" lang="zh-CN" altLang="en-US" sz="2000" dirty="0"/>
          </a:p>
          <a:p>
            <a:pPr eaLnBrk="1" hangingPunct="1"/>
            <a:r>
              <a:rPr kumimoji="1" lang="zh-CN" altLang="en-US" sz="2000" dirty="0"/>
              <a:t>那时候再告诉她，不是更好？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那时候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nàshíhòu  </a:t>
            </a:r>
            <a:r>
              <a:rPr kumimoji="1" lang="zh-CN" altLang="en-US" sz="2000" dirty="0"/>
              <a:t>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zài  </a:t>
            </a:r>
            <a:r>
              <a:rPr kumimoji="1" lang="zh-CN" altLang="en-US" sz="2000" dirty="0"/>
              <a:t>告诉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gàosu  </a:t>
            </a:r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，  </a:t>
            </a:r>
            <a:r>
              <a:rPr kumimoji="1" lang="zh-CN" altLang="en-US" sz="2000" dirty="0"/>
              <a:t>不是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bùshì  </a:t>
            </a:r>
            <a:r>
              <a:rPr kumimoji="1" lang="zh-CN" altLang="en-US" sz="2000" dirty="0"/>
              <a:t>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gèng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？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Wouldn't it be better to tell her then?</a:t>
            </a:r>
            <a:endParaRPr kumimoji="1" lang="zh-CN" altLang="en-US" sz="2000" dirty="0"/>
          </a:p>
        </p:txBody>
      </p:sp>
      <p:pic>
        <p:nvPicPr>
          <p:cNvPr id="2" name="更好.wav" descr="更好.wav">
            <a:hlinkClick r:id="" action="ppaction://media"/>
            <a:extLst>
              <a:ext uri="{FF2B5EF4-FFF2-40B4-BE49-F238E27FC236}">
                <a16:creationId xmlns:a16="http://schemas.microsoft.com/office/drawing/2014/main" id="{4EFB20E7-99A9-AE45-BF88-5CD0F4E42EF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683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更.wav" descr="更.wav">
            <a:hlinkClick r:id="" action="ppaction://media"/>
            <a:extLst>
              <a:ext uri="{FF2B5EF4-FFF2-40B4-BE49-F238E27FC236}">
                <a16:creationId xmlns:a16="http://schemas.microsoft.com/office/drawing/2014/main" id="{90C27E01-77D5-5448-89E4-0E2F10130A3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好.wav" descr="好.wav">
            <a:hlinkClick r:id="" action="ppaction://media"/>
            <a:extLst>
              <a:ext uri="{FF2B5EF4-FFF2-40B4-BE49-F238E27FC236}">
                <a16:creationId xmlns:a16="http://schemas.microsoft.com/office/drawing/2014/main" id="{EB2CB803-B30F-C04B-BD6A-ECA278EA035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说不定我能比男的干得更好。.wav" descr="说不定我能比男的干得更好。.wav">
            <a:hlinkClick r:id="" action="ppaction://media"/>
            <a:extLst>
              <a:ext uri="{FF2B5EF4-FFF2-40B4-BE49-F238E27FC236}">
                <a16:creationId xmlns:a16="http://schemas.microsoft.com/office/drawing/2014/main" id="{FB2BA8FB-6874-0A49-84DD-8F2526BB978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那时候再告诉她，不是更好？.wav" descr="那时候再告诉她，不是更好？.wav">
            <a:hlinkClick r:id="" action="ppaction://media"/>
            <a:extLst>
              <a:ext uri="{FF2B5EF4-FFF2-40B4-BE49-F238E27FC236}">
                <a16:creationId xmlns:a16="http://schemas.microsoft.com/office/drawing/2014/main" id="{DA6E824A-3676-9749-9E1E-439A6E91980D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9624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594DE00E-1776-8C4B-B140-4F8A3EED2F4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</a:t>
            </a:r>
            <a:r>
              <a:rPr kumimoji="1" lang="zh-CN" altLang="en-US" dirty="0">
                <a:hlinkClick r:id="rId13" action="ppaction://hlinksldjump"/>
              </a:rPr>
              <a:t> </a:t>
            </a:r>
            <a:r>
              <a:rPr kumimoji="1" lang="en-US" altLang="zh-CN" dirty="0">
                <a:hlinkClick r:id="rId13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9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31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D68B2F40-FFC6-3841-B18A-B1DCD6793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更好 </a:t>
            </a:r>
            <a:r>
              <a:rPr kumimoji="1" lang="zh-CN" altLang="zh-CN" sz="2800"/>
              <a:t>gèng hǎo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8545A440-CDA2-D544-9928-5483DA96E4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NOUN</a:t>
            </a:r>
            <a:r>
              <a:rPr lang="zh-CN" altLang="en-US" sz="2000" dirty="0"/>
              <a:t>   </a:t>
            </a:r>
            <a:r>
              <a:rPr lang="en-US" altLang="zh-CN" sz="2000" dirty="0"/>
              <a:t>better</a:t>
            </a:r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说不定我能比男的干得更好。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说不定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说不定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shuōbudìng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néng  </a:t>
            </a:r>
            <a:r>
              <a:rPr kumimoji="1" lang="zh-CN" altLang="en-US" sz="2000" dirty="0"/>
              <a:t>比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bǐ  </a:t>
            </a:r>
            <a:r>
              <a:rPr kumimoji="1" lang="zh-CN" altLang="en-US" sz="2000" dirty="0"/>
              <a:t>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nán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干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gàn  </a:t>
            </a:r>
            <a:r>
              <a:rPr kumimoji="1" lang="zh-CN" altLang="en-US" sz="2000" dirty="0"/>
              <a:t>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gèng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Maybe I can do better than men.</a:t>
            </a:r>
            <a:endParaRPr kumimoji="1" lang="zh-CN" altLang="en-US" sz="2000" dirty="0"/>
          </a:p>
          <a:p>
            <a:pPr eaLnBrk="1" hangingPunct="1"/>
            <a:r>
              <a:rPr kumimoji="1" lang="zh-CN" altLang="en-US" sz="2000" dirty="0"/>
              <a:t>那时候再告诉她，不是更好？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那时候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nàshíhòu  </a:t>
            </a:r>
            <a:r>
              <a:rPr kumimoji="1" lang="zh-CN" altLang="en-US" sz="2000" dirty="0"/>
              <a:t>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zài  </a:t>
            </a:r>
            <a:r>
              <a:rPr kumimoji="1" lang="zh-CN" altLang="en-US" sz="2000" dirty="0"/>
              <a:t>告诉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gàosu  </a:t>
            </a:r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，  </a:t>
            </a:r>
            <a:r>
              <a:rPr kumimoji="1" lang="zh-CN" altLang="en-US" sz="2000" dirty="0"/>
              <a:t>不是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bùshì  </a:t>
            </a:r>
            <a:r>
              <a:rPr kumimoji="1" lang="zh-CN" altLang="en-US" sz="2000" dirty="0"/>
              <a:t>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gèng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？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Wouldn't it be better to tell her then?</a:t>
            </a:r>
            <a:endParaRPr kumimoji="1" lang="zh-CN" altLang="en-US" sz="2000" dirty="0"/>
          </a:p>
        </p:txBody>
      </p:sp>
      <p:pic>
        <p:nvPicPr>
          <p:cNvPr id="2" name="更好.wav" descr="更好.wav">
            <a:hlinkClick r:id="" action="ppaction://media"/>
            <a:extLst>
              <a:ext uri="{FF2B5EF4-FFF2-40B4-BE49-F238E27FC236}">
                <a16:creationId xmlns:a16="http://schemas.microsoft.com/office/drawing/2014/main" id="{4EFB20E7-99A9-AE45-BF88-5CD0F4E42EF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683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说不定我能比男的干得更好。.wav" descr="说不定我能比男的干得更好。.wav">
            <a:hlinkClick r:id="" action="ppaction://media"/>
            <a:extLst>
              <a:ext uri="{FF2B5EF4-FFF2-40B4-BE49-F238E27FC236}">
                <a16:creationId xmlns:a16="http://schemas.microsoft.com/office/drawing/2014/main" id="{FB2BA8FB-6874-0A49-84DD-8F2526BB978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828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那时候再告诉她，不是更好？.wav" descr="那时候再告诉她，不是更好？.wav">
            <a:hlinkClick r:id="" action="ppaction://media"/>
            <a:extLst>
              <a:ext uri="{FF2B5EF4-FFF2-40B4-BE49-F238E27FC236}">
                <a16:creationId xmlns:a16="http://schemas.microsoft.com/office/drawing/2014/main" id="{DA6E824A-3676-9749-9E1E-439A6E91980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2004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E447334-E2D0-7643-B4E7-380B4CCC8EB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907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9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1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D68B2F40-FFC6-3841-B18A-B1DCD6793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更好 </a:t>
            </a:r>
            <a:r>
              <a:rPr kumimoji="1" lang="zh-CN" altLang="zh-CN" sz="2800"/>
              <a:t>gèng hǎo </a:t>
            </a:r>
            <a:endParaRPr kumimoji="1" lang="zh-CN" altLang="en-US" sz="2800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8545A440-CDA2-D544-9928-5483DA96E4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说不定我能比男的干得更好。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说不定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说不定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shuōbudìng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wǒ  </a:t>
            </a:r>
            <a:r>
              <a:rPr kumimoji="1" lang="zh-CN" altLang="en-US" sz="2000" dirty="0"/>
              <a:t>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néng  </a:t>
            </a:r>
            <a:r>
              <a:rPr kumimoji="1" lang="zh-CN" altLang="en-US" sz="2000" dirty="0"/>
              <a:t>比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bǐ  </a:t>
            </a:r>
            <a:r>
              <a:rPr kumimoji="1" lang="zh-CN" altLang="en-US" sz="2000" dirty="0"/>
              <a:t>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nán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干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gàn  </a:t>
            </a:r>
            <a:r>
              <a:rPr kumimoji="1" lang="zh-CN" altLang="en-US" sz="2000" dirty="0"/>
              <a:t>得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gèng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Maybe I can do better than men.</a:t>
            </a:r>
            <a:endParaRPr kumimoji="1" lang="zh-CN" altLang="en-US" sz="2000" dirty="0"/>
          </a:p>
          <a:p>
            <a:pPr eaLnBrk="1" hangingPunct="1"/>
            <a:r>
              <a:rPr kumimoji="1" lang="zh-CN" altLang="en-US" sz="2000" dirty="0"/>
              <a:t>那时候再告诉她，不是更好？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那时候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nàshíhòu  </a:t>
            </a:r>
            <a:r>
              <a:rPr kumimoji="1" lang="zh-CN" altLang="en-US" sz="2000" dirty="0"/>
              <a:t>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zài  </a:t>
            </a:r>
            <a:r>
              <a:rPr kumimoji="1" lang="zh-CN" altLang="en-US" sz="2000" dirty="0"/>
              <a:t>告诉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gàosu  </a:t>
            </a:r>
            <a:r>
              <a:rPr kumimoji="1" lang="zh-CN" altLang="en-US" sz="2000" dirty="0"/>
              <a:t>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，  </a:t>
            </a:r>
            <a:r>
              <a:rPr kumimoji="1" lang="zh-CN" altLang="en-US" sz="2000" dirty="0"/>
              <a:t>不是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bùshì  </a:t>
            </a:r>
            <a:r>
              <a:rPr kumimoji="1" lang="zh-CN" altLang="en-US" sz="2000" dirty="0"/>
              <a:t>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gèng  </a:t>
            </a:r>
            <a:r>
              <a:rPr kumimoji="1" lang="zh-CN" altLang="en-US" sz="2000" dirty="0"/>
              <a:t>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hǎo  ？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Wouldn't it be better to tell her then?</a:t>
            </a:r>
            <a:endParaRPr kumimoji="1" lang="zh-CN" altLang="en-US" sz="2000" dirty="0"/>
          </a:p>
        </p:txBody>
      </p:sp>
      <p:pic>
        <p:nvPicPr>
          <p:cNvPr id="2" name="更好.wav" descr="更好.wav">
            <a:hlinkClick r:id="" action="ppaction://media"/>
            <a:extLst>
              <a:ext uri="{FF2B5EF4-FFF2-40B4-BE49-F238E27FC236}">
                <a16:creationId xmlns:a16="http://schemas.microsoft.com/office/drawing/2014/main" id="{4EFB20E7-99A9-AE45-BF88-5CD0F4E42EF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683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说不定我能比男的干得更好。.wav" descr="说不定我能比男的干得更好。.wav">
            <a:hlinkClick r:id="" action="ppaction://media"/>
            <a:extLst>
              <a:ext uri="{FF2B5EF4-FFF2-40B4-BE49-F238E27FC236}">
                <a16:creationId xmlns:a16="http://schemas.microsoft.com/office/drawing/2014/main" id="{FB2BA8FB-6874-0A49-84DD-8F2526BB978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那时候再告诉她，不是更好？.wav" descr="那时候再告诉她，不是更好？.wav">
            <a:hlinkClick r:id="" action="ppaction://media"/>
            <a:extLst>
              <a:ext uri="{FF2B5EF4-FFF2-40B4-BE49-F238E27FC236}">
                <a16:creationId xmlns:a16="http://schemas.microsoft.com/office/drawing/2014/main" id="{DA6E824A-3676-9749-9E1E-439A6E91980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895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76F074F-7C1B-4246-8B3B-251C04412C8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</a:t>
            </a:r>
            <a:r>
              <a:rPr kumimoji="1" lang="zh-CN" altLang="en-US" dirty="0">
                <a:hlinkClick r:id="rId9" action="ppaction://hlinksldjump"/>
              </a:rPr>
              <a:t> </a:t>
            </a:r>
            <a:r>
              <a:rPr kumimoji="1" lang="en-US" altLang="zh-CN" dirty="0">
                <a:hlinkClick r:id="rId9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57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9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1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F5A94D0A-59D7-B94B-8F50-3AE96EB88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092FF-0C43-8F48-8ACB-154E258B2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</a:t>
            </a:r>
            <a:r>
              <a:rPr lang="en-US" altLang="zh-CN" sz="2000" dirty="0"/>
              <a:t>better</a:t>
            </a:r>
            <a:endParaRPr lang="en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裙子  </a:t>
            </a:r>
            <a:r>
              <a:rPr lang="en-US" altLang="zh-CN" sz="2000" dirty="0"/>
              <a:t>B.</a:t>
            </a:r>
            <a:r>
              <a:rPr lang="zh-CN" altLang="en-US" sz="2000" dirty="0"/>
              <a:t>更好  </a:t>
            </a:r>
            <a:r>
              <a:rPr lang="en-US" altLang="zh-CN" sz="2000" dirty="0"/>
              <a:t>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星期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说不定我能比男的干得更（）。</a:t>
            </a:r>
            <a:endParaRPr kumimoji="1" lang="en-US" altLang="zh-CN" sz="2000" dirty="0"/>
          </a:p>
          <a:p>
            <a:pPr eaLnBrk="1" hangingPunct="1">
              <a:defRPr/>
            </a:pPr>
            <a:r>
              <a:rPr kumimoji="1" lang="zh-CN" altLang="en-US" sz="2000" dirty="0"/>
              <a:t>那时候再告诉她，不是更（）？</a:t>
            </a:r>
          </a:p>
          <a:p>
            <a:pPr eaLnBrk="1" hangingPunct="1">
              <a:defRPr/>
            </a:pPr>
            <a:endParaRPr kumimoji="1" lang="en-US" altLang="zh-CN" sz="2000" dirty="0"/>
          </a:p>
          <a:p>
            <a:pPr eaLnBrk="1" hangingPunct="1"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5AA076-D19D-9945-AD6C-19AA1DE843C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4131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1216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变化（</a:t>
            </a:r>
            <a:r>
              <a:rPr kumimoji="1" lang="en-US" altLang="zh-CN" sz="2400" dirty="0"/>
              <a:t>NOUN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  <a:endParaRPr lang="zh-CN" altLang="zh-CN" sz="2000" dirty="0"/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657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70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3C9B03B1-9950-1E40-BAFE-6E7355931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变化 </a:t>
            </a:r>
            <a:r>
              <a:rPr kumimoji="1" lang="zh-CN" altLang="zh-CN" sz="2800"/>
              <a:t>biànhuà </a:t>
            </a:r>
            <a:endParaRPr kumimoji="1" lang="zh-CN" altLang="en-US" sz="2800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9ECF0083-0274-7F48-9540-81F2BFCCE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变 </a:t>
            </a:r>
            <a:r>
              <a:rPr kumimoji="1" lang="zh-CN" altLang="zh-CN" sz="2000"/>
              <a:t>biàn</a:t>
            </a:r>
            <a:r>
              <a:rPr kumimoji="1" lang="en-US" altLang="zh-CN" sz="2000"/>
              <a:t>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become</a:t>
            </a:r>
            <a:r>
              <a:rPr lang="zh-CN" altLang="en-US" sz="2000"/>
              <a:t> </a:t>
            </a:r>
            <a:r>
              <a:rPr lang="en-US" altLang="zh-CN" sz="2000"/>
              <a:t>different; change</a:t>
            </a:r>
          </a:p>
          <a:p>
            <a:pPr eaLnBrk="1" hangingPunct="1"/>
            <a:r>
              <a:rPr lang="zh-CN" altLang="en-US" sz="2000"/>
              <a:t>化</a:t>
            </a:r>
            <a:r>
              <a:rPr lang="en-US" altLang="zh-CN" sz="2000"/>
              <a:t> </a:t>
            </a:r>
            <a:r>
              <a:rPr kumimoji="1" lang="zh-CN" altLang="zh-CN" sz="2000"/>
              <a:t>huà</a:t>
            </a:r>
            <a:r>
              <a:rPr kumimoji="1" lang="en-US" altLang="zh-CN" sz="2000"/>
              <a:t> </a:t>
            </a:r>
            <a:r>
              <a:rPr lang="en-US" altLang="zh-CN" sz="2000"/>
              <a:t>VERB change; turn; transform</a:t>
            </a:r>
          </a:p>
          <a:p>
            <a:pPr eaLnBrk="1" hangingPunct="1"/>
            <a:r>
              <a:rPr lang="en-US" altLang="zh-CN" sz="2000"/>
              <a:t>NOUN</a:t>
            </a:r>
            <a:r>
              <a:rPr lang="zh-CN" altLang="en-US" sz="2000"/>
              <a:t>   </a:t>
            </a:r>
            <a:r>
              <a:rPr lang="zh-CN" altLang="zh-CN" sz="2000"/>
              <a:t>change;</a:t>
            </a:r>
            <a:r>
              <a:rPr lang="zh-CN" altLang="en-US" sz="2000"/>
              <a:t> </a:t>
            </a:r>
            <a:r>
              <a:rPr lang="zh-CN" altLang="zh-CN" sz="2000"/>
              <a:t>variation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小明：看来只有爱，才能让人有变化。</a:t>
            </a:r>
            <a:endParaRPr kumimoji="1" lang="en-US" altLang="zh-CN" sz="2000"/>
          </a:p>
          <a:p>
            <a:pPr eaLnBrk="1" hangingPunct="1"/>
            <a:r>
              <a:rPr kumimoji="1" lang="zh-CN" altLang="en-US" sz="2000"/>
              <a:t>小</a:t>
            </a:r>
            <a:r>
              <a:rPr kumimoji="1" lang="en-US" altLang="zh-CN" sz="2000"/>
              <a:t>/</a:t>
            </a:r>
            <a:r>
              <a:rPr kumimoji="1" lang="zh-CN" altLang="zh-CN" sz="2000"/>
              <a:t>xiǎo  </a:t>
            </a:r>
            <a:r>
              <a:rPr kumimoji="1" lang="zh-CN" altLang="en-US" sz="2000"/>
              <a:t>明</a:t>
            </a:r>
            <a:r>
              <a:rPr kumimoji="1" lang="en-US" altLang="zh-CN" sz="2000"/>
              <a:t>/</a:t>
            </a:r>
            <a:r>
              <a:rPr kumimoji="1" lang="zh-CN" altLang="zh-CN" sz="2000"/>
              <a:t>míng  ：  </a:t>
            </a:r>
            <a:r>
              <a:rPr kumimoji="1" lang="zh-CN" altLang="en-US" sz="2000"/>
              <a:t>看来</a:t>
            </a:r>
            <a:r>
              <a:rPr kumimoji="1" lang="en-US" altLang="zh-CN" sz="2000"/>
              <a:t>/</a:t>
            </a:r>
            <a:r>
              <a:rPr kumimoji="1" lang="zh-CN" altLang="zh-CN" sz="2000"/>
              <a:t>kànlái  </a:t>
            </a:r>
            <a:r>
              <a:rPr kumimoji="1" lang="zh-CN" altLang="en-US" sz="2000"/>
              <a:t>只有</a:t>
            </a:r>
            <a:r>
              <a:rPr kumimoji="1" lang="en-US" altLang="zh-CN" sz="2000"/>
              <a:t>/</a:t>
            </a:r>
            <a:r>
              <a:rPr kumimoji="1" lang="zh-CN" altLang="zh-CN" sz="2000"/>
              <a:t>zhǐyǒu  </a:t>
            </a:r>
            <a:r>
              <a:rPr kumimoji="1" lang="zh-CN" altLang="en-US" sz="2000"/>
              <a:t>爱</a:t>
            </a:r>
            <a:r>
              <a:rPr kumimoji="1" lang="en-US" altLang="zh-CN" sz="2000"/>
              <a:t>/</a:t>
            </a:r>
            <a:r>
              <a:rPr kumimoji="1" lang="zh-CN" altLang="zh-CN" sz="2000"/>
              <a:t>ài  ，  </a:t>
            </a:r>
            <a:r>
              <a:rPr kumimoji="1" lang="zh-CN" altLang="en-US" sz="2000"/>
              <a:t>才能</a:t>
            </a:r>
            <a:r>
              <a:rPr kumimoji="1" lang="en-US" altLang="zh-CN" sz="2000"/>
              <a:t>/</a:t>
            </a:r>
            <a:r>
              <a:rPr kumimoji="1" lang="zh-CN" altLang="zh-CN" sz="2000"/>
              <a:t>cáinéng  </a:t>
            </a:r>
            <a:r>
              <a:rPr kumimoji="1" lang="zh-CN" altLang="en-US" sz="2000"/>
              <a:t>让</a:t>
            </a:r>
            <a:r>
              <a:rPr kumimoji="1" lang="en-US" altLang="zh-CN" sz="2000"/>
              <a:t>/</a:t>
            </a:r>
            <a:r>
              <a:rPr kumimoji="1" lang="zh-CN" altLang="zh-CN" sz="2000"/>
              <a:t>ràng  </a:t>
            </a:r>
            <a:r>
              <a:rPr kumimoji="1" lang="zh-CN" altLang="en-US" sz="2000"/>
              <a:t>人</a:t>
            </a:r>
            <a:r>
              <a:rPr kumimoji="1" lang="en-US" altLang="zh-CN" sz="2000"/>
              <a:t>/</a:t>
            </a:r>
            <a:r>
              <a:rPr kumimoji="1" lang="zh-CN" altLang="zh-CN" sz="2000"/>
              <a:t>rén  </a:t>
            </a:r>
            <a:r>
              <a:rPr kumimoji="1" lang="zh-CN" altLang="en-US" sz="2000"/>
              <a:t>有</a:t>
            </a:r>
            <a:r>
              <a:rPr kumimoji="1" lang="en-US" altLang="zh-CN" sz="2000"/>
              <a:t>/</a:t>
            </a:r>
            <a:r>
              <a:rPr kumimoji="1" lang="zh-CN" altLang="zh-CN" sz="2000"/>
              <a:t>yǒu  </a:t>
            </a:r>
            <a:r>
              <a:rPr kumimoji="1" lang="zh-CN" altLang="en-US" sz="2000"/>
              <a:t>变化</a:t>
            </a:r>
            <a:r>
              <a:rPr kumimoji="1" lang="en-US" altLang="zh-CN" sz="2000"/>
              <a:t>/</a:t>
            </a:r>
            <a:r>
              <a:rPr kumimoji="1" lang="zh-CN" altLang="zh-CN" sz="2000"/>
              <a:t>biànhuà  。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Xiao Ming: It seems that only love can make people change.</a:t>
            </a:r>
            <a:endParaRPr kumimoji="1" lang="zh-CN" altLang="en-US" sz="2000"/>
          </a:p>
        </p:txBody>
      </p:sp>
      <p:pic>
        <p:nvPicPr>
          <p:cNvPr id="2" name="变化.wav" descr="变化.wav">
            <a:hlinkClick r:id="" action="ppaction://media"/>
            <a:extLst>
              <a:ext uri="{FF2B5EF4-FFF2-40B4-BE49-F238E27FC236}">
                <a16:creationId xmlns:a16="http://schemas.microsoft.com/office/drawing/2014/main" id="{0C7133ED-F87F-0F4F-AD48-6F61F2C43B2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81000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变.wav" descr="变.wav">
            <a:hlinkClick r:id="" action="ppaction://media"/>
            <a:extLst>
              <a:ext uri="{FF2B5EF4-FFF2-40B4-BE49-F238E27FC236}">
                <a16:creationId xmlns:a16="http://schemas.microsoft.com/office/drawing/2014/main" id="{EF7A5813-AACE-124E-8BE4-F756641E742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069975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化.wav" descr="化.wav">
            <a:hlinkClick r:id="" action="ppaction://media"/>
            <a:extLst>
              <a:ext uri="{FF2B5EF4-FFF2-40B4-BE49-F238E27FC236}">
                <a16:creationId xmlns:a16="http://schemas.microsoft.com/office/drawing/2014/main" id="{3EB1A6C0-D397-AF41-A37A-CBD83365AA1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975" y="1603375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小明：看来只有爱，才能让人有变化。.wav" descr="小明：看来只有爱，才能让人有变化。.wav">
            <a:hlinkClick r:id="" action="ppaction://media"/>
            <a:extLst>
              <a:ext uri="{FF2B5EF4-FFF2-40B4-BE49-F238E27FC236}">
                <a16:creationId xmlns:a16="http://schemas.microsoft.com/office/drawing/2014/main" id="{6CCBFA8F-740C-714A-AC39-9711C4913B7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2593975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DC09DAC3-FFF2-B549-9451-3567937F1D5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8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3C9B03B1-9950-1E40-BAFE-6E7355931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变化 </a:t>
            </a:r>
            <a:r>
              <a:rPr kumimoji="1" lang="zh-CN" altLang="zh-CN" sz="2800"/>
              <a:t>biànhuà </a:t>
            </a:r>
            <a:endParaRPr kumimoji="1" lang="zh-CN" altLang="en-US" sz="2800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9ECF0083-0274-7F48-9540-81F2BFCCE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NOUN</a:t>
            </a:r>
            <a:r>
              <a:rPr lang="zh-CN" altLang="en-US" sz="2000" dirty="0"/>
              <a:t>   </a:t>
            </a:r>
            <a:r>
              <a:rPr lang="zh-CN" altLang="zh-CN" sz="2000" dirty="0"/>
              <a:t>change;</a:t>
            </a:r>
            <a:r>
              <a:rPr lang="zh-CN" altLang="en-US" sz="2000" dirty="0"/>
              <a:t> </a:t>
            </a:r>
            <a:r>
              <a:rPr lang="zh-CN" altLang="zh-CN" sz="2000" dirty="0"/>
              <a:t>variation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小明：看来只有爱，才能让人有变化。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xiǎo  </a:t>
            </a:r>
            <a:r>
              <a:rPr kumimoji="1" lang="zh-CN" altLang="en-US" sz="2000" dirty="0"/>
              <a:t>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míng  ：  </a:t>
            </a:r>
            <a:r>
              <a:rPr kumimoji="1" lang="zh-CN" altLang="en-US" sz="2000" dirty="0"/>
              <a:t>看来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kànlái  </a:t>
            </a:r>
            <a:r>
              <a:rPr kumimoji="1" lang="zh-CN" altLang="en-US" sz="2000" dirty="0"/>
              <a:t>只有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zhǐyǒu  </a:t>
            </a:r>
            <a:r>
              <a:rPr kumimoji="1" lang="zh-CN" altLang="en-US" sz="2000" dirty="0"/>
              <a:t>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ài  ，  </a:t>
            </a:r>
            <a:r>
              <a:rPr kumimoji="1" lang="zh-CN" altLang="en-US" sz="2000" dirty="0"/>
              <a:t>才能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cáinéng  </a:t>
            </a:r>
            <a:r>
              <a:rPr kumimoji="1" lang="zh-CN" altLang="en-US" sz="2000" dirty="0"/>
              <a:t>让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ràng  </a:t>
            </a:r>
            <a:r>
              <a:rPr kumimoji="1" lang="zh-CN" altLang="en-US" sz="2000" dirty="0"/>
              <a:t>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rén  </a:t>
            </a:r>
            <a:r>
              <a:rPr kumimoji="1" lang="zh-CN" altLang="en-US" sz="2000" dirty="0"/>
              <a:t>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  </a:t>
            </a:r>
            <a:r>
              <a:rPr kumimoji="1" lang="zh-CN" altLang="en-US" sz="2000" dirty="0"/>
              <a:t>变化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biànhuà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Xiao Ming: It seems that only love can make people change.</a:t>
            </a:r>
            <a:endParaRPr kumimoji="1" lang="zh-CN" altLang="en-US" sz="2000" dirty="0"/>
          </a:p>
        </p:txBody>
      </p:sp>
      <p:pic>
        <p:nvPicPr>
          <p:cNvPr id="2" name="变化.wav" descr="变化.wav">
            <a:hlinkClick r:id="" action="ppaction://media"/>
            <a:extLst>
              <a:ext uri="{FF2B5EF4-FFF2-40B4-BE49-F238E27FC236}">
                <a16:creationId xmlns:a16="http://schemas.microsoft.com/office/drawing/2014/main" id="{0C7133ED-F87F-0F4F-AD48-6F61F2C43B2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81000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小明：看来只有爱，才能让人有变化。.wav" descr="小明：看来只有爱，才能让人有变化。.wav">
            <a:hlinkClick r:id="" action="ppaction://media"/>
            <a:extLst>
              <a:ext uri="{FF2B5EF4-FFF2-40B4-BE49-F238E27FC236}">
                <a16:creationId xmlns:a16="http://schemas.microsoft.com/office/drawing/2014/main" id="{6CCBFA8F-740C-714A-AC39-9711C4913B7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2593975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FCA6840C-81EA-674D-9079-A43CFD6E7C4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805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8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3C9B03B1-9950-1E40-BAFE-6E7355931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变化 </a:t>
            </a:r>
            <a:r>
              <a:rPr kumimoji="1" lang="zh-CN" altLang="zh-CN" sz="2800"/>
              <a:t>biànhuà </a:t>
            </a:r>
            <a:endParaRPr kumimoji="1" lang="zh-CN" altLang="en-US" sz="2800"/>
          </a:p>
        </p:txBody>
      </p:sp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9ECF0083-0274-7F48-9540-81F2BFCCEA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小明：看来只有爱，才能让人有变化。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xiǎo  </a:t>
            </a:r>
            <a:r>
              <a:rPr kumimoji="1" lang="zh-CN" altLang="en-US" sz="2000" dirty="0"/>
              <a:t>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míng  ：  </a:t>
            </a:r>
            <a:r>
              <a:rPr kumimoji="1" lang="zh-CN" altLang="en-US" sz="2000" dirty="0"/>
              <a:t>看来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kànlái  </a:t>
            </a:r>
            <a:r>
              <a:rPr kumimoji="1" lang="zh-CN" altLang="en-US" sz="2000" dirty="0"/>
              <a:t>只有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zhǐyǒu  </a:t>
            </a:r>
            <a:r>
              <a:rPr kumimoji="1" lang="zh-CN" altLang="en-US" sz="2000" dirty="0"/>
              <a:t>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ài  ，  </a:t>
            </a:r>
            <a:r>
              <a:rPr kumimoji="1" lang="zh-CN" altLang="en-US" sz="2000" dirty="0"/>
              <a:t>才能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cáinéng  </a:t>
            </a:r>
            <a:r>
              <a:rPr kumimoji="1" lang="zh-CN" altLang="en-US" sz="2000" dirty="0"/>
              <a:t>让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ràng  </a:t>
            </a:r>
            <a:r>
              <a:rPr kumimoji="1" lang="zh-CN" altLang="en-US" sz="2000" dirty="0"/>
              <a:t>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rén  </a:t>
            </a:r>
            <a:r>
              <a:rPr kumimoji="1" lang="zh-CN" altLang="en-US" sz="2000" dirty="0"/>
              <a:t>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  </a:t>
            </a:r>
            <a:r>
              <a:rPr kumimoji="1" lang="zh-CN" altLang="en-US" sz="2000" dirty="0"/>
              <a:t>变化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biànhuà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Xiao Ming: It seems that only love can make people change.</a:t>
            </a:r>
            <a:endParaRPr kumimoji="1" lang="zh-CN" altLang="en-US" sz="2000" dirty="0"/>
          </a:p>
        </p:txBody>
      </p:sp>
      <p:pic>
        <p:nvPicPr>
          <p:cNvPr id="2" name="变化.wav" descr="变化.wav">
            <a:hlinkClick r:id="" action="ppaction://media"/>
            <a:extLst>
              <a:ext uri="{FF2B5EF4-FFF2-40B4-BE49-F238E27FC236}">
                <a16:creationId xmlns:a16="http://schemas.microsoft.com/office/drawing/2014/main" id="{0C7133ED-F87F-0F4F-AD48-6F61F2C43B2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81000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小明：看来只有爱，才能让人有变化。.wav" descr="小明：看来只有爱，才能让人有变化。.wav">
            <a:hlinkClick r:id="" action="ppaction://media"/>
            <a:extLst>
              <a:ext uri="{FF2B5EF4-FFF2-40B4-BE49-F238E27FC236}">
                <a16:creationId xmlns:a16="http://schemas.microsoft.com/office/drawing/2014/main" id="{6CCBFA8F-740C-714A-AC39-9711C4913B7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2593975"/>
            <a:ext cx="5302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890C63D6-7B29-BD45-BAE1-F44A7A7288AD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134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8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941BAADD-3CB8-9A4F-B9BB-B63DB203C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578AEB-844B-664F-BFD2-FD2CF2D5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change;</a:t>
            </a:r>
            <a:r>
              <a:rPr lang="zh-CN" altLang="en-US" sz="2000" dirty="0"/>
              <a:t> </a:t>
            </a:r>
            <a:r>
              <a:rPr lang="en" altLang="zh-CN" sz="2000" dirty="0"/>
              <a:t>variation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慢  </a:t>
            </a:r>
            <a:r>
              <a:rPr lang="en-US" altLang="zh-CN" sz="2000" dirty="0"/>
              <a:t>B.</a:t>
            </a:r>
            <a:r>
              <a:rPr lang="zh-CN" altLang="en-US" sz="2000" dirty="0"/>
              <a:t>变化  </a:t>
            </a:r>
            <a:r>
              <a:rPr lang="en-US" altLang="zh-CN" sz="2000" dirty="0"/>
              <a:t>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耳朵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小明：看来只有爱，才能让人有变（）。</a:t>
            </a:r>
          </a:p>
          <a:p>
            <a:pPr eaLnBrk="1" hangingPunct="1">
              <a:defRPr/>
            </a:pPr>
            <a:endParaRPr kumimoji="1" lang="en-US" altLang="zh-CN" sz="2000" dirty="0"/>
          </a:p>
          <a:p>
            <a:pPr eaLnBrk="1" hangingPunct="1"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0BFC51F-4701-634B-B237-0C6DB4C206A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924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533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变化（</a:t>
            </a:r>
            <a:r>
              <a:rPr kumimoji="1" lang="en-US" altLang="zh-CN" sz="2400" dirty="0"/>
              <a:t>VERB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7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04148071-5FF7-9A49-A6D6-2D2821517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变化 </a:t>
            </a:r>
            <a:r>
              <a:rPr kumimoji="1" lang="zh-CN" altLang="zh-CN" sz="2800"/>
              <a:t>biànhuà 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5A61EEDB-39DE-E346-970F-B1FB2009C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1800"/>
              <a:t>变 </a:t>
            </a:r>
            <a:r>
              <a:rPr kumimoji="1" lang="zh-CN" altLang="zh-CN" sz="1800"/>
              <a:t>biàn</a:t>
            </a:r>
            <a:r>
              <a:rPr kumimoji="1" lang="en-US" altLang="zh-CN" sz="1800"/>
              <a:t> </a:t>
            </a:r>
            <a:r>
              <a:rPr lang="en-US" altLang="zh-CN" sz="1800"/>
              <a:t>VERB</a:t>
            </a:r>
            <a:r>
              <a:rPr lang="zh-CN" altLang="en-US" sz="1800"/>
              <a:t> </a:t>
            </a:r>
            <a:r>
              <a:rPr lang="en-US" altLang="zh-CN" sz="1800"/>
              <a:t>become</a:t>
            </a:r>
            <a:r>
              <a:rPr lang="zh-CN" altLang="en-US" sz="1800"/>
              <a:t> </a:t>
            </a:r>
            <a:r>
              <a:rPr lang="en-US" altLang="zh-CN" sz="1800"/>
              <a:t>different; change</a:t>
            </a:r>
          </a:p>
          <a:p>
            <a:pPr eaLnBrk="1" hangingPunct="1"/>
            <a:r>
              <a:rPr lang="zh-CN" altLang="en-US" sz="1800"/>
              <a:t>化</a:t>
            </a:r>
            <a:r>
              <a:rPr lang="en-US" altLang="zh-CN" sz="1800"/>
              <a:t> </a:t>
            </a:r>
            <a:r>
              <a:rPr kumimoji="1" lang="zh-CN" altLang="zh-CN" sz="1800"/>
              <a:t>huà</a:t>
            </a:r>
            <a:r>
              <a:rPr kumimoji="1" lang="en-US" altLang="zh-CN" sz="1800"/>
              <a:t> </a:t>
            </a:r>
            <a:r>
              <a:rPr lang="en-US" altLang="zh-CN" sz="1800"/>
              <a:t>VERB change; turn; transform</a:t>
            </a:r>
          </a:p>
          <a:p>
            <a:pPr eaLnBrk="1" hangingPunct="1"/>
            <a:r>
              <a:rPr lang="en-US" altLang="zh-CN" sz="1800"/>
              <a:t>VERB</a:t>
            </a:r>
            <a:r>
              <a:rPr lang="zh-CN" altLang="en-US" sz="1800"/>
              <a:t>   </a:t>
            </a:r>
            <a:r>
              <a:rPr lang="zh-CN" altLang="zh-CN" sz="1800"/>
              <a:t>change;</a:t>
            </a:r>
            <a:r>
              <a:rPr lang="zh-CN" altLang="en-US" sz="1800"/>
              <a:t> </a:t>
            </a:r>
            <a:r>
              <a:rPr lang="zh-CN" altLang="zh-CN" sz="1800"/>
              <a:t>vary</a:t>
            </a:r>
            <a:endParaRPr lang="en-US" altLang="zh-CN" sz="1800"/>
          </a:p>
          <a:p>
            <a:pPr eaLnBrk="1" hangingPunct="1"/>
            <a:r>
              <a:rPr lang="en-US" altLang="zh-CN" sz="1800"/>
              <a:t>Collocation: </a:t>
            </a:r>
          </a:p>
          <a:p>
            <a:pPr eaLnBrk="1" hangingPunct="1"/>
            <a:r>
              <a:rPr lang="zh-CN" altLang="en-US" sz="1800"/>
              <a:t>在 变化  </a:t>
            </a:r>
            <a:r>
              <a:rPr lang="zh-CN" altLang="zh-CN" sz="1800"/>
              <a:t>changing</a:t>
            </a:r>
            <a:endParaRPr lang="zh-CN" altLang="en-US" sz="1800"/>
          </a:p>
          <a:p>
            <a:pPr eaLnBrk="1" hangingPunct="1"/>
            <a:r>
              <a:rPr lang="zh-CN" altLang="en-US" sz="1800"/>
              <a:t>天气（一级） 变化 很快  </a:t>
            </a:r>
            <a:r>
              <a:rPr lang="zh-CN" altLang="zh-CN" sz="1800"/>
              <a:t>the weather changes quickly</a:t>
            </a:r>
            <a:endParaRPr lang="en-US" altLang="zh-CN" sz="1800"/>
          </a:p>
          <a:p>
            <a:pPr eaLnBrk="1" hangingPunct="1"/>
            <a:r>
              <a:rPr lang="en-US" altLang="zh-CN" sz="1800"/>
              <a:t>Sentence:</a:t>
            </a:r>
          </a:p>
          <a:p>
            <a:pPr eaLnBrk="1" hangingPunct="1"/>
            <a:r>
              <a:rPr kumimoji="1" lang="zh-CN" altLang="en-US" sz="1800"/>
              <a:t>妈妈：女儿变化不小，她小时候喜欢短头发，像男孩子一样。</a:t>
            </a:r>
            <a:endParaRPr kumimoji="1" lang="en-US" altLang="zh-CN" sz="1800"/>
          </a:p>
          <a:p>
            <a:pPr eaLnBrk="1" hangingPunct="1"/>
            <a:r>
              <a:rPr kumimoji="1" lang="zh-CN" altLang="en-US" sz="1800"/>
              <a:t>妈妈</a:t>
            </a:r>
            <a:r>
              <a:rPr kumimoji="1" lang="en-US" altLang="zh-CN" sz="1800"/>
              <a:t>/</a:t>
            </a:r>
            <a:r>
              <a:rPr kumimoji="1" lang="zh-CN" altLang="zh-CN" sz="1800"/>
              <a:t>māma  ：  </a:t>
            </a:r>
            <a:r>
              <a:rPr kumimoji="1" lang="zh-CN" altLang="en-US" sz="1800"/>
              <a:t>女儿</a:t>
            </a:r>
            <a:r>
              <a:rPr kumimoji="1" lang="en-US" altLang="zh-CN" sz="1800"/>
              <a:t>/</a:t>
            </a:r>
            <a:r>
              <a:rPr kumimoji="1" lang="zh-CN" altLang="zh-CN" sz="1800"/>
              <a:t>nǚér  </a:t>
            </a:r>
            <a:r>
              <a:rPr kumimoji="1" lang="zh-CN" altLang="en-US" sz="1800"/>
              <a:t>变化</a:t>
            </a:r>
            <a:r>
              <a:rPr kumimoji="1" lang="en-US" altLang="zh-CN" sz="1800"/>
              <a:t>/</a:t>
            </a:r>
            <a:r>
              <a:rPr kumimoji="1" lang="zh-CN" altLang="zh-CN" sz="1800"/>
              <a:t>biànhuà  </a:t>
            </a:r>
            <a:r>
              <a:rPr kumimoji="1" lang="zh-CN" altLang="en-US" sz="1800"/>
              <a:t>不小</a:t>
            </a:r>
            <a:r>
              <a:rPr kumimoji="1" lang="en-US" altLang="zh-CN" sz="1800"/>
              <a:t>/</a:t>
            </a:r>
            <a:r>
              <a:rPr kumimoji="1" lang="zh-CN" altLang="zh-CN" sz="1800"/>
              <a:t>bùxiǎo  ，  </a:t>
            </a:r>
            <a:r>
              <a:rPr kumimoji="1" lang="zh-CN" altLang="en-US" sz="1800"/>
              <a:t>她</a:t>
            </a:r>
            <a:r>
              <a:rPr kumimoji="1" lang="en-US" altLang="zh-CN" sz="1800"/>
              <a:t>/</a:t>
            </a:r>
            <a:r>
              <a:rPr kumimoji="1" lang="zh-CN" altLang="zh-CN" sz="1800"/>
              <a:t>tā  </a:t>
            </a:r>
            <a:r>
              <a:rPr kumimoji="1" lang="zh-CN" altLang="en-US" sz="1800"/>
              <a:t>小时候</a:t>
            </a:r>
            <a:r>
              <a:rPr kumimoji="1" lang="en-US" altLang="zh-CN" sz="1800"/>
              <a:t>/</a:t>
            </a:r>
            <a:r>
              <a:rPr kumimoji="1" lang="zh-CN" altLang="zh-CN" sz="1800"/>
              <a:t>xiǎoshíhou  </a:t>
            </a:r>
            <a:r>
              <a:rPr kumimoji="1" lang="zh-CN" altLang="en-US" sz="1800"/>
              <a:t>喜欢</a:t>
            </a:r>
            <a:r>
              <a:rPr kumimoji="1" lang="en-US" altLang="zh-CN" sz="1800"/>
              <a:t>/</a:t>
            </a:r>
            <a:r>
              <a:rPr kumimoji="1" lang="zh-CN" altLang="zh-CN" sz="1800"/>
              <a:t>xǐhuan  </a:t>
            </a:r>
            <a:r>
              <a:rPr kumimoji="1" lang="zh-CN" altLang="en-US" sz="1800"/>
              <a:t>短</a:t>
            </a:r>
            <a:r>
              <a:rPr kumimoji="1" lang="en-US" altLang="zh-CN" sz="1800"/>
              <a:t>/</a:t>
            </a:r>
            <a:r>
              <a:rPr kumimoji="1" lang="zh-CN" altLang="zh-CN" sz="1800"/>
              <a:t>duǎn  </a:t>
            </a:r>
            <a:r>
              <a:rPr kumimoji="1" lang="zh-CN" altLang="en-US" sz="1800"/>
              <a:t>头发</a:t>
            </a:r>
            <a:r>
              <a:rPr kumimoji="1" lang="en-US" altLang="zh-CN" sz="1800"/>
              <a:t>/</a:t>
            </a:r>
            <a:r>
              <a:rPr kumimoji="1" lang="zh-CN" altLang="zh-CN" sz="1800"/>
              <a:t>tóufa  ，  </a:t>
            </a:r>
            <a:r>
              <a:rPr kumimoji="1" lang="zh-CN" altLang="en-US" sz="1800"/>
              <a:t>像</a:t>
            </a:r>
            <a:r>
              <a:rPr kumimoji="1" lang="en-US" altLang="zh-CN" sz="1800"/>
              <a:t>/</a:t>
            </a:r>
            <a:r>
              <a:rPr kumimoji="1" lang="zh-CN" altLang="zh-CN" sz="1800"/>
              <a:t>xiàng  </a:t>
            </a:r>
            <a:r>
              <a:rPr kumimoji="1" lang="zh-CN" altLang="en-US" sz="1800"/>
              <a:t>男孩子</a:t>
            </a:r>
            <a:r>
              <a:rPr kumimoji="1" lang="en-US" altLang="zh-CN" sz="1800"/>
              <a:t>/</a:t>
            </a:r>
            <a:r>
              <a:rPr kumimoji="1" lang="zh-CN" altLang="zh-CN" sz="1800"/>
              <a:t>nánháizǐ  </a:t>
            </a:r>
            <a:r>
              <a:rPr kumimoji="1" lang="zh-CN" altLang="en-US" sz="1800"/>
              <a:t>一样</a:t>
            </a:r>
            <a:r>
              <a:rPr kumimoji="1" lang="en-US" altLang="zh-CN" sz="1800"/>
              <a:t>/</a:t>
            </a:r>
            <a:r>
              <a:rPr kumimoji="1" lang="zh-CN" altLang="zh-CN" sz="1800"/>
              <a:t>yīyàng  。 </a:t>
            </a:r>
            <a:endParaRPr kumimoji="1" lang="en-US" altLang="zh-CN" sz="1800"/>
          </a:p>
          <a:p>
            <a:pPr eaLnBrk="1" hangingPunct="1"/>
            <a:r>
              <a:rPr kumimoji="1" lang="zh-CN" altLang="zh-CN" sz="1800"/>
              <a:t>Mom: My daughter has changed a lot. She liked short hair when she was a child, like a boy.</a:t>
            </a:r>
            <a:endParaRPr kumimoji="1" lang="zh-CN" altLang="en-US" sz="1800"/>
          </a:p>
        </p:txBody>
      </p:sp>
      <p:pic>
        <p:nvPicPr>
          <p:cNvPr id="2" name="变化.wav" descr="变化.wav">
            <a:hlinkClick r:id="" action="ppaction://media"/>
            <a:extLst>
              <a:ext uri="{FF2B5EF4-FFF2-40B4-BE49-F238E27FC236}">
                <a16:creationId xmlns:a16="http://schemas.microsoft.com/office/drawing/2014/main" id="{1E3609B3-3638-0742-8C64-75124AB03E4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变.wav" descr="变.wav">
            <a:hlinkClick r:id="" action="ppaction://media"/>
            <a:extLst>
              <a:ext uri="{FF2B5EF4-FFF2-40B4-BE49-F238E27FC236}">
                <a16:creationId xmlns:a16="http://schemas.microsoft.com/office/drawing/2014/main" id="{396F25FE-9CE0-5246-A198-72557411ABE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143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化.wav" descr="化.wav">
            <a:hlinkClick r:id="" action="ppaction://media"/>
            <a:extLst>
              <a:ext uri="{FF2B5EF4-FFF2-40B4-BE49-F238E27FC236}">
                <a16:creationId xmlns:a16="http://schemas.microsoft.com/office/drawing/2014/main" id="{92484D53-6676-4F40-98F0-7F19EFEE14E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在变化.wav" descr="在变化.wav">
            <a:hlinkClick r:id="" action="ppaction://media"/>
            <a:extLst>
              <a:ext uri="{FF2B5EF4-FFF2-40B4-BE49-F238E27FC236}">
                <a16:creationId xmlns:a16="http://schemas.microsoft.com/office/drawing/2014/main" id="{E19B66C6-E733-9C43-A44F-2ABB0387BE45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514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天气变化很快.wav" descr="天气变化很快.wav">
            <a:hlinkClick r:id="" action="ppaction://media"/>
            <a:extLst>
              <a:ext uri="{FF2B5EF4-FFF2-40B4-BE49-F238E27FC236}">
                <a16:creationId xmlns:a16="http://schemas.microsoft.com/office/drawing/2014/main" id="{CB1231E6-4531-4A4C-A25A-342E62F9BBE9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819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妈妈：女儿变化不小，她小时候喜欢短头发，像男孩子一样。.wav" descr="妈妈：女儿变化不小，她小时候喜欢短头发，像男孩子一样。.wav">
            <a:hlinkClick r:id="" action="ppaction://media"/>
            <a:extLst>
              <a:ext uri="{FF2B5EF4-FFF2-40B4-BE49-F238E27FC236}">
                <a16:creationId xmlns:a16="http://schemas.microsoft.com/office/drawing/2014/main" id="{72477CC0-B6A9-8C4F-8057-D82A5EBD9932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E8488B49-9CBB-0343-B44C-AE0EFB3CE67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8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61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04148071-5FF7-9A49-A6D6-2D2821517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变化 </a:t>
            </a:r>
            <a:r>
              <a:rPr kumimoji="1" lang="zh-CN" altLang="zh-CN" sz="2800"/>
              <a:t>biànhuà 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5A61EEDB-39DE-E346-970F-B1FB2009C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1800" dirty="0"/>
              <a:t>VERB</a:t>
            </a:r>
            <a:r>
              <a:rPr lang="zh-CN" altLang="en-US" sz="1800" dirty="0"/>
              <a:t>   </a:t>
            </a:r>
            <a:r>
              <a:rPr lang="zh-CN" altLang="zh-CN" sz="1800" dirty="0"/>
              <a:t>change;</a:t>
            </a:r>
            <a:r>
              <a:rPr lang="zh-CN" altLang="en-US" sz="1800" dirty="0"/>
              <a:t> </a:t>
            </a:r>
            <a:r>
              <a:rPr lang="zh-CN" altLang="zh-CN" sz="1800" dirty="0"/>
              <a:t>vary</a:t>
            </a:r>
            <a:endParaRPr lang="en-US" altLang="zh-CN" sz="1800" dirty="0"/>
          </a:p>
          <a:p>
            <a:pPr eaLnBrk="1" hangingPunct="1"/>
            <a:r>
              <a:rPr lang="en-US" altLang="zh-CN" sz="1800" dirty="0"/>
              <a:t>Collocation: </a:t>
            </a:r>
          </a:p>
          <a:p>
            <a:pPr eaLnBrk="1" hangingPunct="1"/>
            <a:r>
              <a:rPr lang="zh-CN" altLang="en-US" sz="1800" dirty="0"/>
              <a:t>在 变化  </a:t>
            </a:r>
            <a:r>
              <a:rPr lang="zh-CN" altLang="zh-CN" sz="1800" dirty="0"/>
              <a:t>changing</a:t>
            </a:r>
            <a:endParaRPr lang="zh-CN" altLang="en-US" sz="1800" dirty="0"/>
          </a:p>
          <a:p>
            <a:pPr eaLnBrk="1" hangingPunct="1"/>
            <a:r>
              <a:rPr lang="zh-CN" altLang="en-US" sz="1800" dirty="0"/>
              <a:t>天气（一级） 变化 很快  </a:t>
            </a:r>
            <a:r>
              <a:rPr lang="zh-CN" altLang="zh-CN" sz="1800" dirty="0"/>
              <a:t>the weather changes quickly</a:t>
            </a:r>
            <a:endParaRPr lang="en-US" altLang="zh-CN" sz="1800" dirty="0"/>
          </a:p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妈妈：女儿变化不小，她小时候喜欢短头发，像男孩子一样。</a:t>
            </a:r>
            <a:endParaRPr kumimoji="1" lang="en-US" altLang="zh-CN" sz="1800" dirty="0"/>
          </a:p>
          <a:p>
            <a:pPr eaLnBrk="1" hangingPunct="1"/>
            <a:r>
              <a:rPr kumimoji="1" lang="zh-CN" altLang="en-US" sz="1800" dirty="0"/>
              <a:t>妈妈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māma  ：  </a:t>
            </a:r>
            <a:r>
              <a:rPr kumimoji="1" lang="zh-CN" altLang="en-US" sz="1800" dirty="0"/>
              <a:t>女儿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nǚér  </a:t>
            </a:r>
            <a:r>
              <a:rPr kumimoji="1" lang="zh-CN" altLang="en-US" sz="1800" dirty="0"/>
              <a:t>变化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biànhuà  </a:t>
            </a:r>
            <a:r>
              <a:rPr kumimoji="1" lang="zh-CN" altLang="en-US" sz="1800" dirty="0"/>
              <a:t>不小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bùxiǎo  ，  </a:t>
            </a:r>
            <a:r>
              <a:rPr kumimoji="1" lang="zh-CN" altLang="en-US" sz="1800" dirty="0"/>
              <a:t>她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tā  </a:t>
            </a:r>
            <a:r>
              <a:rPr kumimoji="1" lang="zh-CN" altLang="en-US" sz="1800" dirty="0"/>
              <a:t>小时候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xiǎoshíhou  </a:t>
            </a:r>
            <a:r>
              <a:rPr kumimoji="1" lang="zh-CN" altLang="en-US" sz="1800" dirty="0"/>
              <a:t>喜欢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xǐhuan  </a:t>
            </a:r>
            <a:r>
              <a:rPr kumimoji="1" lang="zh-CN" altLang="en-US" sz="1800" dirty="0"/>
              <a:t>短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duǎn  </a:t>
            </a:r>
            <a:r>
              <a:rPr kumimoji="1" lang="zh-CN" altLang="en-US" sz="1800" dirty="0"/>
              <a:t>头发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tóufa  ，  </a:t>
            </a:r>
            <a:r>
              <a:rPr kumimoji="1" lang="zh-CN" altLang="en-US" sz="1800" dirty="0"/>
              <a:t>像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xiàng  </a:t>
            </a:r>
            <a:r>
              <a:rPr kumimoji="1" lang="zh-CN" altLang="en-US" sz="1800" dirty="0"/>
              <a:t>男孩子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nánháizǐ  </a:t>
            </a:r>
            <a:r>
              <a:rPr kumimoji="1" lang="zh-CN" altLang="en-US" sz="1800" dirty="0"/>
              <a:t>一样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yīyàng  。 </a:t>
            </a:r>
            <a:endParaRPr kumimoji="1" lang="en-US" altLang="zh-CN" sz="1800" dirty="0"/>
          </a:p>
          <a:p>
            <a:pPr eaLnBrk="1" hangingPunct="1"/>
            <a:r>
              <a:rPr kumimoji="1" lang="zh-CN" altLang="zh-CN" sz="1800" dirty="0"/>
              <a:t>Mom: My daughter has changed a lot. She liked short hair when she was a child, like a boy.</a:t>
            </a:r>
            <a:endParaRPr kumimoji="1" lang="zh-CN" altLang="en-US" sz="1800" dirty="0"/>
          </a:p>
        </p:txBody>
      </p:sp>
      <p:pic>
        <p:nvPicPr>
          <p:cNvPr id="2" name="变化.wav" descr="变化.wav">
            <a:hlinkClick r:id="" action="ppaction://media"/>
            <a:extLst>
              <a:ext uri="{FF2B5EF4-FFF2-40B4-BE49-F238E27FC236}">
                <a16:creationId xmlns:a16="http://schemas.microsoft.com/office/drawing/2014/main" id="{1E3609B3-3638-0742-8C64-75124AB03E4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在变化.wav" descr="在变化.wav">
            <a:hlinkClick r:id="" action="ppaction://media"/>
            <a:extLst>
              <a:ext uri="{FF2B5EF4-FFF2-40B4-BE49-F238E27FC236}">
                <a16:creationId xmlns:a16="http://schemas.microsoft.com/office/drawing/2014/main" id="{E19B66C6-E733-9C43-A44F-2ABB0387BE4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828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天气变化很快.wav" descr="天气变化很快.wav">
            <a:hlinkClick r:id="" action="ppaction://media"/>
            <a:extLst>
              <a:ext uri="{FF2B5EF4-FFF2-40B4-BE49-F238E27FC236}">
                <a16:creationId xmlns:a16="http://schemas.microsoft.com/office/drawing/2014/main" id="{CB1231E6-4531-4A4C-A25A-342E62F9BBE9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妈妈：女儿变化不小，她小时候喜欢短头发，像男孩子一样。.wav" descr="妈妈：女儿变化不小，她小时候喜欢短头发，像男孩子一样。.wav">
            <a:hlinkClick r:id="" action="ppaction://media"/>
            <a:extLst>
              <a:ext uri="{FF2B5EF4-FFF2-40B4-BE49-F238E27FC236}">
                <a16:creationId xmlns:a16="http://schemas.microsoft.com/office/drawing/2014/main" id="{72477CC0-B6A9-8C4F-8057-D82A5EBD993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743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96D99D54-D41F-674E-8B6E-1EA48550053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006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8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1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04148071-5FF7-9A49-A6D6-2D2821517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变化 </a:t>
            </a:r>
            <a:r>
              <a:rPr kumimoji="1" lang="zh-CN" altLang="zh-CN" sz="2800"/>
              <a:t>biànhuà 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5A61EEDB-39DE-E346-970F-B1FB2009C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1800" dirty="0"/>
              <a:t>Collocation: </a:t>
            </a:r>
          </a:p>
          <a:p>
            <a:pPr eaLnBrk="1" hangingPunct="1"/>
            <a:r>
              <a:rPr lang="zh-CN" altLang="en-US" sz="1800" dirty="0"/>
              <a:t>在 变化  </a:t>
            </a:r>
            <a:r>
              <a:rPr lang="zh-CN" altLang="zh-CN" sz="1800" dirty="0"/>
              <a:t>changing</a:t>
            </a:r>
            <a:endParaRPr lang="zh-CN" altLang="en-US" sz="1800" dirty="0"/>
          </a:p>
          <a:p>
            <a:pPr eaLnBrk="1" hangingPunct="1"/>
            <a:r>
              <a:rPr lang="zh-CN" altLang="en-US" sz="1800" dirty="0"/>
              <a:t>天气（一级） 变化 很快  </a:t>
            </a:r>
            <a:r>
              <a:rPr lang="zh-CN" altLang="zh-CN" sz="1800" dirty="0"/>
              <a:t>the weather changes quickly</a:t>
            </a:r>
            <a:endParaRPr lang="en-US" altLang="zh-CN" sz="1800" dirty="0"/>
          </a:p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妈妈：女儿变化不小，她小时候喜欢短头发，像男孩子一样。</a:t>
            </a:r>
            <a:endParaRPr kumimoji="1" lang="en-US" altLang="zh-CN" sz="1800" dirty="0"/>
          </a:p>
          <a:p>
            <a:pPr eaLnBrk="1" hangingPunct="1"/>
            <a:r>
              <a:rPr kumimoji="1" lang="zh-CN" altLang="en-US" sz="1800" dirty="0"/>
              <a:t>妈妈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māma  ：  </a:t>
            </a:r>
            <a:r>
              <a:rPr kumimoji="1" lang="zh-CN" altLang="en-US" sz="1800" dirty="0"/>
              <a:t>女儿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nǚér  </a:t>
            </a:r>
            <a:r>
              <a:rPr kumimoji="1" lang="zh-CN" altLang="en-US" sz="1800" dirty="0"/>
              <a:t>变化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biànhuà  </a:t>
            </a:r>
            <a:r>
              <a:rPr kumimoji="1" lang="zh-CN" altLang="en-US" sz="1800" dirty="0"/>
              <a:t>不小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bùxiǎo  ，  </a:t>
            </a:r>
            <a:r>
              <a:rPr kumimoji="1" lang="zh-CN" altLang="en-US" sz="1800" dirty="0"/>
              <a:t>她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tā  </a:t>
            </a:r>
            <a:r>
              <a:rPr kumimoji="1" lang="zh-CN" altLang="en-US" sz="1800" dirty="0"/>
              <a:t>小时候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xiǎoshíhou  </a:t>
            </a:r>
            <a:r>
              <a:rPr kumimoji="1" lang="zh-CN" altLang="en-US" sz="1800" dirty="0"/>
              <a:t>喜欢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xǐhuan  </a:t>
            </a:r>
            <a:r>
              <a:rPr kumimoji="1" lang="zh-CN" altLang="en-US" sz="1800" dirty="0"/>
              <a:t>短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duǎn  </a:t>
            </a:r>
            <a:r>
              <a:rPr kumimoji="1" lang="zh-CN" altLang="en-US" sz="1800" dirty="0"/>
              <a:t>头发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tóufa  ，  </a:t>
            </a:r>
            <a:r>
              <a:rPr kumimoji="1" lang="zh-CN" altLang="en-US" sz="1800" dirty="0"/>
              <a:t>像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xiàng  </a:t>
            </a:r>
            <a:r>
              <a:rPr kumimoji="1" lang="zh-CN" altLang="en-US" sz="1800" dirty="0"/>
              <a:t>男孩子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nánháizǐ  </a:t>
            </a:r>
            <a:r>
              <a:rPr kumimoji="1" lang="zh-CN" altLang="en-US" sz="1800" dirty="0"/>
              <a:t>一样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yīyàng  。 </a:t>
            </a:r>
            <a:endParaRPr kumimoji="1" lang="en-US" altLang="zh-CN" sz="1800" dirty="0"/>
          </a:p>
          <a:p>
            <a:pPr eaLnBrk="1" hangingPunct="1"/>
            <a:r>
              <a:rPr kumimoji="1" lang="zh-CN" altLang="zh-CN" sz="1800" dirty="0"/>
              <a:t>Mom: My daughter has changed a lot. She liked short hair when she was a child, like a boy.</a:t>
            </a:r>
            <a:endParaRPr kumimoji="1" lang="zh-CN" altLang="en-US" sz="1800" dirty="0"/>
          </a:p>
        </p:txBody>
      </p:sp>
      <p:pic>
        <p:nvPicPr>
          <p:cNvPr id="2" name="变化.wav" descr="变化.wav">
            <a:hlinkClick r:id="" action="ppaction://media"/>
            <a:extLst>
              <a:ext uri="{FF2B5EF4-FFF2-40B4-BE49-F238E27FC236}">
                <a16:creationId xmlns:a16="http://schemas.microsoft.com/office/drawing/2014/main" id="{1E3609B3-3638-0742-8C64-75124AB03E4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在变化.wav" descr="在变化.wav">
            <a:hlinkClick r:id="" action="ppaction://media"/>
            <a:extLst>
              <a:ext uri="{FF2B5EF4-FFF2-40B4-BE49-F238E27FC236}">
                <a16:creationId xmlns:a16="http://schemas.microsoft.com/office/drawing/2014/main" id="{E19B66C6-E733-9C43-A44F-2ABB0387BE4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天气变化很快.wav" descr="天气变化很快.wav">
            <a:hlinkClick r:id="" action="ppaction://media"/>
            <a:extLst>
              <a:ext uri="{FF2B5EF4-FFF2-40B4-BE49-F238E27FC236}">
                <a16:creationId xmlns:a16="http://schemas.microsoft.com/office/drawing/2014/main" id="{CB1231E6-4531-4A4C-A25A-342E62F9BBE9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828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妈妈：女儿变化不小，她小时候喜欢短头发，像男孩子一样。.wav" descr="妈妈：女儿变化不小，她小时候喜欢短头发，像男孩子一样。.wav">
            <a:hlinkClick r:id="" action="ppaction://media"/>
            <a:extLst>
              <a:ext uri="{FF2B5EF4-FFF2-40B4-BE49-F238E27FC236}">
                <a16:creationId xmlns:a16="http://schemas.microsoft.com/office/drawing/2014/main" id="{72477CC0-B6A9-8C4F-8057-D82A5EBD993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1CF75286-332B-F74F-B7EB-50BA1311CDA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852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8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1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04148071-5FF7-9A49-A6D6-2D2821517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变化 </a:t>
            </a:r>
            <a:r>
              <a:rPr kumimoji="1" lang="zh-CN" altLang="zh-CN" sz="2800"/>
              <a:t>biànhuà </a:t>
            </a:r>
            <a:endParaRPr kumimoji="1" lang="zh-CN" altLang="en-US" sz="2800"/>
          </a:p>
        </p:txBody>
      </p:sp>
      <p:sp>
        <p:nvSpPr>
          <p:cNvPr id="11266" name="内容占位符 2">
            <a:extLst>
              <a:ext uri="{FF2B5EF4-FFF2-40B4-BE49-F238E27FC236}">
                <a16:creationId xmlns:a16="http://schemas.microsoft.com/office/drawing/2014/main" id="{5A61EEDB-39DE-E346-970F-B1FB2009C3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1800" dirty="0"/>
              <a:t>Sentence:</a:t>
            </a:r>
          </a:p>
          <a:p>
            <a:pPr eaLnBrk="1" hangingPunct="1"/>
            <a:r>
              <a:rPr kumimoji="1" lang="zh-CN" altLang="en-US" sz="1800" dirty="0"/>
              <a:t>妈妈：女儿变化不小，她小时候喜欢短头发，像男孩子一样。</a:t>
            </a:r>
            <a:endParaRPr kumimoji="1" lang="en-US" altLang="zh-CN" sz="1800" dirty="0"/>
          </a:p>
          <a:p>
            <a:pPr eaLnBrk="1" hangingPunct="1"/>
            <a:r>
              <a:rPr kumimoji="1" lang="zh-CN" altLang="en-US" sz="1800" dirty="0"/>
              <a:t>妈妈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māma  ：  </a:t>
            </a:r>
            <a:r>
              <a:rPr kumimoji="1" lang="zh-CN" altLang="en-US" sz="1800" dirty="0"/>
              <a:t>女儿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nǚér  </a:t>
            </a:r>
            <a:r>
              <a:rPr kumimoji="1" lang="zh-CN" altLang="en-US" sz="1800" dirty="0"/>
              <a:t>变化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biànhuà  </a:t>
            </a:r>
            <a:r>
              <a:rPr kumimoji="1" lang="zh-CN" altLang="en-US" sz="1800" dirty="0"/>
              <a:t>不小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bùxiǎo  ，  </a:t>
            </a:r>
            <a:r>
              <a:rPr kumimoji="1" lang="zh-CN" altLang="en-US" sz="1800" dirty="0"/>
              <a:t>她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tā  </a:t>
            </a:r>
            <a:r>
              <a:rPr kumimoji="1" lang="zh-CN" altLang="en-US" sz="1800" dirty="0"/>
              <a:t>小时候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xiǎoshíhou  </a:t>
            </a:r>
            <a:r>
              <a:rPr kumimoji="1" lang="zh-CN" altLang="en-US" sz="1800" dirty="0"/>
              <a:t>喜欢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xǐhuan  </a:t>
            </a:r>
            <a:r>
              <a:rPr kumimoji="1" lang="zh-CN" altLang="en-US" sz="1800" dirty="0"/>
              <a:t>短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duǎn  </a:t>
            </a:r>
            <a:r>
              <a:rPr kumimoji="1" lang="zh-CN" altLang="en-US" sz="1800" dirty="0"/>
              <a:t>头发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tóufa  ，  </a:t>
            </a:r>
            <a:r>
              <a:rPr kumimoji="1" lang="zh-CN" altLang="en-US" sz="1800" dirty="0"/>
              <a:t>像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xiàng  </a:t>
            </a:r>
            <a:r>
              <a:rPr kumimoji="1" lang="zh-CN" altLang="en-US" sz="1800" dirty="0"/>
              <a:t>男孩子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nánháizǐ  </a:t>
            </a:r>
            <a:r>
              <a:rPr kumimoji="1" lang="zh-CN" altLang="en-US" sz="1800" dirty="0"/>
              <a:t>一样</a:t>
            </a:r>
            <a:r>
              <a:rPr kumimoji="1" lang="en-US" altLang="zh-CN" sz="1800" dirty="0"/>
              <a:t>/</a:t>
            </a:r>
            <a:r>
              <a:rPr kumimoji="1" lang="zh-CN" altLang="zh-CN" sz="1800" dirty="0"/>
              <a:t>yīyàng  。 </a:t>
            </a:r>
            <a:endParaRPr kumimoji="1" lang="en-US" altLang="zh-CN" sz="1800" dirty="0"/>
          </a:p>
          <a:p>
            <a:pPr eaLnBrk="1" hangingPunct="1"/>
            <a:r>
              <a:rPr kumimoji="1" lang="zh-CN" altLang="zh-CN" sz="1800" dirty="0"/>
              <a:t>Mom: My daughter has changed a lot. She liked short hair when she was a child, like a boy.</a:t>
            </a:r>
            <a:endParaRPr kumimoji="1" lang="zh-CN" altLang="en-US" sz="1800" dirty="0"/>
          </a:p>
        </p:txBody>
      </p:sp>
      <p:pic>
        <p:nvPicPr>
          <p:cNvPr id="2" name="变化.wav" descr="变化.wav">
            <a:hlinkClick r:id="" action="ppaction://media"/>
            <a:extLst>
              <a:ext uri="{FF2B5EF4-FFF2-40B4-BE49-F238E27FC236}">
                <a16:creationId xmlns:a16="http://schemas.microsoft.com/office/drawing/2014/main" id="{1E3609B3-3638-0742-8C64-75124AB03E41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8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妈妈：女儿变化不小，她小时候喜欢短头发，像男孩子一样。.wav" descr="妈妈：女儿变化不小，她小时候喜欢短头发，像男孩子一样。.wav">
            <a:hlinkClick r:id="" action="ppaction://media"/>
            <a:extLst>
              <a:ext uri="{FF2B5EF4-FFF2-40B4-BE49-F238E27FC236}">
                <a16:creationId xmlns:a16="http://schemas.microsoft.com/office/drawing/2014/main" id="{72477CC0-B6A9-8C4F-8057-D82A5EBD993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41B20C47-8CD2-9E4A-A329-4203FFE026F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458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15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D2761AB6-1448-8040-A4A4-30120F0E6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7ABE9-5AA8-3149-A97C-15BE9F599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change;</a:t>
            </a:r>
            <a:r>
              <a:rPr lang="zh-CN" altLang="en-US" sz="2000" dirty="0"/>
              <a:t> </a:t>
            </a:r>
            <a:r>
              <a:rPr lang="en" altLang="zh-CN" sz="2000" dirty="0"/>
              <a:t>vary </a:t>
            </a: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参加  </a:t>
            </a:r>
            <a:r>
              <a:rPr lang="en-US" altLang="zh-CN" sz="2000" dirty="0"/>
              <a:t>B.</a:t>
            </a:r>
            <a:r>
              <a:rPr lang="zh-CN" altLang="en-US" sz="2000" dirty="0"/>
              <a:t>元  </a:t>
            </a:r>
            <a:r>
              <a:rPr lang="en-US" altLang="zh-CN" sz="2000" dirty="0"/>
              <a:t>C.</a:t>
            </a:r>
            <a:r>
              <a:rPr lang="zh-CN" altLang="en-US" sz="2000" dirty="0"/>
              <a:t>变化  </a:t>
            </a:r>
            <a:r>
              <a:rPr lang="en-US" altLang="zh-CN" sz="2000" dirty="0"/>
              <a:t>D.</a:t>
            </a:r>
            <a:r>
              <a:rPr lang="zh-CN" altLang="en-US" sz="2000" dirty="0"/>
              <a:t>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在（）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二  </a:t>
            </a:r>
            <a:r>
              <a:rPr lang="en-US" altLang="zh-CN" sz="2000" dirty="0"/>
              <a:t>B.</a:t>
            </a:r>
            <a:r>
              <a:rPr lang="zh-CN" altLang="en-US" sz="2000" dirty="0"/>
              <a:t>越 </a:t>
            </a:r>
            <a:r>
              <a:rPr lang="en-US" altLang="zh-CN" sz="2000" dirty="0"/>
              <a:t> C.</a:t>
            </a:r>
            <a:r>
              <a:rPr lang="zh-CN" altLang="en-US" sz="2000" dirty="0"/>
              <a:t> 过（助词）  </a:t>
            </a:r>
            <a:r>
              <a:rPr lang="en-US" altLang="zh-CN" sz="2000" dirty="0"/>
              <a:t>D.</a:t>
            </a:r>
            <a:r>
              <a:rPr lang="zh-CN" altLang="en-US" sz="2000" dirty="0"/>
              <a:t>变化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天气（）很快     </a:t>
            </a:r>
            <a:r>
              <a:rPr lang="en-US" altLang="zh-CN" sz="2000" dirty="0"/>
              <a:t>A.</a:t>
            </a:r>
            <a:r>
              <a:rPr lang="zh-CN" altLang="en-US" sz="2000" dirty="0"/>
              <a:t> 哭  </a:t>
            </a:r>
            <a:r>
              <a:rPr lang="en-US" altLang="zh-CN" sz="2000" dirty="0"/>
              <a:t>B.</a:t>
            </a:r>
            <a:r>
              <a:rPr lang="zh-CN" altLang="en-US" sz="2000" dirty="0"/>
              <a:t>变化</a:t>
            </a:r>
            <a:r>
              <a:rPr lang="en-US" altLang="zh-CN" sz="2000" dirty="0"/>
              <a:t>  C.</a:t>
            </a:r>
            <a:r>
              <a:rPr lang="zh-CN" altLang="en-US" sz="2000" dirty="0"/>
              <a:t> 前面  </a:t>
            </a:r>
            <a:r>
              <a:rPr lang="en-US" altLang="zh-CN" sz="2000" dirty="0"/>
              <a:t>D.</a:t>
            </a:r>
            <a:r>
              <a:rPr lang="zh-CN" altLang="en-US" sz="2000" dirty="0"/>
              <a:t>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妈妈：女儿变（）不小，她小时候喜欢短头发，像男孩子一样。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2AC9BB0-1CBA-4241-9664-44B0A313CC2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290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5085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经过（</a:t>
            </a:r>
            <a:r>
              <a:rPr kumimoji="1" lang="en-US" altLang="zh-CN" sz="2400" dirty="0"/>
              <a:t>VERB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266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A78427F8-B8A2-9D49-8EFA-EE1BE3532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经过 </a:t>
            </a:r>
            <a:r>
              <a:rPr kumimoji="1" lang="zh-CN" altLang="zh-CN" sz="2800"/>
              <a:t>jīngguò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E94BBF3B-D27A-864F-BB09-FE27484DA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经 </a:t>
            </a:r>
            <a:r>
              <a:rPr kumimoji="1" lang="zh-CN" altLang="zh-CN" sz="2000"/>
              <a:t>jīng</a:t>
            </a:r>
            <a:r>
              <a:rPr kumimoji="1" lang="en-US" altLang="zh-CN" sz="2000"/>
              <a:t> </a:t>
            </a:r>
            <a:r>
              <a:rPr lang="en-US" altLang="zh-CN" sz="2000"/>
              <a:t>VERB</a:t>
            </a:r>
            <a:r>
              <a:rPr lang="zh-CN" altLang="en-US" sz="2000"/>
              <a:t> </a:t>
            </a:r>
            <a:r>
              <a:rPr lang="en-US" altLang="zh-CN" sz="2000"/>
              <a:t>pass</a:t>
            </a:r>
            <a:r>
              <a:rPr lang="zh-CN" altLang="en-US" sz="2000"/>
              <a:t> </a:t>
            </a:r>
            <a:r>
              <a:rPr lang="en-US" altLang="zh-CN" sz="2000"/>
              <a:t>through; undergo; experience</a:t>
            </a:r>
          </a:p>
          <a:p>
            <a:pPr eaLnBrk="1" hangingPunct="1"/>
            <a:r>
              <a:rPr lang="zh-CN" altLang="en-US" sz="2000"/>
              <a:t>过</a:t>
            </a:r>
            <a:r>
              <a:rPr lang="en-US" altLang="zh-CN" sz="2000"/>
              <a:t> </a:t>
            </a:r>
            <a:r>
              <a:rPr kumimoji="1" lang="zh-CN" altLang="zh-CN" sz="2000"/>
              <a:t>guò</a:t>
            </a:r>
            <a:r>
              <a:rPr kumimoji="1" lang="en-US" altLang="zh-CN" sz="2000"/>
              <a:t> </a:t>
            </a:r>
            <a:r>
              <a:rPr lang="en-US" altLang="zh-CN" sz="2000"/>
              <a:t>VERB cross; pass</a:t>
            </a:r>
          </a:p>
          <a:p>
            <a:pPr eaLnBrk="1" hangingPunct="1"/>
            <a:r>
              <a:rPr lang="en-US" altLang="zh-CN" sz="2000"/>
              <a:t>VERB</a:t>
            </a:r>
            <a:r>
              <a:rPr lang="zh-CN" altLang="en-US" sz="2000"/>
              <a:t>   </a:t>
            </a:r>
            <a:r>
              <a:rPr lang="zh-CN" altLang="zh-CN" sz="2000"/>
              <a:t>pass;</a:t>
            </a:r>
            <a:r>
              <a:rPr lang="zh-CN" altLang="en-US" sz="2000"/>
              <a:t> </a:t>
            </a:r>
            <a:r>
              <a:rPr lang="zh-CN" altLang="zh-CN" sz="2000"/>
              <a:t>go through;</a:t>
            </a:r>
            <a:r>
              <a:rPr lang="zh-CN" altLang="en-US" sz="2000"/>
              <a:t> </a:t>
            </a:r>
            <a:r>
              <a:rPr lang="zh-CN" altLang="zh-CN" sz="2000"/>
              <a:t>undergo</a:t>
            </a:r>
            <a:endParaRPr lang="en-US" altLang="zh-CN" sz="2000"/>
          </a:p>
          <a:p>
            <a:pPr eaLnBrk="1" hangingPunct="1"/>
            <a:r>
              <a:rPr lang="en-US" altLang="zh-CN" sz="2000"/>
              <a:t>Collocation: </a:t>
            </a:r>
          </a:p>
          <a:p>
            <a:pPr eaLnBrk="1" hangingPunct="1"/>
            <a:r>
              <a:rPr lang="zh-CN" altLang="en-US" sz="2000"/>
              <a:t>必须（三级） 经过  </a:t>
            </a:r>
            <a:r>
              <a:rPr lang="zh-CN" altLang="zh-CN" sz="2000"/>
              <a:t>must go through</a:t>
            </a:r>
            <a:endParaRPr lang="zh-CN" altLang="en-US" sz="2000"/>
          </a:p>
          <a:p>
            <a:pPr eaLnBrk="1" hangingPunct="1"/>
            <a:r>
              <a:rPr lang="zh-CN" altLang="en-US" sz="2000"/>
              <a:t>已（三级） 经过  </a:t>
            </a:r>
            <a:r>
              <a:rPr lang="zh-CN" altLang="zh-CN" sz="2000"/>
              <a:t>has passed</a:t>
            </a:r>
            <a:endParaRPr lang="en-US" altLang="zh-CN" sz="2000"/>
          </a:p>
          <a:p>
            <a:pPr eaLnBrk="1" hangingPunct="1"/>
            <a:r>
              <a:rPr lang="en-US" altLang="zh-CN" sz="2000"/>
              <a:t>Sentence:</a:t>
            </a:r>
          </a:p>
          <a:p>
            <a:pPr eaLnBrk="1" hangingPunct="1"/>
            <a:r>
              <a:rPr kumimoji="1" lang="zh-CN" altLang="en-US" sz="2000"/>
              <a:t>一路上经过了很多地方，每个地方都不一样。</a:t>
            </a:r>
            <a:endParaRPr kumimoji="1" lang="en-US" altLang="zh-CN" sz="2000"/>
          </a:p>
          <a:p>
            <a:pPr eaLnBrk="1" hangingPunct="1"/>
            <a:r>
              <a:rPr kumimoji="1" lang="zh-CN" altLang="en-US" sz="2000"/>
              <a:t>一路上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yīlùshàng  </a:t>
            </a:r>
            <a:r>
              <a:rPr kumimoji="1" lang="zh-CN" altLang="en-US" sz="2000"/>
              <a:t>经过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jīngguò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很多</a:t>
            </a:r>
            <a:r>
              <a:rPr kumimoji="1" lang="en-US" altLang="zh-CN" sz="2000"/>
              <a:t>/</a:t>
            </a:r>
            <a:r>
              <a:rPr kumimoji="1" lang="zh-CN" altLang="zh-CN" sz="2000"/>
              <a:t>hěnduō  </a:t>
            </a:r>
            <a:r>
              <a:rPr kumimoji="1" lang="zh-CN" altLang="en-US" sz="2000"/>
              <a:t>地方</a:t>
            </a:r>
            <a:r>
              <a:rPr kumimoji="1" lang="en-US" altLang="zh-CN" sz="2000"/>
              <a:t>/</a:t>
            </a:r>
            <a:r>
              <a:rPr kumimoji="1" lang="zh-CN" altLang="zh-CN" sz="2000"/>
              <a:t>dìfāng  ，  </a:t>
            </a:r>
            <a:r>
              <a:rPr kumimoji="1" lang="zh-CN" altLang="en-US" sz="2000"/>
              <a:t>每个</a:t>
            </a:r>
            <a:r>
              <a:rPr kumimoji="1" lang="en-US" altLang="zh-CN" sz="2000"/>
              <a:t>/</a:t>
            </a:r>
            <a:r>
              <a:rPr kumimoji="1" lang="zh-CN" altLang="zh-CN" sz="2000"/>
              <a:t>měigè  </a:t>
            </a:r>
            <a:r>
              <a:rPr kumimoji="1" lang="zh-CN" altLang="en-US" sz="2000"/>
              <a:t>地方</a:t>
            </a:r>
            <a:r>
              <a:rPr kumimoji="1" lang="en-US" altLang="zh-CN" sz="2000"/>
              <a:t>/</a:t>
            </a:r>
            <a:r>
              <a:rPr kumimoji="1" lang="zh-CN" altLang="zh-CN" sz="2000"/>
              <a:t>dìfāng  </a:t>
            </a:r>
            <a:r>
              <a:rPr kumimoji="1" lang="zh-CN" altLang="en-US" sz="2000"/>
              <a:t>都</a:t>
            </a:r>
            <a:r>
              <a:rPr kumimoji="1" lang="en-US" altLang="zh-CN" sz="2000"/>
              <a:t>/</a:t>
            </a:r>
            <a:r>
              <a:rPr kumimoji="1" lang="zh-CN" altLang="zh-CN" sz="2000"/>
              <a:t>dōu  </a:t>
            </a:r>
            <a:r>
              <a:rPr kumimoji="1" lang="zh-CN" altLang="en-US" sz="2000"/>
              <a:t>不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  </a:t>
            </a:r>
            <a:r>
              <a:rPr kumimoji="1" lang="zh-CN" altLang="en-US" sz="2000"/>
              <a:t>一样</a:t>
            </a:r>
            <a:r>
              <a:rPr kumimoji="1" lang="en-US" altLang="zh-CN" sz="2000"/>
              <a:t>/</a:t>
            </a:r>
            <a:r>
              <a:rPr kumimoji="1" lang="zh-CN" altLang="zh-CN" sz="2000"/>
              <a:t>yīyàng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There are many places along the way, and every place is different.</a:t>
            </a:r>
            <a:endParaRPr kumimoji="1" lang="zh-CN" altLang="en-US" sz="2000"/>
          </a:p>
        </p:txBody>
      </p:sp>
      <p:pic>
        <p:nvPicPr>
          <p:cNvPr id="2" name="经过.wav" descr="经过.wav">
            <a:hlinkClick r:id="" action="ppaction://media"/>
            <a:extLst>
              <a:ext uri="{FF2B5EF4-FFF2-40B4-BE49-F238E27FC236}">
                <a16:creationId xmlns:a16="http://schemas.microsoft.com/office/drawing/2014/main" id="{5211E1D1-5330-FB4D-B96F-BDA9456AE65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683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经.wav" descr="经.wav">
            <a:hlinkClick r:id="" action="ppaction://media"/>
            <a:extLst>
              <a:ext uri="{FF2B5EF4-FFF2-40B4-BE49-F238E27FC236}">
                <a16:creationId xmlns:a16="http://schemas.microsoft.com/office/drawing/2014/main" id="{AC7A3A09-375B-EA41-9063-35CFF6DDCF8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2303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过.wav" descr="过.wav">
            <a:hlinkClick r:id="" action="ppaction://media"/>
            <a:extLst>
              <a:ext uri="{FF2B5EF4-FFF2-40B4-BE49-F238E27FC236}">
                <a16:creationId xmlns:a16="http://schemas.microsoft.com/office/drawing/2014/main" id="{B1692318-2C4E-B643-930D-6768FBB15A95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5351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必须经过.wav" descr="必须经过.wav">
            <a:hlinkClick r:id="" action="ppaction://media"/>
            <a:extLst>
              <a:ext uri="{FF2B5EF4-FFF2-40B4-BE49-F238E27FC236}">
                <a16:creationId xmlns:a16="http://schemas.microsoft.com/office/drawing/2014/main" id="{7FEBD4F0-AD22-DD48-8912-60570C1C402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26781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已经过.wav" descr="已经过.wav">
            <a:hlinkClick r:id="" action="ppaction://media"/>
            <a:extLst>
              <a:ext uri="{FF2B5EF4-FFF2-40B4-BE49-F238E27FC236}">
                <a16:creationId xmlns:a16="http://schemas.microsoft.com/office/drawing/2014/main" id="{01A8D5F7-2A86-404A-9D6E-CE733B3A821C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829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路上经过了很多地方，每个地方都不一样。.wav" descr="一路上经过了很多地方，每个地方都不一样。.wav">
            <a:hlinkClick r:id="" action="ppaction://media"/>
            <a:extLst>
              <a:ext uri="{FF2B5EF4-FFF2-40B4-BE49-F238E27FC236}">
                <a16:creationId xmlns:a16="http://schemas.microsoft.com/office/drawing/2014/main" id="{B6366A0B-2ABC-7E45-90CF-AE544B5A4834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733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A19560E-0108-CF42-A049-9E5D863D901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2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A78427F8-B8A2-9D49-8EFA-EE1BE3532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经过 </a:t>
            </a:r>
            <a:r>
              <a:rPr kumimoji="1" lang="zh-CN" altLang="zh-CN" sz="2800"/>
              <a:t>jīngguò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E94BBF3B-D27A-864F-BB09-FE27484DA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VERB</a:t>
            </a:r>
            <a:r>
              <a:rPr lang="zh-CN" altLang="en-US" sz="2000" dirty="0"/>
              <a:t>   </a:t>
            </a:r>
            <a:r>
              <a:rPr lang="zh-CN" altLang="zh-CN" sz="2000" dirty="0"/>
              <a:t>pass;</a:t>
            </a:r>
            <a:r>
              <a:rPr lang="zh-CN" altLang="en-US" sz="2000" dirty="0"/>
              <a:t> </a:t>
            </a:r>
            <a:r>
              <a:rPr lang="zh-CN" altLang="zh-CN" sz="2000" dirty="0"/>
              <a:t>go through;</a:t>
            </a:r>
            <a:r>
              <a:rPr lang="zh-CN" altLang="en-US" sz="2000" dirty="0"/>
              <a:t> </a:t>
            </a:r>
            <a:r>
              <a:rPr lang="zh-CN" altLang="zh-CN" sz="2000" dirty="0"/>
              <a:t>undergo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必须（三级） 经过  </a:t>
            </a:r>
            <a:r>
              <a:rPr lang="zh-CN" altLang="zh-CN" sz="2000" dirty="0"/>
              <a:t>must go through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已（三级） 经过  </a:t>
            </a:r>
            <a:r>
              <a:rPr lang="zh-CN" altLang="zh-CN" sz="2000" dirty="0"/>
              <a:t>has passed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一路上经过了很多地方，每个地方都不一样。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一路上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yīlùshàng  </a:t>
            </a:r>
            <a:r>
              <a:rPr kumimoji="1" lang="zh-CN" altLang="en-US" sz="2000" dirty="0"/>
              <a:t>经过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jīngguò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很多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hěnduō  </a:t>
            </a:r>
            <a:r>
              <a:rPr kumimoji="1" lang="zh-CN" altLang="en-US" sz="2000" dirty="0"/>
              <a:t>地方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dìfāng  ，  </a:t>
            </a:r>
            <a:r>
              <a:rPr kumimoji="1" lang="zh-CN" altLang="en-US" sz="2000" dirty="0"/>
              <a:t>每个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měigè  </a:t>
            </a:r>
            <a:r>
              <a:rPr kumimoji="1" lang="zh-CN" altLang="en-US" sz="2000" dirty="0"/>
              <a:t>地方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dìfāng  </a:t>
            </a:r>
            <a:r>
              <a:rPr kumimoji="1" lang="zh-CN" altLang="en-US" sz="2000" dirty="0"/>
              <a:t>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dōu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  </a:t>
            </a:r>
            <a:r>
              <a:rPr kumimoji="1" lang="zh-CN" altLang="en-US" sz="2000" dirty="0"/>
              <a:t>一样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yīyàng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There are many places along the way, and every place is different.</a:t>
            </a:r>
            <a:endParaRPr kumimoji="1" lang="zh-CN" altLang="en-US" sz="2000" dirty="0"/>
          </a:p>
        </p:txBody>
      </p:sp>
      <p:pic>
        <p:nvPicPr>
          <p:cNvPr id="2" name="经过.wav" descr="经过.wav">
            <a:hlinkClick r:id="" action="ppaction://media"/>
            <a:extLst>
              <a:ext uri="{FF2B5EF4-FFF2-40B4-BE49-F238E27FC236}">
                <a16:creationId xmlns:a16="http://schemas.microsoft.com/office/drawing/2014/main" id="{5211E1D1-5330-FB4D-B96F-BDA9456AE65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683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必须经过.wav" descr="必须经过.wav">
            <a:hlinkClick r:id="" action="ppaction://media"/>
            <a:extLst>
              <a:ext uri="{FF2B5EF4-FFF2-40B4-BE49-F238E27FC236}">
                <a16:creationId xmlns:a16="http://schemas.microsoft.com/office/drawing/2014/main" id="{7FEBD4F0-AD22-DD48-8912-60570C1C402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1981200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已经过.wav" descr="已经过.wav">
            <a:hlinkClick r:id="" action="ppaction://media"/>
            <a:extLst>
              <a:ext uri="{FF2B5EF4-FFF2-40B4-BE49-F238E27FC236}">
                <a16:creationId xmlns:a16="http://schemas.microsoft.com/office/drawing/2014/main" id="{01A8D5F7-2A86-404A-9D6E-CE733B3A821C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286000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路上经过了很多地方，每个地方都不一样。.wav" descr="一路上经过了很多地方，每个地方都不一样。.wav">
            <a:hlinkClick r:id="" action="ppaction://media"/>
            <a:extLst>
              <a:ext uri="{FF2B5EF4-FFF2-40B4-BE49-F238E27FC236}">
                <a16:creationId xmlns:a16="http://schemas.microsoft.com/office/drawing/2014/main" id="{B6366A0B-2ABC-7E45-90CF-AE544B5A4834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03688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107176AA-A3F7-334D-8125-F0D091E277C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041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2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A78427F8-B8A2-9D49-8EFA-EE1BE3532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经过 </a:t>
            </a:r>
            <a:r>
              <a:rPr kumimoji="1" lang="zh-CN" altLang="zh-CN" sz="2800"/>
              <a:t>jīngguò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E94BBF3B-D27A-864F-BB09-FE27484DA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Collocation: </a:t>
            </a:r>
          </a:p>
          <a:p>
            <a:pPr eaLnBrk="1" hangingPunct="1"/>
            <a:r>
              <a:rPr lang="zh-CN" altLang="en-US" sz="2000" dirty="0"/>
              <a:t>必须（三级） 经过  </a:t>
            </a:r>
            <a:r>
              <a:rPr lang="zh-CN" altLang="zh-CN" sz="2000" dirty="0"/>
              <a:t>must go through</a:t>
            </a:r>
            <a:endParaRPr lang="zh-CN" altLang="en-US" sz="2000" dirty="0"/>
          </a:p>
          <a:p>
            <a:pPr eaLnBrk="1" hangingPunct="1"/>
            <a:r>
              <a:rPr lang="zh-CN" altLang="en-US" sz="2000" dirty="0"/>
              <a:t>已（三级） 经过  </a:t>
            </a:r>
            <a:r>
              <a:rPr lang="zh-CN" altLang="zh-CN" sz="2000" dirty="0"/>
              <a:t>has passed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一路上经过了很多地方，每个地方都不一样。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一路上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yīlùshàng  </a:t>
            </a:r>
            <a:r>
              <a:rPr kumimoji="1" lang="zh-CN" altLang="en-US" sz="2000" dirty="0"/>
              <a:t>经过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jīngguò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很多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hěnduō  </a:t>
            </a:r>
            <a:r>
              <a:rPr kumimoji="1" lang="zh-CN" altLang="en-US" sz="2000" dirty="0"/>
              <a:t>地方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dìfāng  ，  </a:t>
            </a:r>
            <a:r>
              <a:rPr kumimoji="1" lang="zh-CN" altLang="en-US" sz="2000" dirty="0"/>
              <a:t>每个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měigè  </a:t>
            </a:r>
            <a:r>
              <a:rPr kumimoji="1" lang="zh-CN" altLang="en-US" sz="2000" dirty="0"/>
              <a:t>地方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dìfāng  </a:t>
            </a:r>
            <a:r>
              <a:rPr kumimoji="1" lang="zh-CN" altLang="en-US" sz="2000" dirty="0"/>
              <a:t>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dōu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  </a:t>
            </a:r>
            <a:r>
              <a:rPr kumimoji="1" lang="zh-CN" altLang="en-US" sz="2000" dirty="0"/>
              <a:t>一样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yīyàng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There are many places along the way, and every place is different.</a:t>
            </a:r>
            <a:endParaRPr kumimoji="1" lang="zh-CN" altLang="en-US" sz="2000" dirty="0"/>
          </a:p>
        </p:txBody>
      </p:sp>
      <p:pic>
        <p:nvPicPr>
          <p:cNvPr id="2" name="经过.wav" descr="经过.wav">
            <a:hlinkClick r:id="" action="ppaction://media"/>
            <a:extLst>
              <a:ext uri="{FF2B5EF4-FFF2-40B4-BE49-F238E27FC236}">
                <a16:creationId xmlns:a16="http://schemas.microsoft.com/office/drawing/2014/main" id="{5211E1D1-5330-FB4D-B96F-BDA9456AE65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683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必须经过.wav" descr="必须经过.wav">
            <a:hlinkClick r:id="" action="ppaction://media"/>
            <a:extLst>
              <a:ext uri="{FF2B5EF4-FFF2-40B4-BE49-F238E27FC236}">
                <a16:creationId xmlns:a16="http://schemas.microsoft.com/office/drawing/2014/main" id="{7FEBD4F0-AD22-DD48-8912-60570C1C402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1600200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已经过.wav" descr="已经过.wav">
            <a:hlinkClick r:id="" action="ppaction://media"/>
            <a:extLst>
              <a:ext uri="{FF2B5EF4-FFF2-40B4-BE49-F238E27FC236}">
                <a16:creationId xmlns:a16="http://schemas.microsoft.com/office/drawing/2014/main" id="{01A8D5F7-2A86-404A-9D6E-CE733B3A821C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05000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路上经过了很多地方，每个地方都不一样。.wav" descr="一路上经过了很多地方，每个地方都不一样。.wav">
            <a:hlinkClick r:id="" action="ppaction://media"/>
            <a:extLst>
              <a:ext uri="{FF2B5EF4-FFF2-40B4-BE49-F238E27FC236}">
                <a16:creationId xmlns:a16="http://schemas.microsoft.com/office/drawing/2014/main" id="{B6366A0B-2ABC-7E45-90CF-AE544B5A4834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65588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6EA4CBC3-FDF1-D24B-AC24-FAA810F490B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12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2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A78427F8-B8A2-9D49-8EFA-EE1BE3532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经过 </a:t>
            </a:r>
            <a:r>
              <a:rPr kumimoji="1" lang="zh-CN" altLang="zh-CN" sz="2800"/>
              <a:t>jīngguò </a:t>
            </a:r>
            <a:endParaRPr kumimoji="1" lang="zh-CN" altLang="en-US" sz="2800"/>
          </a:p>
        </p:txBody>
      </p:sp>
      <p:sp>
        <p:nvSpPr>
          <p:cNvPr id="13314" name="内容占位符 2">
            <a:extLst>
              <a:ext uri="{FF2B5EF4-FFF2-40B4-BE49-F238E27FC236}">
                <a16:creationId xmlns:a16="http://schemas.microsoft.com/office/drawing/2014/main" id="{E94BBF3B-D27A-864F-BB09-FE27484DA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一路上经过了很多地方，每个地方都不一样。</a:t>
            </a:r>
            <a:endParaRPr kumimoji="1" lang="en-US" altLang="zh-CN" sz="2000" dirty="0"/>
          </a:p>
          <a:p>
            <a:pPr eaLnBrk="1" hangingPunct="1"/>
            <a:r>
              <a:rPr kumimoji="1" lang="zh-CN" altLang="en-US" sz="2000" dirty="0"/>
              <a:t>一路上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yīlùshàng  </a:t>
            </a:r>
            <a:r>
              <a:rPr kumimoji="1" lang="zh-CN" altLang="en-US" sz="2000" dirty="0"/>
              <a:t>经过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jīngguò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很多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hěnduō  </a:t>
            </a:r>
            <a:r>
              <a:rPr kumimoji="1" lang="zh-CN" altLang="en-US" sz="2000" dirty="0"/>
              <a:t>地方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dìfāng  ，  </a:t>
            </a:r>
            <a:r>
              <a:rPr kumimoji="1" lang="zh-CN" altLang="en-US" sz="2000" dirty="0"/>
              <a:t>每个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měigè  </a:t>
            </a:r>
            <a:r>
              <a:rPr kumimoji="1" lang="zh-CN" altLang="en-US" sz="2000" dirty="0"/>
              <a:t>地方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dìfāng  </a:t>
            </a:r>
            <a:r>
              <a:rPr kumimoji="1" lang="zh-CN" altLang="en-US" sz="2000" dirty="0"/>
              <a:t>都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dōu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  </a:t>
            </a:r>
            <a:r>
              <a:rPr kumimoji="1" lang="zh-CN" altLang="en-US" sz="2000" dirty="0"/>
              <a:t>一样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yīyàng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There are many places along the way, and every place is different.</a:t>
            </a:r>
            <a:endParaRPr kumimoji="1" lang="zh-CN" altLang="en-US" sz="2000" dirty="0"/>
          </a:p>
        </p:txBody>
      </p:sp>
      <p:pic>
        <p:nvPicPr>
          <p:cNvPr id="2" name="经过.wav" descr="经过.wav">
            <a:hlinkClick r:id="" action="ppaction://media"/>
            <a:extLst>
              <a:ext uri="{FF2B5EF4-FFF2-40B4-BE49-F238E27FC236}">
                <a16:creationId xmlns:a16="http://schemas.microsoft.com/office/drawing/2014/main" id="{5211E1D1-5330-FB4D-B96F-BDA9456AE652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68313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一路上经过了很多地方，每个地方都不一样。.wav" descr="一路上经过了很多地方，每个地方都不一样。.wav">
            <a:hlinkClick r:id="" action="ppaction://media"/>
            <a:extLst>
              <a:ext uri="{FF2B5EF4-FFF2-40B4-BE49-F238E27FC236}">
                <a16:creationId xmlns:a16="http://schemas.microsoft.com/office/drawing/2014/main" id="{B6366A0B-2ABC-7E45-90CF-AE544B5A483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600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838D1D1-9EF9-0F4A-BA6A-E66D61B3BB2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09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2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69820A10-C2D0-7447-8907-EFE5D5784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F85A1-25F9-1F4F-95EC-6285D44B0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pass;</a:t>
            </a:r>
            <a:r>
              <a:rPr lang="zh-CN" altLang="en-US" sz="2000" dirty="0"/>
              <a:t> </a:t>
            </a:r>
            <a:r>
              <a:rPr lang="en" altLang="zh-CN" sz="2000" dirty="0"/>
              <a:t>go through;</a:t>
            </a:r>
            <a:r>
              <a:rPr lang="zh-CN" altLang="en-US" sz="2000" dirty="0"/>
              <a:t> </a:t>
            </a:r>
            <a:r>
              <a:rPr lang="en" altLang="zh-CN" sz="2000" dirty="0"/>
              <a:t>undergo</a:t>
            </a:r>
            <a:r>
              <a:rPr lang="zh-CN" altLang="en-US" sz="2000" dirty="0"/>
              <a:t> </a:t>
            </a:r>
            <a:r>
              <a:rPr lang="en" altLang="zh-CN" sz="2000" dirty="0"/>
              <a:t> </a:t>
            </a: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经过  </a:t>
            </a:r>
            <a:r>
              <a:rPr lang="en-US" altLang="zh-CN" sz="2000" dirty="0"/>
              <a:t>B.</a:t>
            </a:r>
            <a:r>
              <a:rPr lang="zh-CN" altLang="en-US" sz="2000" dirty="0"/>
              <a:t>护照  </a:t>
            </a:r>
            <a:r>
              <a:rPr lang="en-US" altLang="zh-CN" sz="2000" dirty="0"/>
              <a:t>C.</a:t>
            </a:r>
            <a:r>
              <a:rPr lang="zh-CN" altLang="en-US" sz="2000" dirty="0"/>
              <a:t>锻炼  </a:t>
            </a:r>
            <a:r>
              <a:rPr lang="en-US" altLang="zh-CN" sz="2000" dirty="0"/>
              <a:t>D.</a:t>
            </a:r>
            <a:r>
              <a:rPr lang="zh-CN" altLang="en-US" sz="2000" dirty="0"/>
              <a:t>秋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必须（）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和  </a:t>
            </a:r>
            <a:r>
              <a:rPr lang="en-US" altLang="zh-CN" sz="2000" dirty="0"/>
              <a:t>B.</a:t>
            </a:r>
            <a:r>
              <a:rPr lang="zh-CN" altLang="en-US" sz="2000" dirty="0"/>
              <a:t>经过 </a:t>
            </a:r>
            <a:r>
              <a:rPr lang="en-US" altLang="zh-CN" sz="2000" dirty="0"/>
              <a:t> C.</a:t>
            </a:r>
            <a:r>
              <a:rPr lang="zh-CN" altLang="en-US" sz="2000" dirty="0"/>
              <a:t> 一点儿  </a:t>
            </a:r>
            <a:r>
              <a:rPr lang="en-US" altLang="zh-CN" sz="2000" dirty="0"/>
              <a:t>D.</a:t>
            </a:r>
            <a:r>
              <a:rPr lang="zh-CN" altLang="en-US" sz="2000" dirty="0"/>
              <a:t>秋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已（）     </a:t>
            </a:r>
            <a:r>
              <a:rPr lang="en-US" altLang="zh-CN" sz="2000" dirty="0"/>
              <a:t>A.</a:t>
            </a:r>
            <a:r>
              <a:rPr lang="zh-CN" altLang="en-US" sz="2000" dirty="0"/>
              <a:t> 空调  </a:t>
            </a:r>
            <a:r>
              <a:rPr lang="en-US" altLang="zh-CN" sz="2000" dirty="0"/>
              <a:t>B.</a:t>
            </a:r>
            <a:r>
              <a:rPr lang="zh-CN" altLang="en-US" sz="2000" dirty="0"/>
              <a:t>变化</a:t>
            </a:r>
            <a:r>
              <a:rPr lang="en-US" altLang="zh-CN" sz="2000" dirty="0"/>
              <a:t>  C.</a:t>
            </a:r>
            <a:r>
              <a:rPr lang="zh-CN" altLang="en-US" sz="2000" dirty="0"/>
              <a:t> 唱歌  </a:t>
            </a:r>
            <a:r>
              <a:rPr lang="en-US" altLang="zh-CN" sz="2000" dirty="0"/>
              <a:t>D.</a:t>
            </a:r>
            <a:r>
              <a:rPr lang="zh-CN" altLang="en-US" sz="2000"/>
              <a:t>经过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一路上经（）了很多地方，每个地方都不一样。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9777222-A1DA-B449-A540-D1E3738F0285}"/>
              </a:ext>
            </a:extLst>
          </p:cNvPr>
          <p:cNvSpPr/>
          <p:nvPr/>
        </p:nvSpPr>
        <p:spPr>
          <a:xfrm>
            <a:off x="6400800" y="5030417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 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6335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087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经过（</a:t>
            </a:r>
            <a:r>
              <a:rPr lang="zh-CN" altLang="zh-CN" sz="2400" dirty="0"/>
              <a:t> PREPOSITION </a:t>
            </a:r>
            <a:r>
              <a:rPr kumimoji="1" lang="zh-CN" altLang="en-US" sz="2400" dirty="0"/>
              <a:t>）？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 marL="0" indent="0"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581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546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166C3721-DD0A-FC42-9C10-21846FF0E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经过 </a:t>
            </a:r>
            <a:r>
              <a:rPr kumimoji="1" lang="zh-CN" altLang="zh-CN" sz="2800"/>
              <a:t>jīngguò </a:t>
            </a:r>
            <a:endParaRPr kumimoji="1" lang="zh-CN" altLang="en-US" sz="2800"/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AF3041A9-7973-A442-8CE6-BE2A44218E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 dirty="0"/>
              <a:t>经 </a:t>
            </a:r>
            <a:r>
              <a:rPr kumimoji="1" lang="zh-CN" altLang="zh-CN" sz="2000" dirty="0"/>
              <a:t>jīng</a:t>
            </a:r>
            <a:r>
              <a:rPr kumimoji="1" lang="en-US" altLang="zh-CN" sz="2000" dirty="0"/>
              <a:t> </a:t>
            </a:r>
            <a:r>
              <a:rPr lang="en-US" altLang="zh-CN" sz="2000" dirty="0"/>
              <a:t>VERB</a:t>
            </a:r>
            <a:r>
              <a:rPr lang="zh-CN" altLang="en-US" sz="2000" dirty="0"/>
              <a:t> </a:t>
            </a:r>
            <a:r>
              <a:rPr lang="en-US" altLang="zh-CN" sz="2000" dirty="0"/>
              <a:t>pass</a:t>
            </a:r>
            <a:r>
              <a:rPr lang="zh-CN" altLang="en-US" sz="2000" dirty="0"/>
              <a:t> </a:t>
            </a:r>
            <a:r>
              <a:rPr lang="en-US" altLang="zh-CN" sz="2000" dirty="0"/>
              <a:t>through; undergo; experience</a:t>
            </a:r>
          </a:p>
          <a:p>
            <a:pPr eaLnBrk="1" hangingPunct="1"/>
            <a:r>
              <a:rPr lang="zh-CN" altLang="en-US" sz="2000" dirty="0"/>
              <a:t>过</a:t>
            </a:r>
            <a:r>
              <a:rPr lang="en-US" altLang="zh-CN" sz="2000" dirty="0"/>
              <a:t> </a:t>
            </a:r>
            <a:r>
              <a:rPr kumimoji="1" lang="zh-CN" altLang="zh-CN" sz="2000" dirty="0"/>
              <a:t>guò</a:t>
            </a:r>
            <a:r>
              <a:rPr kumimoji="1" lang="en-US" altLang="zh-CN" sz="2000" dirty="0"/>
              <a:t> </a:t>
            </a:r>
            <a:r>
              <a:rPr lang="en-US" altLang="zh-CN" sz="2000" dirty="0"/>
              <a:t>VERB cross; pass</a:t>
            </a:r>
          </a:p>
          <a:p>
            <a:pPr eaLnBrk="1" hangingPunct="1"/>
            <a:r>
              <a:rPr lang="zh-CN" altLang="zh-CN" sz="2000" dirty="0"/>
              <a:t>PREPOSITION</a:t>
            </a:r>
            <a:r>
              <a:rPr lang="zh-CN" altLang="en-US" sz="2000" dirty="0"/>
              <a:t>   </a:t>
            </a:r>
            <a:r>
              <a:rPr lang="zh-CN" altLang="zh-CN" sz="2000" dirty="0"/>
              <a:t>as a result of; after; through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有些经过科学研究，证明是错误的。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证明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有些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yǒuxiē  </a:t>
            </a:r>
            <a:r>
              <a:rPr kumimoji="1" lang="zh-CN" altLang="en-US" sz="2000" dirty="0"/>
              <a:t>经过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jīngguò  </a:t>
            </a:r>
            <a:r>
              <a:rPr kumimoji="1" lang="zh-CN" altLang="en-US" sz="2000" dirty="0"/>
              <a:t>科学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kēxué  </a:t>
            </a:r>
            <a:r>
              <a:rPr kumimoji="1" lang="zh-CN" altLang="en-US" sz="2000" dirty="0"/>
              <a:t>研究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yánjiū  ，  </a:t>
            </a:r>
            <a:r>
              <a:rPr kumimoji="1" lang="zh-CN" altLang="en-US" sz="2000" dirty="0"/>
              <a:t>证明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zhèngmíng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错误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cuòwù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Some have been scientifically proven to be wrong.</a:t>
            </a:r>
            <a:endParaRPr kumimoji="1" lang="zh-CN" altLang="en-US" sz="2000" dirty="0"/>
          </a:p>
        </p:txBody>
      </p:sp>
      <p:pic>
        <p:nvPicPr>
          <p:cNvPr id="2" name="经过.wav" descr="经过.wav">
            <a:hlinkClick r:id="" action="ppaction://media"/>
            <a:extLst>
              <a:ext uri="{FF2B5EF4-FFF2-40B4-BE49-F238E27FC236}">
                <a16:creationId xmlns:a16="http://schemas.microsoft.com/office/drawing/2014/main" id="{0C5FC456-FFD9-7B48-9998-48D290E068E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064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经.wav" descr="经.wav">
            <a:hlinkClick r:id="" action="ppaction://media"/>
            <a:extLst>
              <a:ext uri="{FF2B5EF4-FFF2-40B4-BE49-F238E27FC236}">
                <a16:creationId xmlns:a16="http://schemas.microsoft.com/office/drawing/2014/main" id="{BABB9091-311F-2142-A86A-FF728CA7DA7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838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过.wav" descr="过.wav">
            <a:hlinkClick r:id="" action="ppaction://media"/>
            <a:extLst>
              <a:ext uri="{FF2B5EF4-FFF2-40B4-BE49-F238E27FC236}">
                <a16:creationId xmlns:a16="http://schemas.microsoft.com/office/drawing/2014/main" id="{7DEBED77-C6B3-8F42-90AC-1E99BB4067B1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有些经过科学研究，证明是错误的。.wav" descr="有些经过科学研究，证明是错误的。.wav">
            <a:hlinkClick r:id="" action="ppaction://media"/>
            <a:extLst>
              <a:ext uri="{FF2B5EF4-FFF2-40B4-BE49-F238E27FC236}">
                <a16:creationId xmlns:a16="http://schemas.microsoft.com/office/drawing/2014/main" id="{EF1D51BB-7CB6-D541-8BB4-F04DA31FDE76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63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B402AF81-790C-6740-9518-B130931E1D0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67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166C3721-DD0A-FC42-9C10-21846FF0E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经过 </a:t>
            </a:r>
            <a:r>
              <a:rPr kumimoji="1" lang="zh-CN" altLang="zh-CN" sz="2800"/>
              <a:t>jīngguò </a:t>
            </a:r>
            <a:endParaRPr kumimoji="1" lang="zh-CN" altLang="en-US" sz="2800"/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AF3041A9-7973-A442-8CE6-BE2A44218E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 sz="2000" dirty="0"/>
              <a:t>PREPOSITION</a:t>
            </a:r>
            <a:r>
              <a:rPr lang="zh-CN" altLang="en-US" sz="2000" dirty="0"/>
              <a:t>   </a:t>
            </a:r>
            <a:r>
              <a:rPr lang="zh-CN" altLang="zh-CN" sz="2000" dirty="0"/>
              <a:t>as a result of; after; through</a:t>
            </a:r>
            <a:endParaRPr lang="en-US" altLang="zh-CN" sz="2000" dirty="0"/>
          </a:p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有些经过科学研究，证明是错误的。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证明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有些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yǒuxiē  </a:t>
            </a:r>
            <a:r>
              <a:rPr kumimoji="1" lang="zh-CN" altLang="en-US" sz="2000" dirty="0"/>
              <a:t>经过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jīngguò  </a:t>
            </a:r>
            <a:r>
              <a:rPr kumimoji="1" lang="zh-CN" altLang="en-US" sz="2000" dirty="0"/>
              <a:t>科学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kēxué  </a:t>
            </a:r>
            <a:r>
              <a:rPr kumimoji="1" lang="zh-CN" altLang="en-US" sz="2000" dirty="0"/>
              <a:t>研究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yánjiū  ，  </a:t>
            </a:r>
            <a:r>
              <a:rPr kumimoji="1" lang="zh-CN" altLang="en-US" sz="2000" dirty="0"/>
              <a:t>证明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zhèngmíng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错误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cuòwù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Some have been scientifically proven to be wrong.</a:t>
            </a:r>
            <a:endParaRPr kumimoji="1" lang="zh-CN" altLang="en-US" sz="2000" dirty="0"/>
          </a:p>
        </p:txBody>
      </p:sp>
      <p:pic>
        <p:nvPicPr>
          <p:cNvPr id="2" name="经过.wav" descr="经过.wav">
            <a:hlinkClick r:id="" action="ppaction://media"/>
            <a:extLst>
              <a:ext uri="{FF2B5EF4-FFF2-40B4-BE49-F238E27FC236}">
                <a16:creationId xmlns:a16="http://schemas.microsoft.com/office/drawing/2014/main" id="{0C5FC456-FFD9-7B48-9998-48D290E068E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064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有些经过科学研究，证明是错误的。.wav" descr="有些经过科学研究，证明是错误的。.wav">
            <a:hlinkClick r:id="" action="ppaction://media"/>
            <a:extLst>
              <a:ext uri="{FF2B5EF4-FFF2-40B4-BE49-F238E27FC236}">
                <a16:creationId xmlns:a16="http://schemas.microsoft.com/office/drawing/2014/main" id="{EF1D51BB-7CB6-D541-8BB4-F04DA31FDE7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63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38F1DECB-6412-A349-85F7-5D79D01B349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6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7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166C3721-DD0A-FC42-9C10-21846FF0E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2800"/>
              <a:t>经过 </a:t>
            </a:r>
            <a:r>
              <a:rPr kumimoji="1" lang="zh-CN" altLang="zh-CN" sz="2800"/>
              <a:t>jīngguò </a:t>
            </a:r>
            <a:endParaRPr kumimoji="1" lang="zh-CN" altLang="en-US" sz="2800"/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AF3041A9-7973-A442-8CE6-BE2A44218E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/>
              <a:t>Sentence:</a:t>
            </a:r>
          </a:p>
          <a:p>
            <a:pPr eaLnBrk="1" hangingPunct="1"/>
            <a:r>
              <a:rPr kumimoji="1" lang="zh-CN" altLang="en-US" sz="2000" dirty="0"/>
              <a:t>有些经过科学研究，证明是错误的。</a:t>
            </a:r>
            <a:r>
              <a:rPr kumimoji="1" lang="en-US" altLang="zh-CN" sz="2000" dirty="0"/>
              <a:t>['</a:t>
            </a:r>
            <a:r>
              <a:rPr kumimoji="1" lang="zh-CN" altLang="en-US" sz="2000" dirty="0"/>
              <a:t>证明</a:t>
            </a:r>
            <a:r>
              <a:rPr kumimoji="1" lang="en-US" altLang="zh-CN" sz="2000" dirty="0"/>
              <a:t>’]</a:t>
            </a:r>
          </a:p>
          <a:p>
            <a:pPr eaLnBrk="1" hangingPunct="1"/>
            <a:r>
              <a:rPr kumimoji="1" lang="zh-CN" altLang="en-US" sz="2000" dirty="0"/>
              <a:t>有些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yǒuxiē  </a:t>
            </a:r>
            <a:r>
              <a:rPr kumimoji="1" lang="zh-CN" altLang="en-US" sz="2000" dirty="0"/>
              <a:t>经过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jīngguò  </a:t>
            </a:r>
            <a:r>
              <a:rPr kumimoji="1" lang="zh-CN" altLang="en-US" sz="2000" dirty="0"/>
              <a:t>科学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kēxué  </a:t>
            </a:r>
            <a:r>
              <a:rPr kumimoji="1" lang="zh-CN" altLang="en-US" sz="2000" dirty="0"/>
              <a:t>研究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yánjiū  ，  </a:t>
            </a:r>
            <a:r>
              <a:rPr kumimoji="1" lang="zh-CN" altLang="en-US" sz="2000" dirty="0"/>
              <a:t>证明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zhèngmíng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shì  </a:t>
            </a:r>
            <a:r>
              <a:rPr kumimoji="1" lang="zh-CN" altLang="en-US" sz="2000" dirty="0"/>
              <a:t>错误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cuòwù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。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Some have been scientifically proven to be wrong.</a:t>
            </a:r>
            <a:endParaRPr kumimoji="1" lang="zh-CN" altLang="en-US" sz="2000" dirty="0"/>
          </a:p>
        </p:txBody>
      </p:sp>
      <p:pic>
        <p:nvPicPr>
          <p:cNvPr id="2" name="经过.wav" descr="经过.wav">
            <a:hlinkClick r:id="" action="ppaction://media"/>
            <a:extLst>
              <a:ext uri="{FF2B5EF4-FFF2-40B4-BE49-F238E27FC236}">
                <a16:creationId xmlns:a16="http://schemas.microsoft.com/office/drawing/2014/main" id="{0C5FC456-FFD9-7B48-9998-48D290E068E6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064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有些经过科学研究，证明是错误的。.wav" descr="有些经过科学研究，证明是错误的。.wav">
            <a:hlinkClick r:id="" action="ppaction://media"/>
            <a:extLst>
              <a:ext uri="{FF2B5EF4-FFF2-40B4-BE49-F238E27FC236}">
                <a16:creationId xmlns:a16="http://schemas.microsoft.com/office/drawing/2014/main" id="{EF1D51BB-7CB6-D541-8BB4-F04DA31FDE7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63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4BF354AC-5A89-E545-95B5-83BC03903C2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452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7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290DC41D-7FFC-5148-9492-A744D7904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21843-99F3-D546-9107-A2660E06D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" altLang="zh-CN" sz="2000" dirty="0"/>
              <a:t> as a result of; after; through</a:t>
            </a:r>
            <a:r>
              <a:rPr lang="zh-CN" altLang="en-US" sz="2000" dirty="0"/>
              <a:t> </a:t>
            </a:r>
            <a:r>
              <a:rPr lang="en" altLang="zh-CN" sz="2000" dirty="0"/>
              <a:t> </a:t>
            </a: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经过  </a:t>
            </a:r>
            <a:r>
              <a:rPr lang="en-US" altLang="zh-CN" sz="2000" dirty="0"/>
              <a:t>B.</a:t>
            </a:r>
            <a:r>
              <a:rPr lang="zh-CN" altLang="en-US" sz="2000" dirty="0"/>
              <a:t>身体  </a:t>
            </a:r>
            <a:r>
              <a:rPr lang="en-US" altLang="zh-CN" sz="2000" dirty="0"/>
              <a:t>C.</a:t>
            </a:r>
            <a:r>
              <a:rPr lang="zh-CN" altLang="en-US" sz="2000" dirty="0"/>
              <a:t>旁边  </a:t>
            </a:r>
            <a:r>
              <a:rPr lang="en-US" altLang="zh-CN" sz="2000" dirty="0"/>
              <a:t>D.</a:t>
            </a:r>
            <a:r>
              <a:rPr lang="zh-CN" altLang="en-US" sz="2000" dirty="0"/>
              <a:t>医生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eaLnBrk="1" hangingPunct="1">
              <a:defRPr/>
            </a:pPr>
            <a:r>
              <a:rPr kumimoji="1" lang="zh-CN" altLang="en-US" sz="2000" dirty="0"/>
              <a:t>有些经（）科学研究，证明是错误的。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3D29F8C-96D6-EA4F-80B0-CF38AF29A0B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013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27206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想法？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473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DB2CF81C-FC85-2749-A1A1-B9C827616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想法 </a:t>
            </a:r>
            <a:r>
              <a:rPr kumimoji="1" lang="zh-CN" altLang="zh-CN"/>
              <a:t>xiǎngfa </a:t>
            </a:r>
            <a:endParaRPr kumimoji="1" lang="zh-CN" altLang="en-US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328FA73F-44FE-2843-B855-E5B8D1F71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想 </a:t>
            </a:r>
            <a:r>
              <a:rPr kumimoji="1" lang="zh-CN" altLang="zh-CN" sz="2000"/>
              <a:t>xiǎng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think; ponder; consider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法</a:t>
            </a:r>
            <a:r>
              <a:rPr lang="en-US" altLang="zh-CN" sz="2000">
                <a:solidFill>
                  <a:srgbClr val="000000"/>
                </a:solidFill>
              </a:rPr>
              <a:t> fǎ  NOUN method; way; mode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NOUN  idea; opinion; what one has in mind </a:t>
            </a:r>
            <a:endParaRPr lang="zh-CN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同意（三级） 想法</a:t>
            </a:r>
            <a:r>
              <a:rPr lang="en-US" altLang="zh-CN" sz="2000">
                <a:solidFill>
                  <a:srgbClr val="000000"/>
                </a:solidFill>
              </a:rPr>
              <a:t>  agree with the idea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想法 一样（三级）</a:t>
            </a:r>
            <a:r>
              <a:rPr lang="zh-CN" altLang="zh-CN" sz="2000">
                <a:solidFill>
                  <a:srgbClr val="000000"/>
                </a:solidFill>
              </a:rPr>
              <a:t>same idea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就这样过了三年，他终于去实现自己的想法了。</a:t>
            </a:r>
            <a:r>
              <a:rPr kumimoji="1" lang="en-US" altLang="zh-CN" sz="2000">
                <a:solidFill>
                  <a:srgbClr val="000000"/>
                </a:solidFill>
              </a:rPr>
              <a:t>['</a:t>
            </a:r>
            <a:r>
              <a:rPr kumimoji="1" lang="zh-CN" altLang="en-US" sz="2000">
                <a:solidFill>
                  <a:srgbClr val="000000"/>
                </a:solidFill>
              </a:rPr>
              <a:t>实现</a:t>
            </a:r>
            <a:r>
              <a:rPr kumimoji="1" lang="en-US" altLang="zh-CN" sz="200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/>
              <a:t>就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jiù  </a:t>
            </a:r>
            <a:r>
              <a:rPr kumimoji="1" lang="zh-CN" altLang="en-US" sz="2000"/>
              <a:t>这样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zhèyàng  </a:t>
            </a:r>
            <a:r>
              <a:rPr kumimoji="1" lang="zh-CN" altLang="en-US" sz="2000"/>
              <a:t>过</a:t>
            </a:r>
            <a:r>
              <a:rPr kumimoji="1" lang="en-US" altLang="zh-CN" sz="2000"/>
              <a:t>/</a:t>
            </a:r>
            <a:r>
              <a:rPr kumimoji="1" lang="zh-CN" altLang="zh-CN" sz="2000"/>
              <a:t>guò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三</a:t>
            </a:r>
            <a:r>
              <a:rPr kumimoji="1" lang="en-US" altLang="zh-CN" sz="2000"/>
              <a:t>/</a:t>
            </a:r>
            <a:r>
              <a:rPr kumimoji="1" lang="zh-CN" altLang="zh-CN" sz="2000"/>
              <a:t>sān  </a:t>
            </a:r>
            <a:r>
              <a:rPr kumimoji="1" lang="zh-CN" altLang="en-US" sz="2000"/>
              <a:t>年</a:t>
            </a:r>
            <a:r>
              <a:rPr kumimoji="1" lang="en-US" altLang="zh-CN" sz="2000"/>
              <a:t>/</a:t>
            </a:r>
            <a:r>
              <a:rPr kumimoji="1" lang="zh-CN" altLang="zh-CN" sz="2000"/>
              <a:t>nián  ，  </a:t>
            </a:r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终于</a:t>
            </a:r>
            <a:r>
              <a:rPr kumimoji="1" lang="en-US" altLang="zh-CN" sz="2000"/>
              <a:t>/</a:t>
            </a:r>
            <a:r>
              <a:rPr kumimoji="1" lang="zh-CN" altLang="zh-CN" sz="2000"/>
              <a:t>zhōngyú  </a:t>
            </a:r>
            <a:r>
              <a:rPr kumimoji="1" lang="zh-CN" altLang="en-US" sz="2000"/>
              <a:t>去</a:t>
            </a:r>
            <a:r>
              <a:rPr kumimoji="1" lang="en-US" altLang="zh-CN" sz="2000"/>
              <a:t>/</a:t>
            </a:r>
            <a:r>
              <a:rPr kumimoji="1" lang="zh-CN" altLang="zh-CN" sz="2000"/>
              <a:t>qù  </a:t>
            </a:r>
            <a:r>
              <a:rPr kumimoji="1" lang="zh-CN" altLang="en-US" sz="2000"/>
              <a:t>实现</a:t>
            </a:r>
            <a:r>
              <a:rPr kumimoji="1" lang="en-US" altLang="zh-CN" sz="2000"/>
              <a:t>/</a:t>
            </a:r>
            <a:r>
              <a:rPr kumimoji="1" lang="zh-CN" altLang="zh-CN" sz="2000"/>
              <a:t>shíxiàn  </a:t>
            </a:r>
            <a:r>
              <a:rPr kumimoji="1" lang="zh-CN" altLang="en-US" sz="2000"/>
              <a:t>自己</a:t>
            </a:r>
            <a:r>
              <a:rPr kumimoji="1" lang="en-US" altLang="zh-CN" sz="2000"/>
              <a:t>/</a:t>
            </a:r>
            <a:r>
              <a:rPr kumimoji="1" lang="zh-CN" altLang="zh-CN" sz="2000"/>
              <a:t>zìjǐ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想法</a:t>
            </a:r>
            <a:r>
              <a:rPr kumimoji="1" lang="en-US" altLang="zh-CN" sz="2000"/>
              <a:t>/</a:t>
            </a:r>
            <a:r>
              <a:rPr kumimoji="1" lang="zh-CN" altLang="zh-CN" sz="2000"/>
              <a:t>xiǎngfa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。</a:t>
            </a:r>
            <a:endParaRPr kumimoji="1" lang="en-US" altLang="zh-CN" sz="2000"/>
          </a:p>
          <a:p>
            <a:pPr eaLnBrk="1" hangingPunct="1"/>
            <a:r>
              <a:rPr kumimoji="1" lang="en-US" altLang="zh-CN" sz="2000"/>
              <a:t>After three years, he finally realized his idea.</a:t>
            </a:r>
          </a:p>
          <a:p>
            <a:pPr eaLnBrk="1" hangingPunct="1"/>
            <a:endParaRPr kumimoji="1" lang="zh-CN" altLang="en-US" sz="2000"/>
          </a:p>
        </p:txBody>
      </p:sp>
      <p:pic>
        <p:nvPicPr>
          <p:cNvPr id="2" name="想法.wav" descr="想法.wav">
            <a:hlinkClick r:id="" action="ppaction://media"/>
            <a:extLst>
              <a:ext uri="{FF2B5EF4-FFF2-40B4-BE49-F238E27FC236}">
                <a16:creationId xmlns:a16="http://schemas.microsoft.com/office/drawing/2014/main" id="{95429935-1D6B-F34F-8628-181B6D8E7AB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60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想.wav" descr="想.wav">
            <a:hlinkClick r:id="" action="ppaction://media"/>
            <a:extLst>
              <a:ext uri="{FF2B5EF4-FFF2-40B4-BE49-F238E27FC236}">
                <a16:creationId xmlns:a16="http://schemas.microsoft.com/office/drawing/2014/main" id="{19D16B8A-0688-3B49-9519-B8CDE6895B4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1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法.wav" descr="法.wav">
            <a:hlinkClick r:id="" action="ppaction://media"/>
            <a:extLst>
              <a:ext uri="{FF2B5EF4-FFF2-40B4-BE49-F238E27FC236}">
                <a16:creationId xmlns:a16="http://schemas.microsoft.com/office/drawing/2014/main" id="{8BFAE4DF-6232-B344-B0BB-D3170D6BFB2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49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同意想法.wav" descr="同意想法.wav">
            <a:hlinkClick r:id="" action="ppaction://media"/>
            <a:extLst>
              <a:ext uri="{FF2B5EF4-FFF2-40B4-BE49-F238E27FC236}">
                <a16:creationId xmlns:a16="http://schemas.microsoft.com/office/drawing/2014/main" id="{9E3747AC-0C2C-B049-8181-511AAACB0D1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25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想法一样.wav" descr="想法一样.wav">
            <a:hlinkClick r:id="" action="ppaction://media"/>
            <a:extLst>
              <a:ext uri="{FF2B5EF4-FFF2-40B4-BE49-F238E27FC236}">
                <a16:creationId xmlns:a16="http://schemas.microsoft.com/office/drawing/2014/main" id="{7BEB997B-421B-CA4C-BEDF-21AA56F6F1B7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就这样过了三年，他终于去实现自己的想法了。.wav" descr="就这样过了三年，他终于去实现自己的想法了。.wav">
            <a:hlinkClick r:id="" action="ppaction://media"/>
            <a:extLst>
              <a:ext uri="{FF2B5EF4-FFF2-40B4-BE49-F238E27FC236}">
                <a16:creationId xmlns:a16="http://schemas.microsoft.com/office/drawing/2014/main" id="{1810BB68-D871-9A46-95D5-209DEA7EA4DC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3733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E900092-C4EF-8646-8CEE-DF4BE5448AC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5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DB2CF81C-FC85-2749-A1A1-B9C827616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想法 </a:t>
            </a:r>
            <a:r>
              <a:rPr kumimoji="1" lang="zh-CN" altLang="zh-CN"/>
              <a:t>xiǎngfa </a:t>
            </a:r>
            <a:endParaRPr kumimoji="1" lang="zh-CN" altLang="en-US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328FA73F-44FE-2843-B855-E5B8D1F71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NOUN  idea; opinion; what one has in mind </a:t>
            </a:r>
            <a:endParaRPr lang="zh-CN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同意（三级） 想法</a:t>
            </a:r>
            <a:r>
              <a:rPr lang="en-US" altLang="zh-CN" sz="2000" dirty="0">
                <a:solidFill>
                  <a:srgbClr val="000000"/>
                </a:solidFill>
              </a:rPr>
              <a:t>  agree with the idea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想法 一样（三级）</a:t>
            </a:r>
            <a:r>
              <a:rPr lang="zh-CN" altLang="zh-CN" sz="2000" dirty="0">
                <a:solidFill>
                  <a:srgbClr val="000000"/>
                </a:solidFill>
              </a:rPr>
              <a:t>same idea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就这样过了三年，他终于去实现自己的想法了。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实现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这样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zhèyàng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guò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sān  </a:t>
            </a:r>
            <a:r>
              <a:rPr kumimoji="1" lang="zh-CN" altLang="en-US" sz="2000" dirty="0"/>
              <a:t>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nián  ，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终于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zhōngyú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qù  </a:t>
            </a:r>
            <a:r>
              <a:rPr kumimoji="1" lang="zh-CN" altLang="en-US" sz="2000" dirty="0"/>
              <a:t>实现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shíxiàn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想法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xiǎngfa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。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After three years, he finally realized his idea.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想法.wav" descr="想法.wav">
            <a:hlinkClick r:id="" action="ppaction://media"/>
            <a:extLst>
              <a:ext uri="{FF2B5EF4-FFF2-40B4-BE49-F238E27FC236}">
                <a16:creationId xmlns:a16="http://schemas.microsoft.com/office/drawing/2014/main" id="{95429935-1D6B-F34F-8628-181B6D8E7AB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60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同意想法.wav" descr="同意想法.wav">
            <a:hlinkClick r:id="" action="ppaction://media"/>
            <a:extLst>
              <a:ext uri="{FF2B5EF4-FFF2-40B4-BE49-F238E27FC236}">
                <a16:creationId xmlns:a16="http://schemas.microsoft.com/office/drawing/2014/main" id="{9E3747AC-0C2C-B049-8181-511AAACB0D1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25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想法一样.wav" descr="想法一样.wav">
            <a:hlinkClick r:id="" action="ppaction://media"/>
            <a:extLst>
              <a:ext uri="{FF2B5EF4-FFF2-40B4-BE49-F238E27FC236}">
                <a16:creationId xmlns:a16="http://schemas.microsoft.com/office/drawing/2014/main" id="{7BEB997B-421B-CA4C-BEDF-21AA56F6F1B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209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就这样过了三年，他终于去实现自己的想法了。.wav" descr="就这样过了三年，他终于去实现自己的想法了。.wav">
            <a:hlinkClick r:id="" action="ppaction://media"/>
            <a:extLst>
              <a:ext uri="{FF2B5EF4-FFF2-40B4-BE49-F238E27FC236}">
                <a16:creationId xmlns:a16="http://schemas.microsoft.com/office/drawing/2014/main" id="{1810BB68-D871-9A46-95D5-209DEA7EA4D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B0382E2-988C-6048-8759-D83D1BA45DC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61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DB2CF81C-FC85-2749-A1A1-B9C827616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想法 </a:t>
            </a:r>
            <a:r>
              <a:rPr kumimoji="1" lang="zh-CN" altLang="zh-CN"/>
              <a:t>xiǎngfa </a:t>
            </a:r>
            <a:endParaRPr kumimoji="1" lang="zh-CN" altLang="en-US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328FA73F-44FE-2843-B855-E5B8D1F71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同意（三级） 想法</a:t>
            </a:r>
            <a:r>
              <a:rPr lang="en-US" altLang="zh-CN" sz="2000" dirty="0">
                <a:solidFill>
                  <a:srgbClr val="000000"/>
                </a:solidFill>
              </a:rPr>
              <a:t>  agree with the idea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想法 一样（三级）</a:t>
            </a:r>
            <a:r>
              <a:rPr lang="zh-CN" altLang="zh-CN" sz="2000" dirty="0">
                <a:solidFill>
                  <a:srgbClr val="000000"/>
                </a:solidFill>
              </a:rPr>
              <a:t>same idea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就这样过了三年，他终于去实现自己的想法了。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实现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这样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zhèyàng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guò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sān  </a:t>
            </a:r>
            <a:r>
              <a:rPr kumimoji="1" lang="zh-CN" altLang="en-US" sz="2000" dirty="0"/>
              <a:t>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nián  ，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终于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zhōngyú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qù  </a:t>
            </a:r>
            <a:r>
              <a:rPr kumimoji="1" lang="zh-CN" altLang="en-US" sz="2000" dirty="0"/>
              <a:t>实现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shíxiàn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想法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xiǎngfa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。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After three years, he finally realized his idea.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想法.wav" descr="想法.wav">
            <a:hlinkClick r:id="" action="ppaction://media"/>
            <a:extLst>
              <a:ext uri="{FF2B5EF4-FFF2-40B4-BE49-F238E27FC236}">
                <a16:creationId xmlns:a16="http://schemas.microsoft.com/office/drawing/2014/main" id="{95429935-1D6B-F34F-8628-181B6D8E7AB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60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同意想法.wav" descr="同意想法.wav">
            <a:hlinkClick r:id="" action="ppaction://media"/>
            <a:extLst>
              <a:ext uri="{FF2B5EF4-FFF2-40B4-BE49-F238E27FC236}">
                <a16:creationId xmlns:a16="http://schemas.microsoft.com/office/drawing/2014/main" id="{9E3747AC-0C2C-B049-8181-511AAACB0D1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25" y="1600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想法一样.wav" descr="想法一样.wav">
            <a:hlinkClick r:id="" action="ppaction://media"/>
            <a:extLst>
              <a:ext uri="{FF2B5EF4-FFF2-40B4-BE49-F238E27FC236}">
                <a16:creationId xmlns:a16="http://schemas.microsoft.com/office/drawing/2014/main" id="{7BEB997B-421B-CA4C-BEDF-21AA56F6F1B7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就这样过了三年，他终于去实现自己的想法了。.wav" descr="就这样过了三年，他终于去实现自己的想法了。.wav">
            <a:hlinkClick r:id="" action="ppaction://media"/>
            <a:extLst>
              <a:ext uri="{FF2B5EF4-FFF2-40B4-BE49-F238E27FC236}">
                <a16:creationId xmlns:a16="http://schemas.microsoft.com/office/drawing/2014/main" id="{1810BB68-D871-9A46-95D5-209DEA7EA4D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446B6AB6-E444-BF4E-9207-A516002571F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981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DB2CF81C-FC85-2749-A1A1-B9C827616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想法 </a:t>
            </a:r>
            <a:r>
              <a:rPr kumimoji="1" lang="zh-CN" altLang="zh-CN"/>
              <a:t>xiǎngfa </a:t>
            </a:r>
            <a:endParaRPr kumimoji="1" lang="zh-CN" altLang="en-US"/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328FA73F-44FE-2843-B855-E5B8D1F71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就这样过了三年，他终于去实现自己的想法了。</a:t>
            </a:r>
            <a:r>
              <a:rPr kumimoji="1" lang="en-US" altLang="zh-CN" sz="2000" dirty="0">
                <a:solidFill>
                  <a:srgbClr val="000000"/>
                </a:solidFill>
              </a:rPr>
              <a:t>['</a:t>
            </a:r>
            <a:r>
              <a:rPr kumimoji="1" lang="zh-CN" altLang="en-US" sz="2000" dirty="0">
                <a:solidFill>
                  <a:srgbClr val="000000"/>
                </a:solidFill>
              </a:rPr>
              <a:t>实现</a:t>
            </a:r>
            <a:r>
              <a:rPr kumimoji="1" lang="en-US" altLang="zh-CN" sz="2000" dirty="0">
                <a:solidFill>
                  <a:srgbClr val="000000"/>
                </a:solidFill>
              </a:rPr>
              <a:t>’]</a:t>
            </a:r>
          </a:p>
          <a:p>
            <a:pPr eaLnBrk="1" hangingPunct="1"/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这样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zhèyàng  </a:t>
            </a:r>
            <a:r>
              <a:rPr kumimoji="1" lang="zh-CN" altLang="en-US" sz="2000" dirty="0"/>
              <a:t>过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guò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三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sān  </a:t>
            </a:r>
            <a:r>
              <a:rPr kumimoji="1" lang="zh-CN" altLang="en-US" sz="2000" dirty="0"/>
              <a:t>年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nián  ，  </a:t>
            </a:r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终于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zhōngyú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qù  </a:t>
            </a:r>
            <a:r>
              <a:rPr kumimoji="1" lang="zh-CN" altLang="en-US" sz="2000" dirty="0"/>
              <a:t>实现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shíxiàn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想法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xiǎngfa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。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After three years, he finally realized his idea.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想法.wav" descr="想法.wav">
            <a:hlinkClick r:id="" action="ppaction://media"/>
            <a:extLst>
              <a:ext uri="{FF2B5EF4-FFF2-40B4-BE49-F238E27FC236}">
                <a16:creationId xmlns:a16="http://schemas.microsoft.com/office/drawing/2014/main" id="{95429935-1D6B-F34F-8628-181B6D8E7AB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60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就这样过了三年，他终于去实现自己的想法了。.wav" descr="就这样过了三年，他终于去实现自己的想法了。.wav">
            <a:hlinkClick r:id="" action="ppaction://media"/>
            <a:extLst>
              <a:ext uri="{FF2B5EF4-FFF2-40B4-BE49-F238E27FC236}">
                <a16:creationId xmlns:a16="http://schemas.microsoft.com/office/drawing/2014/main" id="{1810BB68-D871-9A46-95D5-209DEA7EA4D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46B72ED-5B96-8C48-8938-75424AE2830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044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612349B0-5E26-1F4E-8000-AF29F3464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2A46CB-534F-5D4F-9A17-7557FCDF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idea; opinion; what one has in mind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黄河  </a:t>
            </a:r>
            <a:r>
              <a:rPr lang="en-US" altLang="zh-CN" sz="2000" dirty="0"/>
              <a:t>B.</a:t>
            </a:r>
            <a:r>
              <a:rPr lang="zh-CN" altLang="en-US" sz="2000" dirty="0"/>
              <a:t>岁  </a:t>
            </a:r>
            <a:r>
              <a:rPr lang="en-US" altLang="zh-CN" sz="2000" dirty="0"/>
              <a:t>C.</a:t>
            </a:r>
            <a:r>
              <a:rPr lang="zh-CN" altLang="en-US" sz="2000" dirty="0"/>
              <a:t>洗澡  </a:t>
            </a:r>
            <a:r>
              <a:rPr lang="en-US" altLang="zh-CN" sz="2000" dirty="0"/>
              <a:t>D.</a:t>
            </a:r>
            <a:r>
              <a:rPr lang="zh-CN" altLang="en-US" sz="2000" dirty="0"/>
              <a:t>想法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同意（）    </a:t>
            </a:r>
            <a:r>
              <a:rPr lang="en-US" altLang="zh-CN" sz="2000" dirty="0"/>
              <a:t>A.</a:t>
            </a:r>
            <a:r>
              <a:rPr lang="zh-CN" altLang="en-US" sz="2000" dirty="0"/>
              <a:t>想法</a:t>
            </a:r>
            <a:r>
              <a:rPr lang="en-US" altLang="zh-CN" sz="2000" dirty="0"/>
              <a:t>  B.</a:t>
            </a:r>
            <a:r>
              <a:rPr lang="zh-CN" altLang="en-US" sz="2000" dirty="0"/>
              <a:t>比较 </a:t>
            </a:r>
            <a:r>
              <a:rPr lang="en-US" altLang="zh-CN" sz="2000" dirty="0"/>
              <a:t> 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瘦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（） 一样   </a:t>
            </a:r>
            <a:r>
              <a:rPr lang="en-US" altLang="zh-CN" sz="2000" dirty="0"/>
              <a:t>A.</a:t>
            </a:r>
            <a:r>
              <a:rPr lang="zh-CN" altLang="en-US" sz="2000" dirty="0"/>
              <a:t>懂</a:t>
            </a:r>
            <a:r>
              <a:rPr lang="en-US" altLang="zh-CN" sz="2000" dirty="0"/>
              <a:t>  B.</a:t>
            </a:r>
            <a:r>
              <a:rPr lang="zh-CN" altLang="en-US" sz="2000" dirty="0"/>
              <a:t>或者 </a:t>
            </a:r>
            <a:r>
              <a:rPr lang="en-US" altLang="zh-CN" sz="2000" dirty="0"/>
              <a:t> C.</a:t>
            </a:r>
            <a:r>
              <a:rPr lang="zh-CN" altLang="en-US" sz="2000" dirty="0"/>
              <a:t>城市 </a:t>
            </a:r>
            <a:r>
              <a:rPr lang="en-US" altLang="zh-CN" sz="2000" dirty="0"/>
              <a:t>D.</a:t>
            </a:r>
            <a:r>
              <a:rPr lang="zh-CN" altLang="en-US" sz="2000" dirty="0"/>
              <a:t>想法</a:t>
            </a:r>
          </a:p>
          <a:p>
            <a:pPr eaLnBrk="1" hangingPunct="1"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		f__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就这样过了三年，他终于去实现自己的想（）了。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6CD1A31-2985-8942-ADB4-7E17E57096D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97766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9118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大？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1158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980BC69D-0FBF-E94D-B5F4-8276165D6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大</a:t>
            </a:r>
            <a:r>
              <a:rPr kumimoji="1" lang="en-US" altLang="zh-CN"/>
              <a:t> dà </a:t>
            </a:r>
            <a:endParaRPr kumimoji="1" lang="zh-CN" altLang="en-US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EF6AB600-C43B-CE46-ABD9-B67E81DC6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ADJECTIVE  big; large</a:t>
            </a:r>
            <a:endParaRPr lang="zh-CN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影响（三级） 很 大</a:t>
            </a:r>
            <a:r>
              <a:rPr lang="en-US" altLang="zh-CN" sz="2000">
                <a:solidFill>
                  <a:srgbClr val="000000"/>
                </a:solidFill>
              </a:rPr>
              <a:t>  great influence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变化（三级） 大</a:t>
            </a:r>
            <a:r>
              <a:rPr lang="en-US" altLang="zh-CN" sz="2000">
                <a:solidFill>
                  <a:srgbClr val="000000"/>
                </a:solidFill>
              </a:rPr>
              <a:t>   dramatic change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小刚：公园太大，多累啊。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小</a:t>
            </a:r>
            <a:r>
              <a:rPr kumimoji="1" lang="en-US" altLang="zh-CN" sz="2000">
                <a:solidFill>
                  <a:srgbClr val="000000"/>
                </a:solidFill>
              </a:rPr>
              <a:t>/xiǎo  </a:t>
            </a:r>
            <a:r>
              <a:rPr kumimoji="1" lang="zh-CN" altLang="en-US" sz="2000">
                <a:solidFill>
                  <a:srgbClr val="000000"/>
                </a:solidFill>
              </a:rPr>
              <a:t>刚</a:t>
            </a:r>
            <a:r>
              <a:rPr kumimoji="1" lang="en-US" altLang="zh-CN" sz="2000">
                <a:solidFill>
                  <a:srgbClr val="000000"/>
                </a:solidFill>
              </a:rPr>
              <a:t>/gāng  </a:t>
            </a:r>
            <a:r>
              <a:rPr kumimoji="1" lang="zh-CN" altLang="en-US" sz="2000">
                <a:solidFill>
                  <a:srgbClr val="000000"/>
                </a:solidFill>
              </a:rPr>
              <a:t>：  公园</a:t>
            </a:r>
            <a:r>
              <a:rPr kumimoji="1" lang="en-US" altLang="zh-CN" sz="2000">
                <a:solidFill>
                  <a:srgbClr val="000000"/>
                </a:solidFill>
              </a:rPr>
              <a:t>/gōngyuán  </a:t>
            </a:r>
            <a:r>
              <a:rPr kumimoji="1" lang="zh-CN" altLang="en-US" sz="2000">
                <a:solidFill>
                  <a:srgbClr val="000000"/>
                </a:solidFill>
              </a:rPr>
              <a:t>太</a:t>
            </a:r>
            <a:r>
              <a:rPr kumimoji="1" lang="en-US" altLang="zh-CN" sz="2000">
                <a:solidFill>
                  <a:srgbClr val="000000"/>
                </a:solidFill>
              </a:rPr>
              <a:t>/tài  </a:t>
            </a:r>
            <a:r>
              <a:rPr kumimoji="1" lang="zh-CN" altLang="en-US" sz="2000">
                <a:solidFill>
                  <a:srgbClr val="000000"/>
                </a:solidFill>
              </a:rPr>
              <a:t>大</a:t>
            </a:r>
            <a:r>
              <a:rPr kumimoji="1" lang="en-US" altLang="zh-CN" sz="2000">
                <a:solidFill>
                  <a:srgbClr val="000000"/>
                </a:solidFill>
              </a:rPr>
              <a:t>/dà  </a:t>
            </a:r>
            <a:r>
              <a:rPr kumimoji="1" lang="zh-CN" altLang="en-US" sz="2000">
                <a:solidFill>
                  <a:srgbClr val="000000"/>
                </a:solidFill>
              </a:rPr>
              <a:t>，  多</a:t>
            </a:r>
            <a:r>
              <a:rPr kumimoji="1" lang="en-US" altLang="zh-CN" sz="2000">
                <a:solidFill>
                  <a:srgbClr val="000000"/>
                </a:solidFill>
              </a:rPr>
              <a:t>/duō  </a:t>
            </a:r>
            <a:r>
              <a:rPr kumimoji="1" lang="zh-CN" altLang="en-US" sz="2000">
                <a:solidFill>
                  <a:srgbClr val="000000"/>
                </a:solidFill>
              </a:rPr>
              <a:t>累</a:t>
            </a:r>
            <a:r>
              <a:rPr kumimoji="1" lang="en-US" altLang="zh-CN" sz="2000">
                <a:solidFill>
                  <a:srgbClr val="000000"/>
                </a:solidFill>
              </a:rPr>
              <a:t>/lèi  </a:t>
            </a:r>
            <a:r>
              <a:rPr kumimoji="1" lang="zh-CN" altLang="en-US" sz="2000">
                <a:solidFill>
                  <a:srgbClr val="000000"/>
                </a:solidFill>
              </a:rPr>
              <a:t>啊</a:t>
            </a:r>
            <a:r>
              <a:rPr kumimoji="1" lang="en-US" altLang="zh-CN" sz="2000">
                <a:solidFill>
                  <a:srgbClr val="000000"/>
                </a:solidFill>
              </a:rPr>
              <a:t>/a  </a:t>
            </a:r>
            <a:r>
              <a:rPr kumimoji="1" lang="zh-CN" altLang="en-US" sz="2000">
                <a:solidFill>
                  <a:srgbClr val="000000"/>
                </a:solidFill>
              </a:rPr>
              <a:t>。 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zh-CN" sz="2000"/>
              <a:t>Xiaogang: The park is so big, how tiring.</a:t>
            </a:r>
            <a:endParaRPr kumimoji="1" lang="zh-CN" altLang="en-US" sz="2000"/>
          </a:p>
        </p:txBody>
      </p:sp>
      <p:pic>
        <p:nvPicPr>
          <p:cNvPr id="2" name="大.wav" descr="大.wav">
            <a:hlinkClick r:id="" action="ppaction://media"/>
            <a:extLst>
              <a:ext uri="{FF2B5EF4-FFF2-40B4-BE49-F238E27FC236}">
                <a16:creationId xmlns:a16="http://schemas.microsoft.com/office/drawing/2014/main" id="{778D9C46-02E2-6D42-8BB0-6BC3C75F2CA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影响很大.wav" descr="影响很大.wav">
            <a:hlinkClick r:id="" action="ppaction://media"/>
            <a:extLst>
              <a:ext uri="{FF2B5EF4-FFF2-40B4-BE49-F238E27FC236}">
                <a16:creationId xmlns:a16="http://schemas.microsoft.com/office/drawing/2014/main" id="{17E84BB1-214C-D141-AB19-22B625DC6D7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变化大.wav" descr="变化大.wav">
            <a:hlinkClick r:id="" action="ppaction://media"/>
            <a:extLst>
              <a:ext uri="{FF2B5EF4-FFF2-40B4-BE49-F238E27FC236}">
                <a16:creationId xmlns:a16="http://schemas.microsoft.com/office/drawing/2014/main" id="{3193D34F-FF01-1943-A4A3-FD89CE540D4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235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小刚：公园太大，多累啊。.wav" descr="小刚：公园太大，多累啊。.wav">
            <a:hlinkClick r:id="" action="ppaction://media"/>
            <a:extLst>
              <a:ext uri="{FF2B5EF4-FFF2-40B4-BE49-F238E27FC236}">
                <a16:creationId xmlns:a16="http://schemas.microsoft.com/office/drawing/2014/main" id="{3560F00A-F9E9-FA45-BE1D-DA5CC0D52AF8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71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4583E633-1426-AB46-86E9-024303164AB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7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980BC69D-0FBF-E94D-B5F4-8276165D6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大</a:t>
            </a:r>
            <a:r>
              <a:rPr kumimoji="1" lang="en-US" altLang="zh-CN"/>
              <a:t> dà </a:t>
            </a:r>
            <a:endParaRPr kumimoji="1" lang="zh-CN" altLang="en-US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EF6AB600-C43B-CE46-ABD9-B67E81DC6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影响（三级） 很 大</a:t>
            </a:r>
            <a:r>
              <a:rPr lang="en-US" altLang="zh-CN" sz="2000" dirty="0">
                <a:solidFill>
                  <a:srgbClr val="000000"/>
                </a:solidFill>
              </a:rPr>
              <a:t>  great influence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变化（三级） 大</a:t>
            </a:r>
            <a:r>
              <a:rPr lang="en-US" altLang="zh-CN" sz="2000" dirty="0">
                <a:solidFill>
                  <a:srgbClr val="000000"/>
                </a:solidFill>
              </a:rPr>
              <a:t>   dramatic change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小刚：公园太大，多累啊。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小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xiǎo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gāng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公园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gōngyuán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太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tài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大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dà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，  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duō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lèi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啊</a:t>
            </a:r>
            <a:r>
              <a:rPr kumimoji="1" lang="en-US" altLang="zh-CN" sz="2000" dirty="0">
                <a:solidFill>
                  <a:srgbClr val="000000"/>
                </a:solidFill>
              </a:rPr>
              <a:t>/a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zh-CN" sz="2000" dirty="0"/>
              <a:t>Xiaogang: The park is so big, how tiring.</a:t>
            </a:r>
            <a:endParaRPr kumimoji="1" lang="zh-CN" altLang="en-US" sz="2000" dirty="0"/>
          </a:p>
        </p:txBody>
      </p:sp>
      <p:pic>
        <p:nvPicPr>
          <p:cNvPr id="2" name="大.wav" descr="大.wav">
            <a:hlinkClick r:id="" action="ppaction://media"/>
            <a:extLst>
              <a:ext uri="{FF2B5EF4-FFF2-40B4-BE49-F238E27FC236}">
                <a16:creationId xmlns:a16="http://schemas.microsoft.com/office/drawing/2014/main" id="{778D9C46-02E2-6D42-8BB0-6BC3C75F2CA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影响很大.wav" descr="影响很大.wav">
            <a:hlinkClick r:id="" action="ppaction://media"/>
            <a:extLst>
              <a:ext uri="{FF2B5EF4-FFF2-40B4-BE49-F238E27FC236}">
                <a16:creationId xmlns:a16="http://schemas.microsoft.com/office/drawing/2014/main" id="{17E84BB1-214C-D141-AB19-22B625DC6D7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变化大.wav" descr="变化大.wav">
            <a:hlinkClick r:id="" action="ppaction://media"/>
            <a:extLst>
              <a:ext uri="{FF2B5EF4-FFF2-40B4-BE49-F238E27FC236}">
                <a16:creationId xmlns:a16="http://schemas.microsoft.com/office/drawing/2014/main" id="{3193D34F-FF01-1943-A4A3-FD89CE540D4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854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小刚：公园太大，多累啊。.wav" descr="小刚：公园太大，多累啊。.wav">
            <a:hlinkClick r:id="" action="ppaction://media"/>
            <a:extLst>
              <a:ext uri="{FF2B5EF4-FFF2-40B4-BE49-F238E27FC236}">
                <a16:creationId xmlns:a16="http://schemas.microsoft.com/office/drawing/2014/main" id="{3560F00A-F9E9-FA45-BE1D-DA5CC0D52AF8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06648243-5900-8C4D-BC1C-DE8CCB98AF3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620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7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980BC69D-0FBF-E94D-B5F4-8276165D6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大</a:t>
            </a:r>
            <a:r>
              <a:rPr kumimoji="1" lang="en-US" altLang="zh-CN"/>
              <a:t> dà </a:t>
            </a:r>
            <a:endParaRPr kumimoji="1" lang="zh-CN" altLang="en-US"/>
          </a:p>
        </p:txBody>
      </p:sp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EF6AB600-C43B-CE46-ABD9-B67E81DC6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小刚：公园太大，多累啊。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小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xiǎo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gāng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公园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gōngyuán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太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tài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大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dà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，  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duō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lèi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啊</a:t>
            </a:r>
            <a:r>
              <a:rPr kumimoji="1" lang="en-US" altLang="zh-CN" sz="2000" dirty="0">
                <a:solidFill>
                  <a:srgbClr val="000000"/>
                </a:solidFill>
              </a:rPr>
              <a:t>/a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zh-CN" sz="2000" dirty="0"/>
              <a:t>Xiaogang: The park is so big, how tiring.</a:t>
            </a:r>
            <a:endParaRPr kumimoji="1" lang="zh-CN" altLang="en-US" sz="2000" dirty="0"/>
          </a:p>
        </p:txBody>
      </p:sp>
      <p:pic>
        <p:nvPicPr>
          <p:cNvPr id="2" name="大.wav" descr="大.wav">
            <a:hlinkClick r:id="" action="ppaction://media"/>
            <a:extLst>
              <a:ext uri="{FF2B5EF4-FFF2-40B4-BE49-F238E27FC236}">
                <a16:creationId xmlns:a16="http://schemas.microsoft.com/office/drawing/2014/main" id="{778D9C46-02E2-6D42-8BB0-6BC3C75F2CA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小刚：公园太大，多累啊。.wav" descr="小刚：公园太大，多累啊。.wav">
            <a:hlinkClick r:id="" action="ppaction://media"/>
            <a:extLst>
              <a:ext uri="{FF2B5EF4-FFF2-40B4-BE49-F238E27FC236}">
                <a16:creationId xmlns:a16="http://schemas.microsoft.com/office/drawing/2014/main" id="{3560F00A-F9E9-FA45-BE1D-DA5CC0D52AF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0BC5B95E-08D4-D64E-B066-38B9ECF2D76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423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7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FCC8091C-DE27-F54E-9FDC-5DB4344E5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07D538-6E81-C84B-80EE-F8059F0B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big; large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零 </a:t>
            </a:r>
            <a:r>
              <a:rPr lang="en-US" altLang="zh-CN" sz="2000" dirty="0"/>
              <a:t>B.</a:t>
            </a:r>
            <a:r>
              <a:rPr lang="zh-CN" altLang="en-US" sz="2000" dirty="0"/>
              <a:t>电脑  </a:t>
            </a:r>
            <a:r>
              <a:rPr lang="en-US" altLang="zh-CN" sz="2000" dirty="0"/>
              <a:t>C.</a:t>
            </a:r>
            <a:r>
              <a:rPr lang="zh-CN" altLang="en-US" sz="2000" dirty="0"/>
              <a:t>大  </a:t>
            </a:r>
            <a:r>
              <a:rPr lang="en-US" altLang="zh-CN" sz="2000" dirty="0"/>
              <a:t>D.</a:t>
            </a:r>
            <a:r>
              <a:rPr lang="zh-CN" altLang="en-US" sz="2000" dirty="0"/>
              <a:t>帮助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影响很（）  </a:t>
            </a:r>
            <a:r>
              <a:rPr lang="en-US" altLang="zh-CN" sz="2000" dirty="0"/>
              <a:t>A.</a:t>
            </a:r>
            <a:r>
              <a:rPr lang="zh-CN" altLang="en-US" sz="2000" dirty="0"/>
              <a:t>大</a:t>
            </a:r>
            <a:r>
              <a:rPr lang="en-US" altLang="zh-CN" sz="2000" dirty="0"/>
              <a:t>  B.</a:t>
            </a:r>
            <a:r>
              <a:rPr lang="zh-CN" altLang="en-US" sz="2000" dirty="0"/>
              <a:t>比较 </a:t>
            </a:r>
            <a:r>
              <a:rPr lang="en-US" altLang="zh-CN" sz="2000" dirty="0"/>
              <a:t> C.</a:t>
            </a:r>
            <a:r>
              <a:rPr lang="zh-CN" altLang="en-US" sz="2000" dirty="0"/>
              <a:t>中文  </a:t>
            </a:r>
            <a:r>
              <a:rPr lang="en-US" altLang="zh-CN" sz="2000" dirty="0"/>
              <a:t>D.</a:t>
            </a:r>
            <a:r>
              <a:rPr lang="zh-CN" altLang="en-US" sz="2000" dirty="0"/>
              <a:t>瘦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变化（）    </a:t>
            </a:r>
            <a:r>
              <a:rPr lang="en-US" altLang="zh-CN" sz="2000" dirty="0"/>
              <a:t>A.</a:t>
            </a:r>
            <a:r>
              <a:rPr lang="zh-CN" altLang="en-US" sz="2000" dirty="0"/>
              <a:t>骑</a:t>
            </a:r>
            <a:r>
              <a:rPr lang="en-US" altLang="zh-CN" sz="2000" dirty="0"/>
              <a:t>  B.</a:t>
            </a:r>
            <a:r>
              <a:rPr lang="zh-CN" altLang="en-US" sz="2000" dirty="0"/>
              <a:t>五 </a:t>
            </a:r>
            <a:r>
              <a:rPr lang="en-US" altLang="zh-CN" sz="2000" dirty="0"/>
              <a:t> C.</a:t>
            </a:r>
            <a:r>
              <a:rPr lang="zh-CN" altLang="en-US" sz="2000" dirty="0"/>
              <a:t>菜  </a:t>
            </a:r>
            <a:r>
              <a:rPr lang="en-US" altLang="zh-CN" sz="2000" dirty="0"/>
              <a:t>D.</a:t>
            </a:r>
            <a:r>
              <a:rPr lang="zh-CN" altLang="en-US" sz="2000" dirty="0"/>
              <a:t>大</a:t>
            </a:r>
          </a:p>
          <a:p>
            <a:pPr eaLnBrk="1" hangingPunct="1"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    </a:t>
            </a:r>
            <a:r>
              <a:rPr lang="en-US" altLang="zh-CN" sz="2000" dirty="0"/>
              <a:t>d__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小刚：公园太（），多累啊。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4059762-12B3-5D4C-AB8F-C5E736A0F9D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35678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09293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下降？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0774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7C79A1A9-521A-5848-AEC3-D32F576AF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下降</a:t>
            </a:r>
            <a:r>
              <a:rPr kumimoji="1" lang="zh-CN" altLang="zh-CN"/>
              <a:t>xiàjiàng 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1A804096-F39D-7244-B681-7CDB32749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下 </a:t>
            </a:r>
            <a:r>
              <a:rPr kumimoji="1" lang="zh-CN" altLang="zh-CN" sz="2000"/>
              <a:t>xià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</a:t>
            </a:r>
            <a:r>
              <a:rPr kumimoji="1" lang="zh-CN" altLang="en-US" sz="2000"/>
              <a:t> </a:t>
            </a:r>
            <a:r>
              <a:rPr kumimoji="1" lang="en-US" altLang="zh-CN" sz="2000"/>
              <a:t>proceed down from; descend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降 </a:t>
            </a:r>
            <a:r>
              <a:rPr kumimoji="1" lang="zh-CN" altLang="zh-CN" sz="2000"/>
              <a:t>jiàng</a:t>
            </a:r>
            <a:r>
              <a:rPr kumimoji="1" lang="zh-CN" altLang="en-US" sz="2000"/>
              <a:t> </a:t>
            </a:r>
            <a:r>
              <a:rPr kumimoji="1" lang="en-US" altLang="zh-CN" sz="2000"/>
              <a:t>VERB descend; fall; drop; lower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VERB  descend</a:t>
            </a:r>
            <a:endParaRPr lang="zh-CN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水平（三级） 下降</a:t>
            </a:r>
            <a:r>
              <a:rPr lang="en-US" altLang="zh-CN" sz="2000">
                <a:solidFill>
                  <a:srgbClr val="000000"/>
                </a:solidFill>
              </a:rPr>
              <a:t>  level down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在（一级） 下降</a:t>
            </a:r>
            <a:r>
              <a:rPr lang="en-US" altLang="zh-CN" sz="2000">
                <a:solidFill>
                  <a:srgbClr val="000000"/>
                </a:solidFill>
              </a:rPr>
              <a:t>  in decline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飞机开始下降。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/>
              <a:t>飞机</a:t>
            </a:r>
            <a:r>
              <a:rPr kumimoji="1" lang="en-US" altLang="zh-CN" sz="2000"/>
              <a:t>/</a:t>
            </a:r>
            <a:r>
              <a:rPr kumimoji="1" lang="zh-CN" altLang="zh-CN" sz="2000"/>
              <a:t>fēijī  </a:t>
            </a:r>
            <a:r>
              <a:rPr kumimoji="1" lang="zh-CN" altLang="en-US" sz="2000"/>
              <a:t>开始</a:t>
            </a:r>
            <a:r>
              <a:rPr kumimoji="1" lang="en-US" altLang="zh-CN" sz="2000"/>
              <a:t>/</a:t>
            </a:r>
            <a:r>
              <a:rPr kumimoji="1" lang="zh-CN" altLang="zh-CN" sz="2000"/>
              <a:t>kāishǐ  </a:t>
            </a:r>
            <a:r>
              <a:rPr kumimoji="1" lang="zh-CN" altLang="en-US" sz="2000"/>
              <a:t>下降</a:t>
            </a:r>
            <a:r>
              <a:rPr kumimoji="1" lang="en-US" altLang="zh-CN" sz="2000"/>
              <a:t>/</a:t>
            </a:r>
            <a:r>
              <a:rPr kumimoji="1" lang="zh-CN" altLang="zh-CN" sz="2000"/>
              <a:t>xiàjiàng  。 </a:t>
            </a:r>
            <a:endParaRPr kumimoji="1" lang="en-US" altLang="zh-CN" sz="2000"/>
          </a:p>
          <a:p>
            <a:pPr eaLnBrk="1" hangingPunct="1"/>
            <a:r>
              <a:rPr kumimoji="1" lang="en-US" altLang="zh-CN" sz="2000"/>
              <a:t>The plane began to descend.</a:t>
            </a:r>
          </a:p>
          <a:p>
            <a:pPr eaLnBrk="1" hangingPunct="1"/>
            <a:endParaRPr kumimoji="1" lang="zh-CN" altLang="en-US" sz="2000"/>
          </a:p>
        </p:txBody>
      </p:sp>
      <p:pic>
        <p:nvPicPr>
          <p:cNvPr id="2" name="下降.wav" descr="下降.wav">
            <a:hlinkClick r:id="" action="ppaction://media"/>
            <a:extLst>
              <a:ext uri="{FF2B5EF4-FFF2-40B4-BE49-F238E27FC236}">
                <a16:creationId xmlns:a16="http://schemas.microsoft.com/office/drawing/2014/main" id="{BCA236CD-0A7E-9541-9CC9-5F2684B6DE3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48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下.wav" descr="下.wav">
            <a:hlinkClick r:id="" action="ppaction://media"/>
            <a:extLst>
              <a:ext uri="{FF2B5EF4-FFF2-40B4-BE49-F238E27FC236}">
                <a16:creationId xmlns:a16="http://schemas.microsoft.com/office/drawing/2014/main" id="{99B5EDD3-D0BC-A147-9608-172D5BB4BCB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888" y="1143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降.wav" descr="降.wav">
            <a:hlinkClick r:id="" action="ppaction://media"/>
            <a:extLst>
              <a:ext uri="{FF2B5EF4-FFF2-40B4-BE49-F238E27FC236}">
                <a16:creationId xmlns:a16="http://schemas.microsoft.com/office/drawing/2014/main" id="{B3F1F168-5370-F146-8372-67F8CD9BFD09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57003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水平下降.wav" descr="水平下降.wav">
            <a:hlinkClick r:id="" action="ppaction://media"/>
            <a:extLst>
              <a:ext uri="{FF2B5EF4-FFF2-40B4-BE49-F238E27FC236}">
                <a16:creationId xmlns:a16="http://schemas.microsoft.com/office/drawing/2014/main" id="{805EE94B-DB2B-434B-B08D-DA48303A3FC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在下降.wav" descr="在下降.wav">
            <a:hlinkClick r:id="" action="ppaction://media"/>
            <a:extLst>
              <a:ext uri="{FF2B5EF4-FFF2-40B4-BE49-F238E27FC236}">
                <a16:creationId xmlns:a16="http://schemas.microsoft.com/office/drawing/2014/main" id="{BA443F97-E497-5A4C-A47C-626417B868C2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749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飞机开始下降。.wav" descr="飞机开始下降。.wav">
            <a:hlinkClick r:id="" action="ppaction://media"/>
            <a:extLst>
              <a:ext uri="{FF2B5EF4-FFF2-40B4-BE49-F238E27FC236}">
                <a16:creationId xmlns:a16="http://schemas.microsoft.com/office/drawing/2014/main" id="{116537BD-B18B-8644-B9D9-42BF11BC61EA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733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AC27E3B4-A2CB-4948-985C-9A0762736FF8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1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8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7C79A1A9-521A-5848-AEC3-D32F576AF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下降</a:t>
            </a:r>
            <a:r>
              <a:rPr kumimoji="1" lang="zh-CN" altLang="zh-CN"/>
              <a:t>xiàjiàng 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1A804096-F39D-7244-B681-7CDB32749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VERB  descend</a:t>
            </a:r>
            <a:endParaRPr lang="zh-CN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水平（三级） 下降</a:t>
            </a:r>
            <a:r>
              <a:rPr lang="en-US" altLang="zh-CN" sz="2000" dirty="0">
                <a:solidFill>
                  <a:srgbClr val="000000"/>
                </a:solidFill>
              </a:rPr>
              <a:t>  level down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在（一级） 下降</a:t>
            </a:r>
            <a:r>
              <a:rPr lang="en-US" altLang="zh-CN" sz="2000" dirty="0">
                <a:solidFill>
                  <a:srgbClr val="000000"/>
                </a:solidFill>
              </a:rPr>
              <a:t>  in decline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飞机开始下降。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飞机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fēijī  </a:t>
            </a:r>
            <a:r>
              <a:rPr kumimoji="1" lang="zh-CN" altLang="en-US" sz="2000" dirty="0"/>
              <a:t>开始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kāishǐ  </a:t>
            </a:r>
            <a:r>
              <a:rPr kumimoji="1" lang="zh-CN" altLang="en-US" sz="2000" dirty="0"/>
              <a:t>下降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xiàjiàng  。 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The plane began to descend.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下降.wav" descr="下降.wav">
            <a:hlinkClick r:id="" action="ppaction://media"/>
            <a:extLst>
              <a:ext uri="{FF2B5EF4-FFF2-40B4-BE49-F238E27FC236}">
                <a16:creationId xmlns:a16="http://schemas.microsoft.com/office/drawing/2014/main" id="{BCA236CD-0A7E-9541-9CC9-5F2684B6DE3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48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水平下降.wav" descr="水平下降.wav">
            <a:hlinkClick r:id="" action="ppaction://media"/>
            <a:extLst>
              <a:ext uri="{FF2B5EF4-FFF2-40B4-BE49-F238E27FC236}">
                <a16:creationId xmlns:a16="http://schemas.microsoft.com/office/drawing/2014/main" id="{805EE94B-DB2B-434B-B08D-DA48303A3FC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在下降.wav" descr="在下降.wav">
            <a:hlinkClick r:id="" action="ppaction://media"/>
            <a:extLst>
              <a:ext uri="{FF2B5EF4-FFF2-40B4-BE49-F238E27FC236}">
                <a16:creationId xmlns:a16="http://schemas.microsoft.com/office/drawing/2014/main" id="{BA443F97-E497-5A4C-A47C-626417B868C2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3129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飞机开始下降。.wav" descr="飞机开始下降。.wav">
            <a:hlinkClick r:id="" action="ppaction://media"/>
            <a:extLst>
              <a:ext uri="{FF2B5EF4-FFF2-40B4-BE49-F238E27FC236}">
                <a16:creationId xmlns:a16="http://schemas.microsoft.com/office/drawing/2014/main" id="{116537BD-B18B-8644-B9D9-42BF11BC61E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14592DE-287F-9444-8851-5F23C3086E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37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8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7C79A1A9-521A-5848-AEC3-D32F576AF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下降</a:t>
            </a:r>
            <a:r>
              <a:rPr kumimoji="1" lang="zh-CN" altLang="zh-CN"/>
              <a:t>xiàjiàng 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1A804096-F39D-7244-B681-7CDB32749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水平（三级） 下降</a:t>
            </a:r>
            <a:r>
              <a:rPr lang="en-US" altLang="zh-CN" sz="2000" dirty="0">
                <a:solidFill>
                  <a:srgbClr val="000000"/>
                </a:solidFill>
              </a:rPr>
              <a:t>  level down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在（一级） 下降</a:t>
            </a:r>
            <a:r>
              <a:rPr lang="en-US" altLang="zh-CN" sz="2000" dirty="0">
                <a:solidFill>
                  <a:srgbClr val="000000"/>
                </a:solidFill>
              </a:rPr>
              <a:t>  in decline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飞机开始下降。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飞机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fēijī  </a:t>
            </a:r>
            <a:r>
              <a:rPr kumimoji="1" lang="zh-CN" altLang="en-US" sz="2000" dirty="0"/>
              <a:t>开始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kāishǐ  </a:t>
            </a:r>
            <a:r>
              <a:rPr kumimoji="1" lang="zh-CN" altLang="en-US" sz="2000" dirty="0"/>
              <a:t>下降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xiàjiàng  。 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The plane began to descend.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下降.wav" descr="下降.wav">
            <a:hlinkClick r:id="" action="ppaction://media"/>
            <a:extLst>
              <a:ext uri="{FF2B5EF4-FFF2-40B4-BE49-F238E27FC236}">
                <a16:creationId xmlns:a16="http://schemas.microsoft.com/office/drawing/2014/main" id="{BCA236CD-0A7E-9541-9CC9-5F2684B6DE3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48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水平下降.wav" descr="水平下降.wav">
            <a:hlinkClick r:id="" action="ppaction://media"/>
            <a:extLst>
              <a:ext uri="{FF2B5EF4-FFF2-40B4-BE49-F238E27FC236}">
                <a16:creationId xmlns:a16="http://schemas.microsoft.com/office/drawing/2014/main" id="{805EE94B-DB2B-434B-B08D-DA48303A3FC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在下降.wav" descr="在下降.wav">
            <a:hlinkClick r:id="" action="ppaction://media"/>
            <a:extLst>
              <a:ext uri="{FF2B5EF4-FFF2-40B4-BE49-F238E27FC236}">
                <a16:creationId xmlns:a16="http://schemas.microsoft.com/office/drawing/2014/main" id="{BA443F97-E497-5A4C-A47C-626417B868C2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9319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飞机开始下降。.wav" descr="飞机开始下降。.wav">
            <a:hlinkClick r:id="" action="ppaction://media"/>
            <a:extLst>
              <a:ext uri="{FF2B5EF4-FFF2-40B4-BE49-F238E27FC236}">
                <a16:creationId xmlns:a16="http://schemas.microsoft.com/office/drawing/2014/main" id="{116537BD-B18B-8644-B9D9-42BF11BC61EA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90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8CB365DA-C7F7-FA41-B9C4-B32036101BD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372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8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7C79A1A9-521A-5848-AEC3-D32F576AF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下降</a:t>
            </a:r>
            <a:r>
              <a:rPr kumimoji="1" lang="zh-CN" altLang="zh-CN"/>
              <a:t>xiàjiàng  </a:t>
            </a:r>
            <a:endParaRPr kumimoji="1" lang="zh-CN" altLang="en-US"/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1A804096-F39D-7244-B681-7CDB32749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飞机开始下降。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飞机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fēijī  </a:t>
            </a:r>
            <a:r>
              <a:rPr kumimoji="1" lang="zh-CN" altLang="en-US" sz="2000" dirty="0"/>
              <a:t>开始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kāishǐ  </a:t>
            </a:r>
            <a:r>
              <a:rPr kumimoji="1" lang="zh-CN" altLang="en-US" sz="2000" dirty="0"/>
              <a:t>下降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xiàjiàng  。 </a:t>
            </a:r>
            <a:endParaRPr kumimoji="1" lang="en-US" altLang="zh-CN" sz="2000" dirty="0"/>
          </a:p>
          <a:p>
            <a:pPr eaLnBrk="1" hangingPunct="1"/>
            <a:r>
              <a:rPr kumimoji="1" lang="en-US" altLang="zh-CN" sz="2000" dirty="0"/>
              <a:t>The plane began to descend.</a:t>
            </a:r>
          </a:p>
          <a:p>
            <a:pPr eaLnBrk="1" hangingPunct="1"/>
            <a:endParaRPr kumimoji="1" lang="zh-CN" altLang="en-US" sz="2000" dirty="0"/>
          </a:p>
        </p:txBody>
      </p:sp>
      <p:pic>
        <p:nvPicPr>
          <p:cNvPr id="2" name="下降.wav" descr="下降.wav">
            <a:hlinkClick r:id="" action="ppaction://media"/>
            <a:extLst>
              <a:ext uri="{FF2B5EF4-FFF2-40B4-BE49-F238E27FC236}">
                <a16:creationId xmlns:a16="http://schemas.microsoft.com/office/drawing/2014/main" id="{BCA236CD-0A7E-9541-9CC9-5F2684B6DE3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48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飞机开始下降。.wav" descr="飞机开始下降。.wav">
            <a:hlinkClick r:id="" action="ppaction://media"/>
            <a:extLst>
              <a:ext uri="{FF2B5EF4-FFF2-40B4-BE49-F238E27FC236}">
                <a16:creationId xmlns:a16="http://schemas.microsoft.com/office/drawing/2014/main" id="{116537BD-B18B-8644-B9D9-42BF11BC61EA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A6BFD51-5D0C-8C4F-A02B-52EE746DA16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670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51CE1A51-E019-694A-8880-64C68602B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D4D2A5-7B71-F946-8183-F04EAC7F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descend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越 </a:t>
            </a:r>
            <a:r>
              <a:rPr lang="en-US" altLang="zh-CN" sz="2000" dirty="0"/>
              <a:t>B.</a:t>
            </a:r>
            <a:r>
              <a:rPr lang="zh-CN" altLang="en-US" sz="2000" dirty="0"/>
              <a:t>热情  </a:t>
            </a:r>
            <a:r>
              <a:rPr lang="en-US" altLang="zh-CN" sz="2000" dirty="0"/>
              <a:t>C.</a:t>
            </a:r>
            <a:r>
              <a:rPr lang="zh-CN" altLang="en-US" sz="2000" dirty="0"/>
              <a:t>下降  </a:t>
            </a:r>
            <a:r>
              <a:rPr lang="en-US" altLang="zh-CN" sz="2000" dirty="0"/>
              <a:t>D.</a:t>
            </a:r>
            <a:r>
              <a:rPr lang="zh-CN" altLang="en-US" sz="2000" dirty="0"/>
              <a:t>错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水平（） </a:t>
            </a:r>
            <a:r>
              <a:rPr lang="en-US" altLang="zh-CN" sz="2000" dirty="0"/>
              <a:t>A.</a:t>
            </a:r>
            <a:r>
              <a:rPr lang="zh-CN" altLang="en-US" sz="2000" dirty="0"/>
              <a:t>下降</a:t>
            </a:r>
            <a:r>
              <a:rPr lang="en-US" altLang="zh-CN" sz="2000" dirty="0"/>
              <a:t>  B.</a:t>
            </a:r>
            <a:r>
              <a:rPr lang="zh-CN" altLang="en-US" sz="2000" dirty="0"/>
              <a:t>左边 </a:t>
            </a:r>
            <a:r>
              <a:rPr lang="en-US" altLang="zh-CN" sz="2000" dirty="0"/>
              <a:t> C.</a:t>
            </a:r>
            <a:r>
              <a:rPr lang="zh-CN" altLang="en-US" sz="2000" dirty="0"/>
              <a:t>羊肉  </a:t>
            </a:r>
            <a:r>
              <a:rPr lang="en-US" altLang="zh-CN" sz="2000" dirty="0"/>
              <a:t>D.</a:t>
            </a:r>
            <a:r>
              <a:rPr lang="zh-CN" altLang="en-US" sz="2000" dirty="0"/>
              <a:t>晴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在（）</a:t>
            </a:r>
            <a:r>
              <a:rPr lang="en-US" altLang="zh-CN" sz="2000" dirty="0"/>
              <a:t>A.</a:t>
            </a:r>
            <a:r>
              <a:rPr lang="zh-CN" altLang="en-US" sz="2000" dirty="0"/>
              <a:t>非常</a:t>
            </a:r>
            <a:r>
              <a:rPr lang="en-US" altLang="zh-CN" sz="2000" dirty="0"/>
              <a:t>  B.</a:t>
            </a:r>
            <a:r>
              <a:rPr lang="zh-CN" altLang="en-US" sz="2000" dirty="0"/>
              <a:t>皮鞋 </a:t>
            </a:r>
            <a:r>
              <a:rPr lang="en-US" altLang="zh-CN" sz="2000" dirty="0"/>
              <a:t> C.</a:t>
            </a:r>
            <a:r>
              <a:rPr lang="zh-CN" altLang="en-US" sz="2000" dirty="0"/>
              <a:t>下降  </a:t>
            </a:r>
            <a:r>
              <a:rPr lang="en-US" altLang="zh-CN" sz="2000" dirty="0"/>
              <a:t>D.</a:t>
            </a:r>
            <a:r>
              <a:rPr lang="zh-CN" altLang="en-US" sz="2000" dirty="0"/>
              <a:t>名字</a:t>
            </a:r>
            <a:endParaRPr lang="en-US" altLang="zh-CN" sz="2000" dirty="0"/>
          </a:p>
          <a:p>
            <a:pPr eaLnBrk="1" hangingPunct="1">
              <a:defRPr/>
            </a:pP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</a:t>
            </a:r>
            <a:r>
              <a:rPr lang="en-US" altLang="zh-CN" sz="2000" dirty="0"/>
              <a:t>j__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飞机开始下（）。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D5B278F-D1B5-E243-9FDE-821BAB5BB95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0577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94676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重要？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8326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CEB33FF-1C3A-C74F-8039-9EB5F5624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重要 </a:t>
            </a:r>
            <a:r>
              <a:rPr kumimoji="1" lang="zh-CN" altLang="zh-CN"/>
              <a:t>zhòngyào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341B80AE-7E59-CF4E-8B6B-2DF9DD0D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重 </a:t>
            </a:r>
            <a:r>
              <a:rPr kumimoji="1" lang="zh-CN" altLang="zh-CN" sz="2000"/>
              <a:t>zhòng</a:t>
            </a:r>
            <a:r>
              <a:rPr kumimoji="1" lang="zh-CN" altLang="en-US" sz="2000"/>
              <a:t> </a:t>
            </a:r>
            <a:r>
              <a:rPr kumimoji="1" lang="en-US" altLang="zh-CN" sz="2000"/>
              <a:t>ADJECTIVE heavy; weighty; important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要 </a:t>
            </a:r>
            <a:r>
              <a:rPr kumimoji="1" lang="zh-CN" altLang="zh-CN" sz="2000"/>
              <a:t>yào </a:t>
            </a:r>
            <a:r>
              <a:rPr kumimoji="1" lang="en-US" altLang="zh-CN" sz="2000"/>
              <a:t>ADJECTIVE heavy; essential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ADJECTIVE  important; significant</a:t>
            </a:r>
            <a:endParaRPr lang="zh-CN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健康（三级） 重要</a:t>
            </a:r>
            <a:r>
              <a:rPr lang="en-US" altLang="zh-CN" sz="2000">
                <a:solidFill>
                  <a:srgbClr val="000000"/>
                </a:solidFill>
              </a:rPr>
              <a:t>  health is important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最（二级） 重要</a:t>
            </a:r>
            <a:r>
              <a:rPr lang="en-US" altLang="zh-CN" sz="2000">
                <a:solidFill>
                  <a:srgbClr val="000000"/>
                </a:solidFill>
              </a:rPr>
              <a:t>  most important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父母是孩子最重要的老师。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父母</a:t>
            </a:r>
            <a:r>
              <a:rPr kumimoji="1" lang="en-US" altLang="zh-CN" sz="2000">
                <a:solidFill>
                  <a:srgbClr val="000000"/>
                </a:solidFill>
              </a:rPr>
              <a:t>/fùmǔ  </a:t>
            </a:r>
            <a:r>
              <a:rPr kumimoji="1" lang="zh-CN" altLang="en-US" sz="2000">
                <a:solidFill>
                  <a:srgbClr val="000000"/>
                </a:solidFill>
              </a:rPr>
              <a:t>是</a:t>
            </a:r>
            <a:r>
              <a:rPr kumimoji="1" lang="en-US" altLang="zh-CN" sz="2000">
                <a:solidFill>
                  <a:srgbClr val="000000"/>
                </a:solidFill>
              </a:rPr>
              <a:t>/shì  </a:t>
            </a:r>
            <a:r>
              <a:rPr kumimoji="1" lang="zh-CN" altLang="en-US" sz="2000">
                <a:solidFill>
                  <a:srgbClr val="000000"/>
                </a:solidFill>
              </a:rPr>
              <a:t>孩子</a:t>
            </a:r>
            <a:r>
              <a:rPr kumimoji="1" lang="en-US" altLang="zh-CN" sz="2000">
                <a:solidFill>
                  <a:srgbClr val="000000"/>
                </a:solidFill>
              </a:rPr>
              <a:t>/háizi  </a:t>
            </a:r>
            <a:r>
              <a:rPr kumimoji="1" lang="zh-CN" altLang="en-US" sz="2000">
                <a:solidFill>
                  <a:srgbClr val="000000"/>
                </a:solidFill>
              </a:rPr>
              <a:t>最</a:t>
            </a:r>
            <a:r>
              <a:rPr kumimoji="1" lang="en-US" altLang="zh-CN" sz="2000">
                <a:solidFill>
                  <a:srgbClr val="000000"/>
                </a:solidFill>
              </a:rPr>
              <a:t>/zuì  </a:t>
            </a:r>
            <a:r>
              <a:rPr kumimoji="1" lang="zh-CN" altLang="en-US" sz="2000">
                <a:solidFill>
                  <a:srgbClr val="000000"/>
                </a:solidFill>
              </a:rPr>
              <a:t>重要</a:t>
            </a:r>
            <a:r>
              <a:rPr kumimoji="1" lang="en-US" altLang="zh-CN" sz="2000">
                <a:solidFill>
                  <a:srgbClr val="000000"/>
                </a:solidFill>
              </a:rPr>
              <a:t>/zhòngyào  </a:t>
            </a:r>
            <a:r>
              <a:rPr kumimoji="1" lang="zh-CN" altLang="en-US" sz="2000">
                <a:solidFill>
                  <a:srgbClr val="000000"/>
                </a:solidFill>
              </a:rPr>
              <a:t>的</a:t>
            </a:r>
            <a:r>
              <a:rPr kumimoji="1" lang="en-US" altLang="zh-CN" sz="2000">
                <a:solidFill>
                  <a:srgbClr val="000000"/>
                </a:solidFill>
              </a:rPr>
              <a:t>/de  </a:t>
            </a:r>
            <a:r>
              <a:rPr kumimoji="1" lang="zh-CN" altLang="en-US" sz="2000">
                <a:solidFill>
                  <a:srgbClr val="000000"/>
                </a:solidFill>
              </a:rPr>
              <a:t>老师</a:t>
            </a:r>
            <a:r>
              <a:rPr kumimoji="1" lang="en-US" altLang="zh-CN" sz="2000">
                <a:solidFill>
                  <a:srgbClr val="000000"/>
                </a:solidFill>
              </a:rPr>
              <a:t>/lǎoshī  </a:t>
            </a:r>
            <a:r>
              <a:rPr kumimoji="1" lang="zh-CN" altLang="en-US" sz="2000">
                <a:solidFill>
                  <a:srgbClr val="000000"/>
                </a:solidFill>
              </a:rPr>
              <a:t>。 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zh-CN" sz="2000"/>
              <a:t>Parents are children's most important teachers.</a:t>
            </a:r>
            <a:endParaRPr kumimoji="1" lang="zh-CN" altLang="en-US" sz="2000"/>
          </a:p>
        </p:txBody>
      </p:sp>
      <p:pic>
        <p:nvPicPr>
          <p:cNvPr id="2" name="重要.wav" descr="重要.wav">
            <a:hlinkClick r:id="" action="ppaction://media"/>
            <a:extLst>
              <a:ext uri="{FF2B5EF4-FFF2-40B4-BE49-F238E27FC236}">
                <a16:creationId xmlns:a16="http://schemas.microsoft.com/office/drawing/2014/main" id="{C44E3046-64DA-734F-A8A7-ED97BBFC5BB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93713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重.wav" descr="重.wav">
            <a:hlinkClick r:id="" action="ppaction://media"/>
            <a:extLst>
              <a:ext uri="{FF2B5EF4-FFF2-40B4-BE49-F238E27FC236}">
                <a16:creationId xmlns:a16="http://schemas.microsoft.com/office/drawing/2014/main" id="{642BED79-280A-ED4C-A50A-B3B8C0BB244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1430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要.wav" descr="要.wav">
            <a:hlinkClick r:id="" action="ppaction://media"/>
            <a:extLst>
              <a:ext uri="{FF2B5EF4-FFF2-40B4-BE49-F238E27FC236}">
                <a16:creationId xmlns:a16="http://schemas.microsoft.com/office/drawing/2014/main" id="{D3676A9A-CABB-D740-AD9E-2A1996B28800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494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健康重要.wav" descr="健康重要.wav">
            <a:hlinkClick r:id="" action="ppaction://media"/>
            <a:extLst>
              <a:ext uri="{FF2B5EF4-FFF2-40B4-BE49-F238E27FC236}">
                <a16:creationId xmlns:a16="http://schemas.microsoft.com/office/drawing/2014/main" id="{40910876-76B0-0B40-9846-1245F7D91247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63" y="2674938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最重要.wav" descr="最重要.wav">
            <a:hlinkClick r:id="" action="ppaction://media"/>
            <a:extLst>
              <a:ext uri="{FF2B5EF4-FFF2-40B4-BE49-F238E27FC236}">
                <a16:creationId xmlns:a16="http://schemas.microsoft.com/office/drawing/2014/main" id="{05626648-37CA-874D-9C24-C3888084646B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29718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父母是孩子最重要的老师。.wav" descr="父母是孩子最重要的老师。.wav">
            <a:hlinkClick r:id="" action="ppaction://media"/>
            <a:extLst>
              <a:ext uri="{FF2B5EF4-FFF2-40B4-BE49-F238E27FC236}">
                <a16:creationId xmlns:a16="http://schemas.microsoft.com/office/drawing/2014/main" id="{CF536BB2-DA7A-2845-9FE9-23A3E790E47E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13" y="371475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B3007CB6-DDA8-454E-8308-9F9A532A3C5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1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8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CEB33FF-1C3A-C74F-8039-9EB5F5624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重要 </a:t>
            </a:r>
            <a:r>
              <a:rPr kumimoji="1" lang="zh-CN" altLang="zh-CN"/>
              <a:t>zhòngyào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341B80AE-7E59-CF4E-8B6B-2DF9DD0D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ADJECTIVE  important; significant</a:t>
            </a:r>
            <a:endParaRPr lang="zh-CN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健康（三级） 重要</a:t>
            </a:r>
            <a:r>
              <a:rPr lang="en-US" altLang="zh-CN" sz="2000" dirty="0">
                <a:solidFill>
                  <a:srgbClr val="000000"/>
                </a:solidFill>
              </a:rPr>
              <a:t>  health is important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最（二级） 重要</a:t>
            </a:r>
            <a:r>
              <a:rPr lang="en-US" altLang="zh-CN" sz="2000" dirty="0">
                <a:solidFill>
                  <a:srgbClr val="000000"/>
                </a:solidFill>
              </a:rPr>
              <a:t>  most important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父母是孩子最重要的老师。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父母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fùmǔ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孩子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háizi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最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zuì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重要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zhòngyào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老师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lǎoshī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zh-CN" sz="2000" dirty="0"/>
              <a:t>Parents are children's most important teachers.</a:t>
            </a:r>
            <a:endParaRPr kumimoji="1" lang="zh-CN" altLang="en-US" sz="2000" dirty="0"/>
          </a:p>
        </p:txBody>
      </p:sp>
      <p:pic>
        <p:nvPicPr>
          <p:cNvPr id="2" name="重要.wav" descr="重要.wav">
            <a:hlinkClick r:id="" action="ppaction://media"/>
            <a:extLst>
              <a:ext uri="{FF2B5EF4-FFF2-40B4-BE49-F238E27FC236}">
                <a16:creationId xmlns:a16="http://schemas.microsoft.com/office/drawing/2014/main" id="{C44E3046-64DA-734F-A8A7-ED97BBFC5BB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93713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健康重要.wav" descr="健康重要.wav">
            <a:hlinkClick r:id="" action="ppaction://media"/>
            <a:extLst>
              <a:ext uri="{FF2B5EF4-FFF2-40B4-BE49-F238E27FC236}">
                <a16:creationId xmlns:a16="http://schemas.microsoft.com/office/drawing/2014/main" id="{40910876-76B0-0B40-9846-1245F7D9124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19812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最重要.wav" descr="最重要.wav">
            <a:hlinkClick r:id="" action="ppaction://media"/>
            <a:extLst>
              <a:ext uri="{FF2B5EF4-FFF2-40B4-BE49-F238E27FC236}">
                <a16:creationId xmlns:a16="http://schemas.microsoft.com/office/drawing/2014/main" id="{05626648-37CA-874D-9C24-C3888084646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87" y="2278062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父母是孩子最重要的老师。.wav" descr="父母是孩子最重要的老师。.wav">
            <a:hlinkClick r:id="" action="ppaction://media"/>
            <a:extLst>
              <a:ext uri="{FF2B5EF4-FFF2-40B4-BE49-F238E27FC236}">
                <a16:creationId xmlns:a16="http://schemas.microsoft.com/office/drawing/2014/main" id="{CF536BB2-DA7A-2845-9FE9-23A3E790E47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021012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D05347A0-6089-1F44-B5DF-8884D192D56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226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8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CEB33FF-1C3A-C74F-8039-9EB5F5624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重要 </a:t>
            </a:r>
            <a:r>
              <a:rPr kumimoji="1" lang="zh-CN" altLang="zh-CN"/>
              <a:t>zhòngyào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341B80AE-7E59-CF4E-8B6B-2DF9DD0D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健康（三级） 重要</a:t>
            </a:r>
            <a:r>
              <a:rPr lang="en-US" altLang="zh-CN" sz="2000" dirty="0">
                <a:solidFill>
                  <a:srgbClr val="000000"/>
                </a:solidFill>
              </a:rPr>
              <a:t>  health is important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最（二级） 重要</a:t>
            </a:r>
            <a:r>
              <a:rPr lang="en-US" altLang="zh-CN" sz="2000" dirty="0">
                <a:solidFill>
                  <a:srgbClr val="000000"/>
                </a:solidFill>
              </a:rPr>
              <a:t>  most important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父母是孩子最重要的老师。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父母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fùmǔ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孩子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háizi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最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zuì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重要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zhòngyào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老师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lǎoshī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zh-CN" sz="2000" dirty="0"/>
              <a:t>Parents are children's most important teachers.</a:t>
            </a:r>
            <a:endParaRPr kumimoji="1" lang="zh-CN" altLang="en-US" sz="2000" dirty="0"/>
          </a:p>
        </p:txBody>
      </p:sp>
      <p:pic>
        <p:nvPicPr>
          <p:cNvPr id="2" name="重要.wav" descr="重要.wav">
            <a:hlinkClick r:id="" action="ppaction://media"/>
            <a:extLst>
              <a:ext uri="{FF2B5EF4-FFF2-40B4-BE49-F238E27FC236}">
                <a16:creationId xmlns:a16="http://schemas.microsoft.com/office/drawing/2014/main" id="{C44E3046-64DA-734F-A8A7-ED97BBFC5BB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93713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健康重要.wav" descr="健康重要.wav">
            <a:hlinkClick r:id="" action="ppaction://media"/>
            <a:extLst>
              <a:ext uri="{FF2B5EF4-FFF2-40B4-BE49-F238E27FC236}">
                <a16:creationId xmlns:a16="http://schemas.microsoft.com/office/drawing/2014/main" id="{40910876-76B0-0B40-9846-1245F7D9124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1608138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最重要.wav" descr="最重要.wav">
            <a:hlinkClick r:id="" action="ppaction://media"/>
            <a:extLst>
              <a:ext uri="{FF2B5EF4-FFF2-40B4-BE49-F238E27FC236}">
                <a16:creationId xmlns:a16="http://schemas.microsoft.com/office/drawing/2014/main" id="{05626648-37CA-874D-9C24-C3888084646B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87" y="19050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父母是孩子最重要的老师。.wav" descr="父母是孩子最重要的老师。.wav">
            <a:hlinkClick r:id="" action="ppaction://media"/>
            <a:extLst>
              <a:ext uri="{FF2B5EF4-FFF2-40B4-BE49-F238E27FC236}">
                <a16:creationId xmlns:a16="http://schemas.microsoft.com/office/drawing/2014/main" id="{CF536BB2-DA7A-2845-9FE9-23A3E790E47E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64795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526AD629-C87F-E548-8DA2-3DBEFFDEBB0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183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8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DCEB33FF-1C3A-C74F-8039-9EB5F5624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重要 </a:t>
            </a:r>
            <a:r>
              <a:rPr kumimoji="1" lang="zh-CN" altLang="zh-CN"/>
              <a:t>zhòngyào </a:t>
            </a:r>
            <a:endParaRPr kumimoji="1" lang="zh-CN" altLang="en-US"/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341B80AE-7E59-CF4E-8B6B-2DF9DD0DE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父母是孩子最重要的老师。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父母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fùmǔ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孩子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háizi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最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zuì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重要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zhòngyào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的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老师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lǎoshī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zh-CN" sz="2000" dirty="0"/>
              <a:t>Parents are children's most important teachers.</a:t>
            </a:r>
            <a:endParaRPr kumimoji="1" lang="zh-CN" altLang="en-US" sz="2000" dirty="0"/>
          </a:p>
        </p:txBody>
      </p:sp>
      <p:pic>
        <p:nvPicPr>
          <p:cNvPr id="2" name="重要.wav" descr="重要.wav">
            <a:hlinkClick r:id="" action="ppaction://media"/>
            <a:extLst>
              <a:ext uri="{FF2B5EF4-FFF2-40B4-BE49-F238E27FC236}">
                <a16:creationId xmlns:a16="http://schemas.microsoft.com/office/drawing/2014/main" id="{C44E3046-64DA-734F-A8A7-ED97BBFC5BB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93713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父母是孩子最重要的老师。.wav" descr="父母是孩子最重要的老师。.wav">
            <a:hlinkClick r:id="" action="ppaction://media"/>
            <a:extLst>
              <a:ext uri="{FF2B5EF4-FFF2-40B4-BE49-F238E27FC236}">
                <a16:creationId xmlns:a16="http://schemas.microsoft.com/office/drawing/2014/main" id="{CF536BB2-DA7A-2845-9FE9-23A3E790E47E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524000"/>
            <a:ext cx="4762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11B796E-A595-4D48-B0B9-16A4F607B82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360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CC7DE775-3286-164E-95DA-A3B0426B6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D246F-4C0F-8643-891F-BD419CF0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important; significant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A.</a:t>
            </a:r>
            <a:r>
              <a:rPr lang="zh-CN" altLang="en-US" sz="2000" dirty="0"/>
              <a:t>明白  </a:t>
            </a:r>
            <a:r>
              <a:rPr lang="en-US" altLang="zh-CN" sz="2000" dirty="0"/>
              <a:t>B.</a:t>
            </a:r>
            <a:r>
              <a:rPr lang="zh-CN" altLang="en-US" sz="2000" dirty="0"/>
              <a:t>汉语  </a:t>
            </a:r>
            <a:r>
              <a:rPr lang="en-US" altLang="zh-CN" sz="2000" dirty="0"/>
              <a:t>C.</a:t>
            </a:r>
            <a:r>
              <a:rPr lang="zh-CN" altLang="en-US" sz="2000" dirty="0"/>
              <a:t>重要  </a:t>
            </a:r>
            <a:r>
              <a:rPr lang="en-US" altLang="zh-CN" sz="2000" dirty="0"/>
              <a:t>D.</a:t>
            </a:r>
            <a:r>
              <a:rPr lang="zh-CN" altLang="en-US" sz="2000" dirty="0"/>
              <a:t>运动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健康（） </a:t>
            </a:r>
            <a:r>
              <a:rPr lang="en-US" altLang="zh-CN" sz="2000" dirty="0"/>
              <a:t>A.</a:t>
            </a:r>
            <a:r>
              <a:rPr lang="zh-CN" altLang="en-US" sz="2000" dirty="0"/>
              <a:t>中午</a:t>
            </a:r>
            <a:r>
              <a:rPr lang="en-US" altLang="zh-CN" sz="2000" dirty="0"/>
              <a:t>  B.</a:t>
            </a:r>
            <a:r>
              <a:rPr lang="zh-CN" altLang="en-US" sz="2000" dirty="0"/>
              <a:t>重要 </a:t>
            </a:r>
            <a:r>
              <a:rPr lang="en-US" altLang="zh-CN" sz="2000" dirty="0"/>
              <a:t> C.</a:t>
            </a:r>
            <a:r>
              <a:rPr lang="zh-CN" altLang="en-US" sz="2000" dirty="0"/>
              <a:t>当然  </a:t>
            </a:r>
            <a:r>
              <a:rPr lang="en-US" altLang="zh-CN" sz="2000" dirty="0"/>
              <a:t>D.</a:t>
            </a:r>
            <a:r>
              <a:rPr lang="zh-CN" altLang="en-US" sz="2000" dirty="0"/>
              <a:t>感兴趣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最（） </a:t>
            </a:r>
            <a:r>
              <a:rPr lang="en" altLang="zh-CN" sz="2000" dirty="0"/>
              <a:t>A.</a:t>
            </a:r>
            <a:r>
              <a:rPr lang="zh-CN" altLang="en-US" sz="2000" dirty="0"/>
              <a:t>还是  </a:t>
            </a:r>
            <a:r>
              <a:rPr lang="en" altLang="zh-CN" sz="2000" dirty="0"/>
              <a:t>B.</a:t>
            </a:r>
            <a:r>
              <a:rPr lang="zh-CN" altLang="en-US" sz="2000" dirty="0"/>
              <a:t>少  </a:t>
            </a:r>
            <a:r>
              <a:rPr lang="en" altLang="zh-CN" sz="2000" dirty="0"/>
              <a:t>C.</a:t>
            </a:r>
            <a:r>
              <a:rPr lang="zh-CN" altLang="en-US" sz="2000" dirty="0"/>
              <a:t>重要  </a:t>
            </a:r>
            <a:r>
              <a:rPr lang="en" altLang="zh-CN" sz="2000" dirty="0"/>
              <a:t>D.</a:t>
            </a:r>
            <a:r>
              <a:rPr lang="zh-CN" altLang="en-US" sz="2000" dirty="0"/>
              <a:t>阿姨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父母是孩子最重（）的老师。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2202D0-A5F3-A340-A62F-7720092EB5F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1329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3847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误会？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 marL="0" indent="0"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657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5381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8E0B7DCA-4EF5-5D41-BD07-C833E61D5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误会 </a:t>
            </a:r>
            <a:r>
              <a:rPr kumimoji="1" lang="zh-CN" altLang="zh-CN"/>
              <a:t>wùhuì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E5E1E-8282-5647-B6F5-9CAB37D6D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误 </a:t>
            </a:r>
            <a:r>
              <a:rPr kumimoji="1" lang="en" altLang="zh-CN" sz="2000" dirty="0" err="1"/>
              <a:t>wù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VERB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miss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会</a:t>
            </a:r>
            <a:r>
              <a:rPr kumimoji="1" lang="zh-CN" altLang="en-US" sz="2000" dirty="0">
                <a:solidFill>
                  <a:srgbClr val="000000"/>
                </a:solidFill>
              </a:rPr>
              <a:t> </a:t>
            </a:r>
            <a:r>
              <a:rPr kumimoji="1" lang="en" altLang="zh-CN" sz="2000" dirty="0" err="1"/>
              <a:t>huì</a:t>
            </a:r>
            <a:r>
              <a:rPr kumimoji="1" lang="en" altLang="zh-CN" sz="2000" dirty="0"/>
              <a:t> VERB understand; grasp 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</a:rPr>
              <a:t>misunderstand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你一定是误会了。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nǐ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一定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yīdìng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误会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wùhuì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了</a:t>
            </a:r>
            <a:r>
              <a:rPr kumimoji="1" lang="en-US" altLang="zh-CN" sz="2000" dirty="0">
                <a:solidFill>
                  <a:srgbClr val="000000"/>
                </a:solidFill>
              </a:rPr>
              <a:t>/le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You must be mistaken.</a:t>
            </a:r>
            <a:endParaRPr kumimoji="1" lang="zh-CN" altLang="en-US" sz="2000" dirty="0"/>
          </a:p>
        </p:txBody>
      </p:sp>
      <p:pic>
        <p:nvPicPr>
          <p:cNvPr id="2" name="误会.wav" descr="误会.wav">
            <a:hlinkClick r:id="" action="ppaction://media"/>
            <a:extLst>
              <a:ext uri="{FF2B5EF4-FFF2-40B4-BE49-F238E27FC236}">
                <a16:creationId xmlns:a16="http://schemas.microsoft.com/office/drawing/2014/main" id="{BA339DF9-9178-4749-891E-7D23A0D1DD6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27038"/>
            <a:ext cx="5175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误.wav" descr="误.wav">
            <a:hlinkClick r:id="" action="ppaction://media"/>
            <a:extLst>
              <a:ext uri="{FF2B5EF4-FFF2-40B4-BE49-F238E27FC236}">
                <a16:creationId xmlns:a16="http://schemas.microsoft.com/office/drawing/2014/main" id="{9738DB3A-CFB7-7845-AFE7-1CCE78EDBB8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01738"/>
            <a:ext cx="517525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会.wav" descr="会.wav">
            <a:hlinkClick r:id="" action="ppaction://media"/>
            <a:extLst>
              <a:ext uri="{FF2B5EF4-FFF2-40B4-BE49-F238E27FC236}">
                <a16:creationId xmlns:a16="http://schemas.microsoft.com/office/drawing/2014/main" id="{6F45C07D-FA11-A84B-9800-348794E2F82E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288" y="1524000"/>
            <a:ext cx="5159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你一定是误会了。.wav" descr="你一定是误会了。.wav">
            <a:hlinkClick r:id="" action="ppaction://media"/>
            <a:extLst>
              <a:ext uri="{FF2B5EF4-FFF2-40B4-BE49-F238E27FC236}">
                <a16:creationId xmlns:a16="http://schemas.microsoft.com/office/drawing/2014/main" id="{2D717169-87EB-A949-938D-AD1A593C7173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2667000"/>
            <a:ext cx="5175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5A98EF86-DFE7-604A-A221-E25CEAF555E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8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8E0B7DCA-4EF5-5D41-BD07-C833E61D5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误会 </a:t>
            </a:r>
            <a:r>
              <a:rPr kumimoji="1" lang="zh-CN" altLang="zh-CN"/>
              <a:t>wùhuì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E5E1E-8282-5647-B6F5-9CAB37D6D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</a:rPr>
              <a:t>misunderstand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你一定是误会了。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nǐ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一定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yīdìng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误会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wùhuì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了</a:t>
            </a:r>
            <a:r>
              <a:rPr kumimoji="1" lang="en-US" altLang="zh-CN" sz="2000" dirty="0">
                <a:solidFill>
                  <a:srgbClr val="000000"/>
                </a:solidFill>
              </a:rPr>
              <a:t>/le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You must be mistaken.</a:t>
            </a:r>
            <a:endParaRPr kumimoji="1" lang="zh-CN" altLang="en-US" sz="2000" dirty="0"/>
          </a:p>
        </p:txBody>
      </p:sp>
      <p:pic>
        <p:nvPicPr>
          <p:cNvPr id="2" name="误会.wav" descr="误会.wav">
            <a:hlinkClick r:id="" action="ppaction://media"/>
            <a:extLst>
              <a:ext uri="{FF2B5EF4-FFF2-40B4-BE49-F238E27FC236}">
                <a16:creationId xmlns:a16="http://schemas.microsoft.com/office/drawing/2014/main" id="{BA339DF9-9178-4749-891E-7D23A0D1DD6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27038"/>
            <a:ext cx="5175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你一定是误会了。.wav" descr="你一定是误会了。.wav">
            <a:hlinkClick r:id="" action="ppaction://media"/>
            <a:extLst>
              <a:ext uri="{FF2B5EF4-FFF2-40B4-BE49-F238E27FC236}">
                <a16:creationId xmlns:a16="http://schemas.microsoft.com/office/drawing/2014/main" id="{2D717169-87EB-A949-938D-AD1A593C717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1828800"/>
            <a:ext cx="5175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2F062F48-B2C4-2D41-8B99-CD340DD8C8E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572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8E0B7DCA-4EF5-5D41-BD07-C833E61D51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误会 </a:t>
            </a:r>
            <a:r>
              <a:rPr kumimoji="1" lang="zh-CN" altLang="zh-CN"/>
              <a:t>wùhuì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E5E1E-8282-5647-B6F5-9CAB37D6D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你一定是误会了。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nǐ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一定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yīdìng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误会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wùhuì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了</a:t>
            </a:r>
            <a:r>
              <a:rPr kumimoji="1" lang="en-US" altLang="zh-CN" sz="2000" dirty="0">
                <a:solidFill>
                  <a:srgbClr val="000000"/>
                </a:solidFill>
              </a:rPr>
              <a:t>/le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You must be mistaken.</a:t>
            </a:r>
            <a:endParaRPr kumimoji="1" lang="zh-CN" altLang="en-US" sz="2000" dirty="0"/>
          </a:p>
        </p:txBody>
      </p:sp>
      <p:pic>
        <p:nvPicPr>
          <p:cNvPr id="2" name="误会.wav" descr="误会.wav">
            <a:hlinkClick r:id="" action="ppaction://media"/>
            <a:extLst>
              <a:ext uri="{FF2B5EF4-FFF2-40B4-BE49-F238E27FC236}">
                <a16:creationId xmlns:a16="http://schemas.microsoft.com/office/drawing/2014/main" id="{BA339DF9-9178-4749-891E-7D23A0D1DD64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27038"/>
            <a:ext cx="5175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你一定是误会了。.wav" descr="你一定是误会了。.wav">
            <a:hlinkClick r:id="" action="ppaction://media"/>
            <a:extLst>
              <a:ext uri="{FF2B5EF4-FFF2-40B4-BE49-F238E27FC236}">
                <a16:creationId xmlns:a16="http://schemas.microsoft.com/office/drawing/2014/main" id="{2D717169-87EB-A949-938D-AD1A593C7173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1524000"/>
            <a:ext cx="5175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E7C0F204-F24A-D847-BAE5-DF122EE1260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04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4FA2E389-5393-A941-9A53-4261D9D0C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861148-E8C0-A842-B3C9-F61843EF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misunderstand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爷爷  </a:t>
            </a:r>
            <a:r>
              <a:rPr lang="en" altLang="zh-CN" sz="2000" dirty="0"/>
              <a:t>B.</a:t>
            </a:r>
            <a:r>
              <a:rPr lang="zh-CN" altLang="en-US" sz="2000" dirty="0"/>
              <a:t>误会  </a:t>
            </a:r>
            <a:r>
              <a:rPr lang="en" altLang="zh-CN" sz="2000" dirty="0"/>
              <a:t>C.</a:t>
            </a:r>
            <a:r>
              <a:rPr lang="zh-CN" altLang="en-US" sz="2000" dirty="0"/>
              <a:t>节目 </a:t>
            </a:r>
            <a:r>
              <a:rPr lang="en" altLang="zh-CN" sz="2000" dirty="0"/>
              <a:t>D.</a:t>
            </a:r>
            <a:r>
              <a:rPr lang="zh-CN" altLang="en-US" sz="2000" dirty="0"/>
              <a:t>同学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</a:t>
            </a:r>
            <a:r>
              <a:rPr lang="zh-CN" altLang="en-US" sz="2000" dirty="0"/>
              <a:t>      </a:t>
            </a:r>
            <a:r>
              <a:rPr lang="en-US" altLang="zh-CN" sz="2000" dirty="0"/>
              <a:t>h__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你一定是误（）了。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3C664E9-0732-2D47-B3DB-A2FD373326E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6825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74925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孙子？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8416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92C884F8-74F9-C04D-BCAD-FBF0A379A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孙子 </a:t>
            </a:r>
            <a:r>
              <a:rPr kumimoji="1" lang="zh-CN" altLang="zh-CN"/>
              <a:t>sūnzi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32848-B6D1-C146-9966-C57A5531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孙 </a:t>
            </a:r>
            <a:r>
              <a:rPr lang="en" altLang="zh-CN" sz="2000" dirty="0" err="1">
                <a:solidFill>
                  <a:srgbClr val="000000"/>
                </a:solidFill>
              </a:rPr>
              <a:t>sūn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grandson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子 </a:t>
            </a:r>
            <a:r>
              <a:rPr lang="en" altLang="zh-CN" sz="2000" dirty="0" err="1">
                <a:solidFill>
                  <a:srgbClr val="000000"/>
                </a:solidFill>
              </a:rPr>
              <a:t>zi</a:t>
            </a:r>
            <a:r>
              <a:rPr lang="en" altLang="zh-CN" sz="2000" dirty="0">
                <a:solidFill>
                  <a:srgbClr val="000000"/>
                </a:solidFill>
              </a:rPr>
              <a:t> offspring; child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" altLang="zh-CN" sz="2000" dirty="0">
                <a:solidFill>
                  <a:srgbClr val="000000"/>
                </a:solidFill>
              </a:rPr>
              <a:t>grandson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小（一级） 孙子</a:t>
            </a:r>
            <a:r>
              <a:rPr lang="en-US" altLang="zh-CN" sz="2000" dirty="0">
                <a:solidFill>
                  <a:srgbClr val="000000"/>
                </a:solidFill>
              </a:rPr>
              <a:t> little grandson 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带（三级） 孙子</a:t>
            </a:r>
            <a:r>
              <a:rPr lang="en-US" altLang="zh-CN" sz="2000" dirty="0">
                <a:solidFill>
                  <a:srgbClr val="000000"/>
                </a:solidFill>
              </a:rPr>
              <a:t> with grandchildren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小王：表演得真棒。李老师：是我孙子。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xiǎo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王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表演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biǎoyǎn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得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zhēn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棒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 李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lǐ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老师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lǎoshī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我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wǒ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孙子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sūnzi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Xiao Wang: Great performance. Teacher Li: It's my grandson.</a:t>
            </a:r>
            <a:endParaRPr kumimoji="1" lang="zh-CN" altLang="en-US" sz="2000" dirty="0"/>
          </a:p>
        </p:txBody>
      </p:sp>
      <p:pic>
        <p:nvPicPr>
          <p:cNvPr id="2" name="孙子.wav" descr="孙子.wav">
            <a:hlinkClick r:id="" action="ppaction://media"/>
            <a:extLst>
              <a:ext uri="{FF2B5EF4-FFF2-40B4-BE49-F238E27FC236}">
                <a16:creationId xmlns:a16="http://schemas.microsoft.com/office/drawing/2014/main" id="{24F1ADEA-FD40-4A44-B92E-3E02C59AF22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72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孙.wav" descr="孙.wav">
            <a:hlinkClick r:id="" action="ppaction://media"/>
            <a:extLst>
              <a:ext uri="{FF2B5EF4-FFF2-40B4-BE49-F238E27FC236}">
                <a16:creationId xmlns:a16="http://schemas.microsoft.com/office/drawing/2014/main" id="{4BF504C9-7893-1D40-8E1E-F80A0279CAD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1684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子.wav" descr="子.wav">
            <a:hlinkClick r:id="" action="ppaction://media"/>
            <a:extLst>
              <a:ext uri="{FF2B5EF4-FFF2-40B4-BE49-F238E27FC236}">
                <a16:creationId xmlns:a16="http://schemas.microsoft.com/office/drawing/2014/main" id="{C7FB9941-30F6-4748-9FAE-4B014B9F1A7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小孙子.wav" descr="小孙子.wav">
            <a:hlinkClick r:id="" action="ppaction://media"/>
            <a:extLst>
              <a:ext uri="{FF2B5EF4-FFF2-40B4-BE49-F238E27FC236}">
                <a16:creationId xmlns:a16="http://schemas.microsoft.com/office/drawing/2014/main" id="{F77145C6-EC6A-0B4E-B45F-026938136D1F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6416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带孙子.wav" descr="带孙子.wav">
            <a:hlinkClick r:id="" action="ppaction://media"/>
            <a:extLst>
              <a:ext uri="{FF2B5EF4-FFF2-40B4-BE49-F238E27FC236}">
                <a16:creationId xmlns:a16="http://schemas.microsoft.com/office/drawing/2014/main" id="{B2FBEA16-9FBD-F240-B10C-0B4211FF6123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0480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小王：表演得真棒。李老师：是我孙子。.wav" descr="小王：表演得真棒。李老师：是我孙子。.wav">
            <a:hlinkClick r:id="" action="ppaction://media"/>
            <a:extLst>
              <a:ext uri="{FF2B5EF4-FFF2-40B4-BE49-F238E27FC236}">
                <a16:creationId xmlns:a16="http://schemas.microsoft.com/office/drawing/2014/main" id="{3C680BBD-5F33-2F4D-B390-88853D2E93C6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7338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A3A3-F5CD-0643-B9EE-5F80E351242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</a:t>
            </a:r>
            <a:r>
              <a:rPr kumimoji="1" lang="zh-CN" altLang="en-US" dirty="0">
                <a:hlinkClick r:id="rId15" action="ppaction://hlinksldjump"/>
              </a:rPr>
              <a:t> </a:t>
            </a:r>
            <a:r>
              <a:rPr kumimoji="1" lang="en-US" altLang="zh-CN" dirty="0">
                <a:hlinkClick r:id="rId15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4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92C884F8-74F9-C04D-BCAD-FBF0A379A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孙子 </a:t>
            </a:r>
            <a:r>
              <a:rPr kumimoji="1" lang="zh-CN" altLang="zh-CN"/>
              <a:t>sūnzi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32848-B6D1-C146-9966-C57A5531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 </a:t>
            </a:r>
            <a:r>
              <a:rPr lang="en" altLang="zh-CN" sz="2000" dirty="0">
                <a:solidFill>
                  <a:srgbClr val="000000"/>
                </a:solidFill>
              </a:rPr>
              <a:t>grandson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小（一级） 孙子</a:t>
            </a:r>
            <a:r>
              <a:rPr lang="en-US" altLang="zh-CN" sz="2000" dirty="0">
                <a:solidFill>
                  <a:srgbClr val="000000"/>
                </a:solidFill>
              </a:rPr>
              <a:t> little grandson 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带（三级） 孙子</a:t>
            </a:r>
            <a:r>
              <a:rPr lang="en-US" altLang="zh-CN" sz="2000" dirty="0">
                <a:solidFill>
                  <a:srgbClr val="000000"/>
                </a:solidFill>
              </a:rPr>
              <a:t> with grandchildren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小王：表演得真棒。李老师：是我孙子。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xiǎo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王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表演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biǎoyǎn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得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zhēn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棒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 李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lǐ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老师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lǎoshī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我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wǒ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孙子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sūnzi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Xiao Wang: Great performance. Teacher Li: It's my grandson.</a:t>
            </a:r>
            <a:endParaRPr kumimoji="1" lang="zh-CN" altLang="en-US" sz="2000" dirty="0"/>
          </a:p>
        </p:txBody>
      </p:sp>
      <p:pic>
        <p:nvPicPr>
          <p:cNvPr id="2" name="孙子.wav" descr="孙子.wav">
            <a:hlinkClick r:id="" action="ppaction://media"/>
            <a:extLst>
              <a:ext uri="{FF2B5EF4-FFF2-40B4-BE49-F238E27FC236}">
                <a16:creationId xmlns:a16="http://schemas.microsoft.com/office/drawing/2014/main" id="{24F1ADEA-FD40-4A44-B92E-3E02C59AF22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72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小孙子.wav" descr="小孙子.wav">
            <a:hlinkClick r:id="" action="ppaction://media"/>
            <a:extLst>
              <a:ext uri="{FF2B5EF4-FFF2-40B4-BE49-F238E27FC236}">
                <a16:creationId xmlns:a16="http://schemas.microsoft.com/office/drawing/2014/main" id="{F77145C6-EC6A-0B4E-B45F-026938136D1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19050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带孙子.wav" descr="带孙子.wav">
            <a:hlinkClick r:id="" action="ppaction://media"/>
            <a:extLst>
              <a:ext uri="{FF2B5EF4-FFF2-40B4-BE49-F238E27FC236}">
                <a16:creationId xmlns:a16="http://schemas.microsoft.com/office/drawing/2014/main" id="{B2FBEA16-9FBD-F240-B10C-0B4211FF612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23114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小王：表演得真棒。李老师：是我孙子。.wav" descr="小王：表演得真棒。李老师：是我孙子。.wav">
            <a:hlinkClick r:id="" action="ppaction://media"/>
            <a:extLst>
              <a:ext uri="{FF2B5EF4-FFF2-40B4-BE49-F238E27FC236}">
                <a16:creationId xmlns:a16="http://schemas.microsoft.com/office/drawing/2014/main" id="{3C680BBD-5F33-2F4D-B390-88853D2E93C6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29972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圆角矩形 10">
            <a:extLst>
              <a:ext uri="{FF2B5EF4-FFF2-40B4-BE49-F238E27FC236}">
                <a16:creationId xmlns:a16="http://schemas.microsoft.com/office/drawing/2014/main" id="{CCF903C4-A5F8-5E4D-A88F-31BB441C1FAD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461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92C884F8-74F9-C04D-BCAD-FBF0A379A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孙子 </a:t>
            </a:r>
            <a:r>
              <a:rPr kumimoji="1" lang="zh-CN" altLang="zh-CN"/>
              <a:t>sūnzi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32848-B6D1-C146-9966-C57A5531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小（一级） 孙子</a:t>
            </a:r>
            <a:r>
              <a:rPr lang="en-US" altLang="zh-CN" sz="2000" dirty="0">
                <a:solidFill>
                  <a:srgbClr val="000000"/>
                </a:solidFill>
              </a:rPr>
              <a:t> little grandson 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带（三级） 孙子</a:t>
            </a:r>
            <a:r>
              <a:rPr lang="en-US" altLang="zh-CN" sz="2000" dirty="0">
                <a:solidFill>
                  <a:srgbClr val="000000"/>
                </a:solidFill>
              </a:rPr>
              <a:t> with grandchildren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小王：表演得真棒。李老师：是我孙子。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xiǎo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王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表演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biǎoyǎn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得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zhēn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棒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 李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lǐ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老师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lǎoshī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我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wǒ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孙子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sūnzi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Xiao Wang: Great performance. Teacher Li: It's my grandson.</a:t>
            </a:r>
            <a:endParaRPr kumimoji="1" lang="zh-CN" altLang="en-US" sz="2000" dirty="0"/>
          </a:p>
        </p:txBody>
      </p:sp>
      <p:pic>
        <p:nvPicPr>
          <p:cNvPr id="2" name="孙子.wav" descr="孙子.wav">
            <a:hlinkClick r:id="" action="ppaction://media"/>
            <a:extLst>
              <a:ext uri="{FF2B5EF4-FFF2-40B4-BE49-F238E27FC236}">
                <a16:creationId xmlns:a16="http://schemas.microsoft.com/office/drawing/2014/main" id="{24F1ADEA-FD40-4A44-B92E-3E02C59AF22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72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小孙子.wav" descr="小孙子.wav">
            <a:hlinkClick r:id="" action="ppaction://media"/>
            <a:extLst>
              <a:ext uri="{FF2B5EF4-FFF2-40B4-BE49-F238E27FC236}">
                <a16:creationId xmlns:a16="http://schemas.microsoft.com/office/drawing/2014/main" id="{F77145C6-EC6A-0B4E-B45F-026938136D1F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5240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带孙子.wav" descr="带孙子.wav">
            <a:hlinkClick r:id="" action="ppaction://media"/>
            <a:extLst>
              <a:ext uri="{FF2B5EF4-FFF2-40B4-BE49-F238E27FC236}">
                <a16:creationId xmlns:a16="http://schemas.microsoft.com/office/drawing/2014/main" id="{B2FBEA16-9FBD-F240-B10C-0B4211FF612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304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小王：表演得真棒。李老师：是我孙子。.wav" descr="小王：表演得真棒。李老师：是我孙子。.wav">
            <a:hlinkClick r:id="" action="ppaction://media"/>
            <a:extLst>
              <a:ext uri="{FF2B5EF4-FFF2-40B4-BE49-F238E27FC236}">
                <a16:creationId xmlns:a16="http://schemas.microsoft.com/office/drawing/2014/main" id="{3C680BBD-5F33-2F4D-B390-88853D2E93C6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162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9A5E228-D43C-0A43-BEE5-485826B304E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</a:t>
            </a:r>
            <a:r>
              <a:rPr kumimoji="1" lang="zh-CN" altLang="en-US" dirty="0">
                <a:hlinkClick r:id="rId11" action="ppaction://hlinksldjump"/>
              </a:rPr>
              <a:t> </a:t>
            </a:r>
            <a:r>
              <a:rPr kumimoji="1" lang="en-US" altLang="zh-CN" dirty="0">
                <a:hlinkClick r:id="rId11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95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8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92C884F8-74F9-C04D-BCAD-FBF0A379A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孙子 </a:t>
            </a:r>
            <a:r>
              <a:rPr kumimoji="1" lang="zh-CN" altLang="zh-CN"/>
              <a:t>sūnzi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32848-B6D1-C146-9966-C57A5531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小王：表演得真棒。李老师：是我孙子。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xiǎo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王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表演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biǎoyǎn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得</a:t>
            </a:r>
            <a:r>
              <a:rPr kumimoji="1" lang="en-US" altLang="zh-CN" sz="2000" dirty="0">
                <a:solidFill>
                  <a:srgbClr val="000000"/>
                </a:solidFill>
              </a:rPr>
              <a:t>/de  </a:t>
            </a:r>
            <a:r>
              <a:rPr kumimoji="1" lang="zh-CN" altLang="en-US" sz="2000" dirty="0">
                <a:solidFill>
                  <a:srgbClr val="000000"/>
                </a:solidFill>
              </a:rPr>
              <a:t>真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zhēn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棒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bàng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 李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lǐ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老师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lǎoshī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：  是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shì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我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wǒ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孙子</a:t>
            </a:r>
            <a:r>
              <a:rPr kumimoji="1" lang="en-US" altLang="zh-CN" sz="2000" dirty="0">
                <a:solidFill>
                  <a:srgbClr val="000000"/>
                </a:solidFill>
              </a:rPr>
              <a:t>/</a:t>
            </a:r>
            <a:r>
              <a:rPr kumimoji="1" lang="en-US" altLang="zh-CN" sz="2000" dirty="0" err="1">
                <a:solidFill>
                  <a:srgbClr val="000000"/>
                </a:solidFill>
              </a:rPr>
              <a:t>sūnzi</a:t>
            </a:r>
            <a:r>
              <a:rPr kumimoji="1" lang="en-US" altLang="zh-CN" sz="2000" dirty="0">
                <a:solidFill>
                  <a:srgbClr val="000000"/>
                </a:solidFill>
              </a:rPr>
              <a:t>  </a:t>
            </a:r>
            <a:r>
              <a:rPr kumimoji="1" lang="zh-CN" altLang="en-US" sz="2000" dirty="0">
                <a:solidFill>
                  <a:srgbClr val="000000"/>
                </a:solidFill>
              </a:rPr>
              <a:t>。 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Xiao Wang: Great performance. Teacher Li: It's my grandson.</a:t>
            </a:r>
            <a:endParaRPr kumimoji="1" lang="zh-CN" altLang="en-US" sz="2000" dirty="0"/>
          </a:p>
        </p:txBody>
      </p:sp>
      <p:pic>
        <p:nvPicPr>
          <p:cNvPr id="2" name="孙子.wav" descr="孙子.wav">
            <a:hlinkClick r:id="" action="ppaction://media"/>
            <a:extLst>
              <a:ext uri="{FF2B5EF4-FFF2-40B4-BE49-F238E27FC236}">
                <a16:creationId xmlns:a16="http://schemas.microsoft.com/office/drawing/2014/main" id="{24F1ADEA-FD40-4A44-B92E-3E02C59AF225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572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小王：表演得真棒。李老师：是我孙子。.wav" descr="小王：表演得真棒。李老师：是我孙子。.wav">
            <a:hlinkClick r:id="" action="ppaction://media"/>
            <a:extLst>
              <a:ext uri="{FF2B5EF4-FFF2-40B4-BE49-F238E27FC236}">
                <a16:creationId xmlns:a16="http://schemas.microsoft.com/office/drawing/2014/main" id="{3C680BBD-5F33-2F4D-B390-88853D2E93C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549400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C80969C5-B7B1-F94A-BE2D-80135562B757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</a:t>
            </a:r>
            <a:r>
              <a:rPr kumimoji="1" lang="zh-CN" altLang="en-US" dirty="0">
                <a:hlinkClick r:id="rId7" action="ppaction://hlinksldjump"/>
              </a:rPr>
              <a:t> </a:t>
            </a:r>
            <a:r>
              <a:rPr kumimoji="1" lang="en-US" altLang="zh-CN" dirty="0">
                <a:hlinkClick r:id="rId7" action="ppaction://hlinksldjump"/>
              </a:rPr>
              <a:t>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706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C5D1183C-200A-2546-A023-4265B670C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8C7EF-FA04-6845-AFA5-5DCE00074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grandson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经过   </a:t>
            </a:r>
            <a:r>
              <a:rPr lang="en" altLang="zh-CN" sz="2000" dirty="0"/>
              <a:t>B.</a:t>
            </a:r>
            <a:r>
              <a:rPr lang="zh-CN" altLang="en-US" sz="2000" dirty="0"/>
              <a:t>音乐   </a:t>
            </a:r>
            <a:r>
              <a:rPr lang="en" altLang="zh-CN" sz="2000" dirty="0"/>
              <a:t>C.</a:t>
            </a:r>
            <a:r>
              <a:rPr lang="zh-CN" altLang="en-US" sz="2000" dirty="0"/>
              <a:t>几   </a:t>
            </a:r>
            <a:r>
              <a:rPr lang="en" altLang="zh-CN" sz="2000" dirty="0"/>
              <a:t>D.</a:t>
            </a:r>
            <a:r>
              <a:rPr lang="zh-CN" altLang="en-US" sz="2000" dirty="0"/>
              <a:t>孙子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小（） </a:t>
            </a:r>
            <a:r>
              <a:rPr lang="en" altLang="zh-CN" sz="2000" dirty="0"/>
              <a:t>A.</a:t>
            </a:r>
            <a:r>
              <a:rPr lang="zh-CN" altLang="en-US" sz="2000" dirty="0"/>
              <a:t>孙子  </a:t>
            </a:r>
            <a:r>
              <a:rPr lang="en" altLang="zh-CN" sz="2000" dirty="0"/>
              <a:t>B.</a:t>
            </a:r>
            <a:r>
              <a:rPr lang="zh-CN" altLang="en-US" sz="2000" dirty="0"/>
              <a:t>老  </a:t>
            </a:r>
            <a:r>
              <a:rPr lang="en" altLang="zh-CN" sz="2000" dirty="0"/>
              <a:t>C.</a:t>
            </a:r>
            <a:r>
              <a:rPr lang="zh-CN" altLang="en-US" sz="2000" dirty="0"/>
              <a:t>层  </a:t>
            </a:r>
            <a:r>
              <a:rPr lang="en" altLang="zh-CN" sz="2000" dirty="0"/>
              <a:t>D.</a:t>
            </a:r>
            <a:r>
              <a:rPr lang="zh-CN" altLang="en-US" sz="2000" dirty="0"/>
              <a:t>月亮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带（）  </a:t>
            </a:r>
            <a:r>
              <a:rPr lang="en" altLang="zh-CN" sz="2000" dirty="0"/>
              <a:t>A.</a:t>
            </a:r>
            <a:r>
              <a:rPr lang="zh-CN" altLang="en-US" sz="2000" dirty="0"/>
              <a:t>送  </a:t>
            </a:r>
            <a:r>
              <a:rPr lang="en" altLang="zh-CN" sz="2000" dirty="0"/>
              <a:t>B.</a:t>
            </a:r>
            <a:r>
              <a:rPr lang="zh-CN" altLang="en-US" sz="2000" dirty="0"/>
              <a:t>矮  </a:t>
            </a:r>
            <a:r>
              <a:rPr lang="en" altLang="zh-CN" sz="2000" dirty="0"/>
              <a:t>C.</a:t>
            </a:r>
            <a:r>
              <a:rPr lang="zh-CN" altLang="en-US" sz="2000" dirty="0"/>
              <a:t>孙子  </a:t>
            </a:r>
            <a:r>
              <a:rPr lang="en" altLang="zh-CN" sz="2000" dirty="0"/>
              <a:t>D.</a:t>
            </a:r>
            <a:r>
              <a:rPr lang="zh-CN" altLang="en-US" sz="2000" dirty="0"/>
              <a:t>小心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小王：表演得真棒。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en-US" altLang="zh-CN" sz="2000" dirty="0">
                <a:solidFill>
                  <a:srgbClr val="000000"/>
                </a:solidFill>
              </a:rPr>
              <a:t>	</a:t>
            </a:r>
            <a:r>
              <a:rPr kumimoji="1" lang="zh-CN" altLang="en-US" sz="2000" dirty="0">
                <a:solidFill>
                  <a:srgbClr val="000000"/>
                </a:solidFill>
              </a:rPr>
              <a:t>          </a:t>
            </a:r>
            <a:r>
              <a:rPr kumimoji="1" lang="en-US" altLang="zh-CN" sz="2000" dirty="0">
                <a:solidFill>
                  <a:srgbClr val="000000"/>
                </a:solidFill>
              </a:rPr>
              <a:t>z__</a:t>
            </a:r>
            <a:endParaRPr kumimoji="1"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李老师：是我孙（）。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24CAA41-AB00-8A4F-B5BC-42C2328AAD1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</a:t>
            </a:r>
            <a:r>
              <a:rPr kumimoji="1" lang="zh-CN" altLang="en-US" dirty="0">
                <a:hlinkClick r:id="rId2" action="ppaction://hlinksldjump"/>
              </a:rPr>
              <a:t> </a:t>
            </a:r>
            <a:r>
              <a:rPr kumimoji="1" lang="en-US" altLang="zh-CN" dirty="0">
                <a:hlinkClick r:id="rId2" action="ppaction://hlinksldjump"/>
              </a:rPr>
              <a:t>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End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2744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2274</TotalTime>
  <Words>5989</Words>
  <Application>Microsoft Macintosh PowerPoint</Application>
  <PresentationFormat>全屏显示(4:3)</PresentationFormat>
  <Paragraphs>753</Paragraphs>
  <Slides>93</Slides>
  <Notes>0</Notes>
  <HiddenSlides>0</HiddenSlides>
  <MMClips>157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93</vt:i4>
      </vt:variant>
    </vt:vector>
  </HeadingPairs>
  <TitlesOfParts>
    <vt:vector size="97" baseType="lpstr">
      <vt:lpstr>Arial</vt:lpstr>
      <vt:lpstr>正文</vt:lpstr>
      <vt:lpstr>首页</vt:lpstr>
      <vt:lpstr>致谢</vt:lpstr>
      <vt:lpstr>第二次学习</vt:lpstr>
      <vt:lpstr>Start time of learning a word </vt:lpstr>
      <vt:lpstr>How about you know 发现？ Please write down the choice on your page and click the choice to jump to the corresponding page</vt:lpstr>
      <vt:lpstr>发现 fāxiàn </vt:lpstr>
      <vt:lpstr>发现 fāxiàn </vt:lpstr>
      <vt:lpstr>发现 fāxiàn </vt:lpstr>
      <vt:lpstr>发现 fāxiàn </vt:lpstr>
      <vt:lpstr>practice</vt:lpstr>
      <vt:lpstr>End time of learning a word </vt:lpstr>
      <vt:lpstr>Start time of learning a word </vt:lpstr>
      <vt:lpstr>How about you know 更好？ Please write down the choice on your page and click the choice to jump to the corresponding page</vt:lpstr>
      <vt:lpstr>更好 gèng hǎo </vt:lpstr>
      <vt:lpstr>更好 gèng hǎo </vt:lpstr>
      <vt:lpstr>更好 gèng hǎo </vt:lpstr>
      <vt:lpstr>practice</vt:lpstr>
      <vt:lpstr>End time of learning a word </vt:lpstr>
      <vt:lpstr>Start time of learning a word </vt:lpstr>
      <vt:lpstr>How about you know 变化（NOUN）？ Please write down the choice on your page and click the choice to jump to the corresponding page</vt:lpstr>
      <vt:lpstr>变化 biànhuà </vt:lpstr>
      <vt:lpstr>变化 biànhuà </vt:lpstr>
      <vt:lpstr>变化 biànhuà </vt:lpstr>
      <vt:lpstr>practice</vt:lpstr>
      <vt:lpstr>End time of learning a word </vt:lpstr>
      <vt:lpstr>Start time of learning a word </vt:lpstr>
      <vt:lpstr>How about you know 变化（VERB）？ Please write down the choice on your page and click the choice to jump to the corresponding page</vt:lpstr>
      <vt:lpstr>变化 biànhuà </vt:lpstr>
      <vt:lpstr>变化 biànhuà </vt:lpstr>
      <vt:lpstr>变化 biànhuà </vt:lpstr>
      <vt:lpstr>变化 biànhuà </vt:lpstr>
      <vt:lpstr>practice</vt:lpstr>
      <vt:lpstr>End time of learning a word </vt:lpstr>
      <vt:lpstr>Start time of learning a word </vt:lpstr>
      <vt:lpstr>How about you know 经过（VERB）？ Please write down the choice on your page and click the choice to jump to the corresponding page</vt:lpstr>
      <vt:lpstr>经过 jīngguò </vt:lpstr>
      <vt:lpstr>经过 jīngguò </vt:lpstr>
      <vt:lpstr>经过 jīngguò </vt:lpstr>
      <vt:lpstr>经过 jīngguò </vt:lpstr>
      <vt:lpstr>practice</vt:lpstr>
      <vt:lpstr>End time of learning a word </vt:lpstr>
      <vt:lpstr>Start time of learning a word </vt:lpstr>
      <vt:lpstr>How about you know 经过（ PREPOSITION ）？ Please write down the choice on your page and click the choice to jump to the corresponding page</vt:lpstr>
      <vt:lpstr>经过 jīngguò </vt:lpstr>
      <vt:lpstr>经过 jīngguò </vt:lpstr>
      <vt:lpstr>经过 jīngguò </vt:lpstr>
      <vt:lpstr>practice</vt:lpstr>
      <vt:lpstr>End time of learning a word </vt:lpstr>
      <vt:lpstr>Start time of learning a word </vt:lpstr>
      <vt:lpstr>How about you know 想法？ Please write down the choice on your page and click the choice to jump to the corresponding page</vt:lpstr>
      <vt:lpstr>想法 xiǎngfa </vt:lpstr>
      <vt:lpstr>想法 xiǎngfa </vt:lpstr>
      <vt:lpstr>想法 xiǎngfa </vt:lpstr>
      <vt:lpstr>想法 xiǎngfa </vt:lpstr>
      <vt:lpstr>practice</vt:lpstr>
      <vt:lpstr>End time of learning a word </vt:lpstr>
      <vt:lpstr>Start time of learning a word </vt:lpstr>
      <vt:lpstr>How about you know 大？ Please write down the choice on your page and click the choice to jump to the corresponding page</vt:lpstr>
      <vt:lpstr>大 dà </vt:lpstr>
      <vt:lpstr>大 dà </vt:lpstr>
      <vt:lpstr>大 dà </vt:lpstr>
      <vt:lpstr>practice</vt:lpstr>
      <vt:lpstr>End time of learning a word </vt:lpstr>
      <vt:lpstr>Start time of learning a word </vt:lpstr>
      <vt:lpstr>How about you know 下降？ Please write down the choice on your page and click the choice to jump to the corresponding page</vt:lpstr>
      <vt:lpstr>下降xiàjiàng  </vt:lpstr>
      <vt:lpstr>下降xiàjiàng  </vt:lpstr>
      <vt:lpstr>下降xiàjiàng  </vt:lpstr>
      <vt:lpstr>下降xiàjiàng  </vt:lpstr>
      <vt:lpstr>practice</vt:lpstr>
      <vt:lpstr>End time of learning a word </vt:lpstr>
      <vt:lpstr>Start time of learning a word </vt:lpstr>
      <vt:lpstr>How about you know 重要？ Please write down the choice on your page and click the choice to jump to the corresponding page</vt:lpstr>
      <vt:lpstr>重要 zhòngyào </vt:lpstr>
      <vt:lpstr>重要 zhòngyào </vt:lpstr>
      <vt:lpstr>重要 zhòngyào </vt:lpstr>
      <vt:lpstr>重要 zhòngyào </vt:lpstr>
      <vt:lpstr>practice</vt:lpstr>
      <vt:lpstr>End time of learning a word </vt:lpstr>
      <vt:lpstr>Start time of learning a word </vt:lpstr>
      <vt:lpstr>How about you know 误会？ Please write down the choice on your page and click the choice to jump to the corresponding page</vt:lpstr>
      <vt:lpstr>误会 wùhuì</vt:lpstr>
      <vt:lpstr>误会 wùhuì</vt:lpstr>
      <vt:lpstr>误会 wùhuì</vt:lpstr>
      <vt:lpstr>practice</vt:lpstr>
      <vt:lpstr>End time of learning a word </vt:lpstr>
      <vt:lpstr>Start time of learning a word </vt:lpstr>
      <vt:lpstr>How about you know 孙子？ Please write down the choice on your page and click the choice to jump to the corresponding page</vt:lpstr>
      <vt:lpstr>孙子 sūnzi </vt:lpstr>
      <vt:lpstr>孙子 sūnzi </vt:lpstr>
      <vt:lpstr>孙子 sūnzi </vt:lpstr>
      <vt:lpstr>孙子 sūnzi </vt:lpstr>
      <vt:lpstr>practice</vt:lpstr>
      <vt:lpstr>End time of learning a word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41</cp:revision>
  <cp:lastPrinted>1601-01-01T00:00:00Z</cp:lastPrinted>
  <dcterms:created xsi:type="dcterms:W3CDTF">1601-01-01T00:00:00Z</dcterms:created>
  <dcterms:modified xsi:type="dcterms:W3CDTF">2022-04-24T03:27:08Z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