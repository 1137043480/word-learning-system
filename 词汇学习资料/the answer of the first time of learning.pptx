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48" r:id="rId2"/>
    <p:sldMasterId id="2147483650" r:id="rId3"/>
  </p:sldMasterIdLst>
  <p:sldIdLst>
    <p:sldId id="262" r:id="rId4"/>
    <p:sldId id="337" r:id="rId5"/>
    <p:sldId id="339" r:id="rId6"/>
    <p:sldId id="341" r:id="rId7"/>
    <p:sldId id="343" r:id="rId8"/>
    <p:sldId id="344" r:id="rId9"/>
    <p:sldId id="346" r:id="rId10"/>
    <p:sldId id="350" r:id="rId11"/>
    <p:sldId id="273" r:id="rId12"/>
    <p:sldId id="353" r:id="rId13"/>
    <p:sldId id="355" r:id="rId14"/>
    <p:sldId id="357" r:id="rId15"/>
    <p:sldId id="379" r:id="rId16"/>
    <p:sldId id="381" r:id="rId17"/>
    <p:sldId id="260" r:id="rId1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37" autoAdjust="0"/>
  </p:normalViewPr>
  <p:slideViewPr>
    <p:cSldViewPr>
      <p:cViewPr varScale="1">
        <p:scale>
          <a:sx n="108" d="100"/>
          <a:sy n="108" d="100"/>
        </p:scale>
        <p:origin x="176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62098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7151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52123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13191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156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9995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57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57520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97375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366112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3641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3641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076306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25831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80089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67121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732708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394934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62957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6082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349444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09218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996866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676400"/>
            <a:ext cx="2057400" cy="4500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1676400"/>
            <a:ext cx="6019800" cy="4500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72201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8751099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999254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528856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226788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21158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937752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8327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958480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585718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309909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03915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>
            <a:extLst>
              <a:ext uri="{FF2B5EF4-FFF2-40B4-BE49-F238E27FC236}">
                <a16:creationId xmlns:a16="http://schemas.microsoft.com/office/drawing/2014/main" id="{5CF9D327-CE2E-EB4E-980F-7C30EE915D9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B799CB27-3167-D744-9569-51740C4DD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B95D704F-833C-4148-970C-9AFF4D50A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0CCCD2ED-C887-554C-AC81-FD62447010E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1">
            <a:extLst>
              <a:ext uri="{FF2B5EF4-FFF2-40B4-BE49-F238E27FC236}">
                <a16:creationId xmlns:a16="http://schemas.microsoft.com/office/drawing/2014/main" id="{CE75C703-339C-A94B-B3ED-5EE202C08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676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>
            <a:extLst>
              <a:ext uri="{FF2B5EF4-FFF2-40B4-BE49-F238E27FC236}">
                <a16:creationId xmlns:a16="http://schemas.microsoft.com/office/drawing/2014/main" id="{9F643FA1-ECD3-6842-8A58-0C0E216448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891853FC-A7AE-554D-AE40-2381BFCD39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第一次学习答案</a:t>
            </a: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D5265E3A-7536-5844-881F-1770F7509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B1CBF540-2A3F-7F44-AFF6-323FE6FE8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kumimoji="1" lang="en" altLang="zh-CN" sz="2000" dirty="0"/>
              <a:t> happen;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occur;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take place</a:t>
            </a:r>
            <a:r>
              <a:rPr lang="en" altLang="zh-CN" sz="2000" dirty="0"/>
              <a:t> </a:t>
            </a:r>
            <a:r>
              <a:rPr lang="zh-CN" altLang="en-US" sz="2000" dirty="0"/>
              <a:t>     </a:t>
            </a:r>
            <a:r>
              <a:rPr lang="en-US" altLang="zh-CN" sz="2000" dirty="0"/>
              <a:t>A.</a:t>
            </a:r>
            <a:r>
              <a:rPr lang="zh-CN" altLang="en-US" sz="2000" dirty="0"/>
              <a:t>嘴  </a:t>
            </a:r>
            <a:r>
              <a:rPr lang="en-US" altLang="zh-CN" sz="2000" dirty="0"/>
              <a:t>B.</a:t>
            </a:r>
            <a:r>
              <a:rPr lang="zh-CN" altLang="en-US" sz="2000" dirty="0"/>
              <a:t>哪儿  </a:t>
            </a:r>
            <a:r>
              <a:rPr lang="en-US" altLang="zh-CN" sz="2000" dirty="0"/>
              <a:t>C.</a:t>
            </a:r>
            <a:r>
              <a:rPr lang="zh-CN" altLang="en-US" sz="2000" dirty="0"/>
              <a:t>第一  </a:t>
            </a:r>
            <a:r>
              <a:rPr lang="en-US" altLang="zh-CN" sz="2000" dirty="0"/>
              <a:t>D.</a:t>
            </a:r>
            <a:r>
              <a:rPr lang="zh-CN" altLang="en-US" sz="2000" dirty="0"/>
              <a:t>发生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容易（</a:t>
            </a:r>
            <a:r>
              <a:rPr lang="en-US" altLang="zh-CN" sz="2000" dirty="0"/>
              <a:t>D</a:t>
            </a:r>
            <a:r>
              <a:rPr lang="zh-CN" altLang="en-US" sz="2000" dirty="0"/>
              <a:t>）  </a:t>
            </a:r>
            <a:r>
              <a:rPr lang="en-US" altLang="zh-CN" sz="2000" dirty="0"/>
              <a:t>A.</a:t>
            </a:r>
            <a:r>
              <a:rPr lang="zh-CN" altLang="en-US" sz="2000" dirty="0"/>
              <a:t>最后</a:t>
            </a:r>
            <a:r>
              <a:rPr lang="en-US" altLang="zh-CN" sz="2000" dirty="0"/>
              <a:t>  B.</a:t>
            </a:r>
            <a:r>
              <a:rPr lang="zh-CN" altLang="en-US" sz="2000" dirty="0"/>
              <a:t>一直</a:t>
            </a:r>
            <a:r>
              <a:rPr lang="en-US" altLang="zh-CN" sz="2000" dirty="0"/>
              <a:t>  C.</a:t>
            </a:r>
            <a:r>
              <a:rPr lang="zh-CN" altLang="en-US" sz="2000" dirty="0"/>
              <a:t>五  </a:t>
            </a:r>
            <a:r>
              <a:rPr lang="en-US" altLang="zh-CN" sz="2000" dirty="0"/>
              <a:t>D.</a:t>
            </a:r>
            <a:r>
              <a:rPr lang="zh-CN" altLang="en-US" sz="2000" dirty="0"/>
              <a:t>发生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事情（</a:t>
            </a:r>
            <a:r>
              <a:rPr lang="en-US" altLang="zh-CN" sz="2000" dirty="0"/>
              <a:t>B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医院</a:t>
            </a:r>
            <a:r>
              <a:rPr lang="en-US" altLang="zh-CN" sz="2000" dirty="0"/>
              <a:t>  B.</a:t>
            </a:r>
            <a:r>
              <a:rPr lang="zh-CN" altLang="en-US" sz="2000" dirty="0"/>
              <a:t>发生</a:t>
            </a:r>
            <a:r>
              <a:rPr lang="en-US" altLang="zh-CN" sz="2000" dirty="0"/>
              <a:t>  C.</a:t>
            </a:r>
            <a:r>
              <a:rPr lang="zh-CN" altLang="en-US" sz="2000" dirty="0"/>
              <a:t>裤子  </a:t>
            </a:r>
            <a:r>
              <a:rPr lang="en-US" altLang="zh-CN" sz="2000" dirty="0"/>
              <a:t>D.</a:t>
            </a:r>
            <a:r>
              <a:rPr lang="zh-CN" altLang="en-US" sz="2000" dirty="0"/>
              <a:t>打篮球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不愿意发（生）的事情终于出现了。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95B1A55A-C1CA-FB48-9F0D-4DB424255B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2ADCC302-3C0F-B645-8583-FB8E0660C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kumimoji="1" lang="en" altLang="zh-CN" sz="2000" dirty="0"/>
              <a:t> best;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first-rate(opp.</a:t>
            </a:r>
            <a:r>
              <a:rPr kumimoji="1" lang="zh-CN" altLang="en-US" sz="2000" dirty="0"/>
              <a:t>最坏</a:t>
            </a:r>
            <a:r>
              <a:rPr kumimoji="1" lang="en-US" altLang="zh-CN" sz="2000" dirty="0"/>
              <a:t>)</a:t>
            </a:r>
            <a:r>
              <a:rPr lang="en" altLang="zh-CN" sz="2000" dirty="0"/>
              <a:t> </a:t>
            </a:r>
            <a:r>
              <a:rPr lang="zh-CN" altLang="en-US" sz="2000" dirty="0"/>
              <a:t>     </a:t>
            </a:r>
            <a:r>
              <a:rPr lang="en-US" altLang="zh-CN" sz="2000" dirty="0"/>
              <a:t>A.</a:t>
            </a:r>
            <a:r>
              <a:rPr lang="zh-CN" altLang="en-US" sz="2000" dirty="0"/>
              <a:t>越  </a:t>
            </a:r>
            <a:r>
              <a:rPr lang="en-US" altLang="zh-CN" sz="2000" dirty="0"/>
              <a:t>B.</a:t>
            </a:r>
            <a:r>
              <a:rPr lang="zh-CN" altLang="en-US" sz="2000" dirty="0"/>
              <a:t>健康  </a:t>
            </a:r>
            <a:r>
              <a:rPr lang="en-US" altLang="zh-CN" sz="2000" dirty="0"/>
              <a:t>C.</a:t>
            </a:r>
            <a:r>
              <a:rPr lang="zh-CN" altLang="en-US" sz="2000" dirty="0"/>
              <a:t>电梯  </a:t>
            </a:r>
            <a:r>
              <a:rPr lang="en-US" altLang="zh-CN" sz="2000" dirty="0"/>
              <a:t>D.</a:t>
            </a:r>
            <a:r>
              <a:rPr lang="zh-CN" altLang="en-US" sz="2000" dirty="0"/>
              <a:t>最好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				</a:t>
            </a:r>
            <a:r>
              <a:rPr lang="en-US" altLang="zh-CN" sz="2000" u="sng" dirty="0"/>
              <a:t>hao3</a:t>
            </a:r>
            <a:r>
              <a:rPr lang="en-US" altLang="zh-CN" sz="2000" dirty="0"/>
              <a:t>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下午四点是运动的理想时间，因为这时人的体力最（好）。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>
            <a:extLst>
              <a:ext uri="{FF2B5EF4-FFF2-40B4-BE49-F238E27FC236}">
                <a16:creationId xmlns:a16="http://schemas.microsoft.com/office/drawing/2014/main" id="{915C6A5A-6CF3-1B44-B9FC-E6B7D1A96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5FE2488C-8F14-0E46-85B2-2E242913C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</a:t>
            </a:r>
            <a:r>
              <a:rPr kumimoji="1" lang="en" altLang="zh-CN" sz="2000" dirty="0"/>
              <a:t> had better;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it would be best</a:t>
            </a:r>
            <a:r>
              <a:rPr lang="en" altLang="zh-CN" sz="2000" dirty="0"/>
              <a:t> </a:t>
            </a:r>
            <a:r>
              <a:rPr lang="zh-CN" altLang="en-US" sz="2000" dirty="0"/>
              <a:t>    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</a:t>
            </a:r>
            <a:r>
              <a:rPr lang="en-US" altLang="zh-CN" sz="2000" dirty="0"/>
              <a:t>A.</a:t>
            </a:r>
            <a:r>
              <a:rPr lang="zh-CN" altLang="en-US" sz="2000" dirty="0"/>
              <a:t>公园  </a:t>
            </a:r>
            <a:r>
              <a:rPr lang="en-US" altLang="zh-CN" sz="2000" dirty="0"/>
              <a:t>B.</a:t>
            </a:r>
            <a:r>
              <a:rPr lang="zh-CN" altLang="en-US" sz="2000" dirty="0"/>
              <a:t>花（动词）  </a:t>
            </a:r>
            <a:r>
              <a:rPr lang="en-US" altLang="zh-CN" sz="2000" dirty="0"/>
              <a:t>C.</a:t>
            </a:r>
            <a:r>
              <a:rPr lang="zh-CN" altLang="en-US" sz="2000" dirty="0"/>
              <a:t>最好  </a:t>
            </a:r>
            <a:r>
              <a:rPr lang="en-US" altLang="zh-CN" sz="2000" dirty="0"/>
              <a:t>D.</a:t>
            </a:r>
            <a:r>
              <a:rPr lang="zh-CN" altLang="en-US" sz="2000" dirty="0"/>
              <a:t>西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eaLnBrk="1" hangingPunct="1">
              <a:defRPr/>
            </a:pPr>
            <a:r>
              <a:rPr lang="zh-CN" altLang="en-US" sz="2000" dirty="0"/>
              <a:t>一个单间儿，最（好）是五层以下，二层以上。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B77DE9CD-A2FD-4C4F-82A4-CD247B09E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F89DB723-B692-2148-9C18-F59680CC94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1600" dirty="0"/>
              <a:t>Find</a:t>
            </a:r>
            <a:r>
              <a:rPr lang="zh-CN" altLang="en-US" sz="1600" dirty="0"/>
              <a:t> </a:t>
            </a:r>
            <a:r>
              <a:rPr lang="en-US" altLang="zh-CN" sz="1600" dirty="0"/>
              <a:t>responding</a:t>
            </a:r>
            <a:r>
              <a:rPr lang="zh-CN" altLang="en-US" sz="1600" dirty="0"/>
              <a:t> </a:t>
            </a:r>
            <a:r>
              <a:rPr lang="en" altLang="zh-CN" sz="16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1600" dirty="0"/>
              <a:t>（</a:t>
            </a:r>
            <a:r>
              <a:rPr lang="en-US" altLang="zh-CN" sz="1600" dirty="0"/>
              <a:t>B</a:t>
            </a:r>
            <a:r>
              <a:rPr lang="zh-CN" altLang="en-US" sz="1600" dirty="0"/>
              <a:t>）</a:t>
            </a:r>
            <a:r>
              <a:rPr kumimoji="1" lang="en" altLang="zh-CN" sz="1600" dirty="0"/>
              <a:t> change;</a:t>
            </a:r>
            <a:r>
              <a:rPr kumimoji="1" lang="zh-CN" altLang="en-US" sz="1600" dirty="0"/>
              <a:t> </a:t>
            </a:r>
            <a:r>
              <a:rPr kumimoji="1" lang="en" altLang="zh-CN" sz="1600" dirty="0"/>
              <a:t>alter;</a:t>
            </a:r>
            <a:r>
              <a:rPr kumimoji="1" lang="zh-CN" altLang="en-US" sz="1600" dirty="0"/>
              <a:t> </a:t>
            </a:r>
            <a:r>
              <a:rPr kumimoji="1" lang="en" altLang="zh-CN" sz="1600" dirty="0"/>
              <a:t>transform;</a:t>
            </a:r>
            <a:r>
              <a:rPr kumimoji="1" lang="zh-CN" altLang="en-US" sz="1600" dirty="0"/>
              <a:t> </a:t>
            </a:r>
            <a:r>
              <a:rPr kumimoji="1" lang="en" altLang="zh-CN" sz="1600" dirty="0"/>
              <a:t>convert</a:t>
            </a:r>
            <a:endParaRPr lang="en-US" altLang="zh-CN" sz="16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1600" dirty="0"/>
              <a:t> </a:t>
            </a:r>
            <a:r>
              <a:rPr lang="en-US" altLang="zh-CN" sz="1600" dirty="0"/>
              <a:t>A.</a:t>
            </a:r>
            <a:r>
              <a:rPr lang="zh-CN" altLang="en-US" sz="1600" dirty="0"/>
              <a:t>努力  </a:t>
            </a:r>
            <a:r>
              <a:rPr lang="en-US" altLang="zh-CN" sz="1600" dirty="0"/>
              <a:t>B.</a:t>
            </a:r>
            <a:r>
              <a:rPr lang="zh-CN" altLang="en-US" sz="1600" dirty="0"/>
              <a:t>改变  </a:t>
            </a:r>
            <a:r>
              <a:rPr lang="en-US" altLang="zh-CN" sz="1600" dirty="0"/>
              <a:t>C.</a:t>
            </a:r>
            <a:r>
              <a:rPr lang="zh-CN" altLang="en-US" sz="1600" dirty="0"/>
              <a:t>完成  </a:t>
            </a:r>
            <a:r>
              <a:rPr lang="en-US" altLang="zh-CN" sz="1600" dirty="0"/>
              <a:t>D.</a:t>
            </a:r>
            <a:r>
              <a:rPr lang="zh-CN" altLang="en-US" sz="1600" dirty="0"/>
              <a:t>世界</a:t>
            </a:r>
            <a:endParaRPr lang="en-US" altLang="zh-CN" sz="1600" dirty="0"/>
          </a:p>
          <a:p>
            <a:pPr marL="0" indent="0" eaLnBrk="1" hangingPunct="1">
              <a:buFontTx/>
              <a:buNone/>
              <a:defRPr/>
            </a:pPr>
            <a:endParaRPr lang="en-US" altLang="zh-CN" sz="16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1600" dirty="0"/>
              <a:t>2. Find right 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1600" dirty="0"/>
              <a:t>（</a:t>
            </a:r>
            <a:r>
              <a:rPr lang="en-US" altLang="zh-CN" sz="1600" dirty="0"/>
              <a:t>B</a:t>
            </a:r>
            <a:r>
              <a:rPr lang="zh-CN" altLang="en-US" sz="1600" dirty="0"/>
              <a:t>） 颜色  </a:t>
            </a:r>
            <a:r>
              <a:rPr lang="en-US" altLang="zh-CN" sz="1600" dirty="0"/>
              <a:t>A.</a:t>
            </a:r>
            <a:r>
              <a:rPr lang="zh-CN" altLang="en-US" sz="1600" dirty="0"/>
              <a:t>锻炼  </a:t>
            </a:r>
            <a:r>
              <a:rPr lang="en-US" altLang="zh-CN" sz="1600" dirty="0"/>
              <a:t>B.</a:t>
            </a:r>
            <a:r>
              <a:rPr lang="zh-CN" altLang="en-US" sz="1600" dirty="0"/>
              <a:t>改变  </a:t>
            </a:r>
            <a:r>
              <a:rPr lang="en-US" altLang="zh-CN" sz="1600" dirty="0"/>
              <a:t>C.</a:t>
            </a:r>
            <a:r>
              <a:rPr lang="zh-CN" altLang="en-US" sz="1600" dirty="0"/>
              <a:t>还（动词）  </a:t>
            </a:r>
            <a:r>
              <a:rPr lang="en-US" altLang="zh-CN" sz="1600" dirty="0"/>
              <a:t>D.</a:t>
            </a:r>
            <a:r>
              <a:rPr lang="zh-CN" altLang="en-US" sz="1600" dirty="0"/>
              <a:t>打篮球</a:t>
            </a:r>
            <a:endParaRPr lang="en-US" altLang="zh-CN" sz="1600" dirty="0"/>
          </a:p>
          <a:p>
            <a:pPr marL="0" indent="0" eaLnBrk="1" hangingPunct="1">
              <a:buFontTx/>
              <a:buNone/>
              <a:defRPr/>
            </a:pPr>
            <a:endParaRPr lang="en-US" altLang="zh-CN" sz="16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1600" dirty="0"/>
              <a:t>3.</a:t>
            </a:r>
            <a:r>
              <a:rPr lang="zh-CN" altLang="en-US" sz="1600" dirty="0"/>
              <a:t> </a:t>
            </a:r>
            <a:r>
              <a:rPr lang="en-US" altLang="zh-CN" sz="1600" dirty="0"/>
              <a:t>Fill</a:t>
            </a:r>
            <a:r>
              <a:rPr lang="zh-CN" altLang="en-US" sz="1600" dirty="0"/>
              <a:t> </a:t>
            </a:r>
            <a:r>
              <a:rPr lang="en-US" altLang="zh-CN" sz="1600" dirty="0"/>
              <a:t>in right word.		</a:t>
            </a:r>
            <a:r>
              <a:rPr lang="zh-CN" altLang="en-US" sz="1600" dirty="0"/>
              <a:t>     </a:t>
            </a:r>
            <a:endParaRPr lang="en-US" altLang="zh-CN" sz="16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1600" dirty="0"/>
              <a:t>                         </a:t>
            </a:r>
            <a:r>
              <a:rPr lang="en-US" altLang="zh-CN" sz="1600" dirty="0"/>
              <a:t>Bian4</a:t>
            </a:r>
          </a:p>
          <a:p>
            <a:pPr marL="0" indent="0" eaLnBrk="1" hangingPunct="1">
              <a:buNone/>
              <a:defRPr/>
            </a:pPr>
            <a:r>
              <a:rPr lang="zh-CN" altLang="en-US" sz="1600" dirty="0"/>
              <a:t>对，我得努力</a:t>
            </a:r>
            <a:r>
              <a:rPr lang="zh-CN" altLang="en-US" sz="1600"/>
              <a:t>改（变）</a:t>
            </a:r>
            <a:r>
              <a:rPr lang="zh-CN" altLang="en-US" sz="1600" dirty="0"/>
              <a:t>自己。</a:t>
            </a:r>
            <a:endParaRPr lang="en-US" altLang="zh-CN" sz="1600" dirty="0"/>
          </a:p>
          <a:p>
            <a:pPr marL="0" indent="0" eaLnBrk="1" hangingPunct="1">
              <a:buNone/>
              <a:defRPr/>
            </a:pPr>
            <a:endParaRPr lang="en-US" altLang="zh-C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8A5F1DFE-5790-6244-AA33-34ED73E06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F54AE195-4E87-3F45-B80B-53FEC0538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kumimoji="1" lang="en" altLang="zh-CN" sz="2000" dirty="0"/>
              <a:t> pass through;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get past;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traverse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</a:t>
            </a:r>
            <a:r>
              <a:rPr lang="en-US" altLang="zh-CN" sz="2000" dirty="0"/>
              <a:t>A.</a:t>
            </a:r>
            <a:r>
              <a:rPr lang="zh-CN" altLang="en-US" sz="2000" dirty="0"/>
              <a:t>根据  </a:t>
            </a:r>
            <a:r>
              <a:rPr lang="en-US" altLang="zh-CN" sz="2000" dirty="0"/>
              <a:t>B.</a:t>
            </a:r>
            <a:r>
              <a:rPr lang="zh-CN" altLang="en-US" sz="2000" dirty="0"/>
              <a:t>邻居  </a:t>
            </a:r>
            <a:r>
              <a:rPr lang="en-US" altLang="zh-CN" sz="2000" dirty="0"/>
              <a:t>C.</a:t>
            </a:r>
            <a:r>
              <a:rPr lang="zh-CN" altLang="en-US" sz="2000" dirty="0"/>
              <a:t>黑  </a:t>
            </a:r>
            <a:r>
              <a:rPr lang="en-US" altLang="zh-CN" sz="2000" dirty="0"/>
              <a:t>D.</a:t>
            </a:r>
            <a:r>
              <a:rPr lang="zh-CN" altLang="en-US" sz="2000" dirty="0"/>
              <a:t>通过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 Find right 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 通过   </a:t>
            </a:r>
            <a:r>
              <a:rPr lang="en-US" altLang="zh-CN" sz="2000" dirty="0"/>
              <a:t>A.</a:t>
            </a:r>
            <a:r>
              <a:rPr lang="zh-CN" altLang="en-US" sz="2000" dirty="0"/>
              <a:t>商店  </a:t>
            </a:r>
            <a:r>
              <a:rPr lang="en-US" altLang="zh-CN" sz="2000" dirty="0"/>
              <a:t>B.</a:t>
            </a:r>
            <a:r>
              <a:rPr lang="zh-CN" altLang="en-US" sz="2000" dirty="0"/>
              <a:t>考试  </a:t>
            </a:r>
            <a:r>
              <a:rPr lang="en-US" altLang="zh-CN" sz="2000" dirty="0"/>
              <a:t>C.</a:t>
            </a:r>
            <a:r>
              <a:rPr lang="zh-CN" altLang="en-US" sz="2000" dirty="0"/>
              <a:t>西  </a:t>
            </a:r>
            <a:r>
              <a:rPr lang="en-US" altLang="zh-CN" sz="2000" dirty="0"/>
              <a:t>D.</a:t>
            </a:r>
            <a:r>
              <a:rPr lang="zh-CN" altLang="en-US" sz="2000" dirty="0"/>
              <a:t>分钟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eaLnBrk="1" hangingPunct="1">
              <a:defRPr/>
            </a:pPr>
            <a:r>
              <a:rPr kumimoji="1" lang="zh-CN" altLang="en-US" sz="2000" dirty="0"/>
              <a:t>他通（过）了入学考试。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5AAC76B3-39A3-DA4E-B8ED-3B84E2D38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44C5FCC6-932E-8846-AC0E-401E7D599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kumimoji="1" lang="en" altLang="zh-CN" sz="2000" dirty="0"/>
              <a:t> by means of;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by way of;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by;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through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</a:t>
            </a:r>
            <a:r>
              <a:rPr lang="en-US" altLang="zh-CN" sz="2000" dirty="0"/>
              <a:t>A.</a:t>
            </a:r>
            <a:r>
              <a:rPr lang="zh-CN" altLang="en-US" sz="2000" dirty="0"/>
              <a:t>通过  </a:t>
            </a:r>
            <a:r>
              <a:rPr lang="en-US" altLang="zh-CN" sz="2000" dirty="0"/>
              <a:t>B.</a:t>
            </a:r>
            <a:r>
              <a:rPr lang="zh-CN" altLang="en-US" sz="2000" dirty="0"/>
              <a:t>冷  </a:t>
            </a:r>
            <a:r>
              <a:rPr lang="en-US" altLang="zh-CN" sz="2000" dirty="0"/>
              <a:t>C.</a:t>
            </a:r>
            <a:r>
              <a:rPr lang="zh-CN" altLang="en-US" sz="2000" dirty="0"/>
              <a:t>上午  </a:t>
            </a:r>
            <a:r>
              <a:rPr lang="en-US" altLang="zh-CN" sz="2000" dirty="0"/>
              <a:t>D.</a:t>
            </a:r>
            <a:r>
              <a:rPr lang="zh-CN" altLang="en-US" sz="2000" dirty="0"/>
              <a:t>附近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eaLnBrk="1" hangingPunct="1">
              <a:defRPr/>
            </a:pPr>
            <a:r>
              <a:rPr kumimoji="1" lang="zh-CN" altLang="en-US" sz="2000" dirty="0"/>
              <a:t>张远：任何成功都要通（过）努力才能得到。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F9A744C4-7B82-D54C-BEBA-D71F944BD4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A372005-918F-AE44-BBBC-2B0B29024F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-US" altLang="zh-CN" sz="2000" dirty="0"/>
              <a:t>way of looking at a thing; (point of) view; opinion; perspective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跟  </a:t>
            </a:r>
            <a:r>
              <a:rPr lang="en-US" altLang="zh-CN" sz="2000" dirty="0"/>
              <a:t>B.</a:t>
            </a:r>
            <a:r>
              <a:rPr lang="zh-CN" altLang="en-US" sz="2000" dirty="0"/>
              <a:t>出租车  </a:t>
            </a:r>
            <a:r>
              <a:rPr lang="en-US" altLang="zh-CN" sz="2000" dirty="0"/>
              <a:t>C.</a:t>
            </a:r>
            <a:r>
              <a:rPr lang="zh-CN" altLang="en-US" sz="2000" dirty="0"/>
              <a:t>画  </a:t>
            </a:r>
            <a:r>
              <a:rPr lang="en-US" altLang="zh-CN" sz="2000" dirty="0"/>
              <a:t>D.</a:t>
            </a:r>
            <a:r>
              <a:rPr lang="zh-CN" altLang="en-US" sz="2000" dirty="0"/>
              <a:t>看法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同意（</a:t>
            </a:r>
            <a:r>
              <a:rPr lang="en-US" altLang="zh-CN" sz="2000" dirty="0"/>
              <a:t>A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看法</a:t>
            </a:r>
            <a:r>
              <a:rPr lang="en-US" altLang="zh-CN" sz="2000" dirty="0"/>
              <a:t>  B.</a:t>
            </a:r>
            <a:r>
              <a:rPr lang="zh-CN" altLang="en-US" sz="2000" dirty="0"/>
              <a:t>机场</a:t>
            </a:r>
            <a:r>
              <a:rPr lang="en-US" altLang="zh-CN" sz="2000" dirty="0"/>
              <a:t>  C.</a:t>
            </a:r>
            <a:r>
              <a:rPr lang="zh-CN" altLang="en-US" sz="2000" dirty="0"/>
              <a:t>知道  </a:t>
            </a:r>
            <a:r>
              <a:rPr lang="en-US" altLang="zh-CN" sz="2000" dirty="0"/>
              <a:t>D.</a:t>
            </a:r>
            <a:r>
              <a:rPr lang="zh-CN" altLang="en-US" sz="2000" dirty="0"/>
              <a:t>爸爸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）一样   </a:t>
            </a:r>
            <a:r>
              <a:rPr lang="en-US" altLang="zh-CN" sz="2000" dirty="0"/>
              <a:t>A.</a:t>
            </a:r>
            <a:r>
              <a:rPr lang="zh-CN" altLang="en-US" sz="2000" dirty="0"/>
              <a:t>一共</a:t>
            </a:r>
            <a:r>
              <a:rPr lang="en-US" altLang="zh-CN" sz="2000" dirty="0"/>
              <a:t>  B.</a:t>
            </a:r>
            <a:r>
              <a:rPr lang="zh-CN" altLang="en-US" sz="2000" dirty="0"/>
              <a:t>电子邮件</a:t>
            </a:r>
            <a:r>
              <a:rPr lang="en-US" altLang="zh-CN" sz="2000" dirty="0"/>
              <a:t>  C.</a:t>
            </a:r>
            <a:r>
              <a:rPr lang="zh-CN" altLang="en-US" sz="2000" dirty="0"/>
              <a:t>老  </a:t>
            </a:r>
            <a:r>
              <a:rPr lang="en-US" altLang="zh-CN" sz="2000" dirty="0"/>
              <a:t>D.</a:t>
            </a:r>
            <a:r>
              <a:rPr lang="zh-CN" altLang="en-US" sz="2000" dirty="0"/>
              <a:t>看法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eaLnBrk="1" hangingPunct="1">
              <a:defRPr/>
            </a:pPr>
            <a:r>
              <a:rPr lang="zh-CN" altLang="en-US" sz="2000" dirty="0"/>
              <a:t>我不同意这种看（法）。</a:t>
            </a:r>
            <a:endParaRPr lang="zh-CN" altLang="zh-CN" sz="2000" dirty="0"/>
          </a:p>
          <a:p>
            <a:pPr marL="0" indent="0" eaLnBrk="1" hangingPunct="1">
              <a:buFontTx/>
              <a:buNone/>
              <a:defRPr/>
            </a:pPr>
            <a:endParaRPr lang="zh-CN" altLang="zh-CN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FF27031D-A4F5-C34B-BDB3-6A520B374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944CBB-99F3-7C40-A005-6F825DDA2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</a:t>
            </a:r>
            <a:r>
              <a:rPr lang="en-US" altLang="zh-CN" sz="2000" dirty="0"/>
              <a:t>deep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衣服  </a:t>
            </a:r>
            <a:r>
              <a:rPr lang="en-US" altLang="zh-CN" sz="2000" dirty="0"/>
              <a:t>B.</a:t>
            </a:r>
            <a:r>
              <a:rPr lang="zh-CN" altLang="en-US" sz="2000" dirty="0"/>
              <a:t>又  </a:t>
            </a:r>
            <a:r>
              <a:rPr lang="en-US" altLang="zh-CN" sz="2000" dirty="0"/>
              <a:t>C.</a:t>
            </a:r>
            <a:r>
              <a:rPr lang="zh-CN" altLang="en-US" sz="2000" dirty="0"/>
              <a:t>深  </a:t>
            </a:r>
            <a:r>
              <a:rPr lang="en-US" altLang="zh-CN" sz="2000" dirty="0"/>
              <a:t>D.</a:t>
            </a:r>
            <a:r>
              <a:rPr lang="zh-CN" altLang="en-US" sz="2000" dirty="0"/>
              <a:t>自己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）的印象   </a:t>
            </a:r>
            <a:r>
              <a:rPr lang="en-US" altLang="zh-CN" sz="2000" dirty="0"/>
              <a:t>A.</a:t>
            </a:r>
            <a:r>
              <a:rPr lang="zh-CN" altLang="en-US" sz="2000" dirty="0"/>
              <a:t>旁边</a:t>
            </a:r>
            <a:r>
              <a:rPr lang="en-US" altLang="zh-CN" sz="2000" dirty="0"/>
              <a:t>  B.</a:t>
            </a:r>
            <a:r>
              <a:rPr lang="zh-CN" altLang="en-US" sz="2000" dirty="0"/>
              <a:t>深</a:t>
            </a:r>
            <a:r>
              <a:rPr lang="en-US" altLang="zh-CN" sz="2000" dirty="0"/>
              <a:t>  C.</a:t>
            </a:r>
            <a:r>
              <a:rPr lang="zh-CN" altLang="en-US" sz="2000" dirty="0"/>
              <a:t>故事  </a:t>
            </a:r>
            <a:r>
              <a:rPr lang="en-US" altLang="zh-CN" sz="2000" dirty="0"/>
              <a:t>D.</a:t>
            </a:r>
            <a:r>
              <a:rPr lang="zh-CN" altLang="en-US" sz="2000" dirty="0"/>
              <a:t>换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98EF9491-2F4C-B64B-83AE-39E3C3B23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E5AC37-5A66-F54A-B945-D2092B472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" altLang="zh-CN" sz="2000" dirty="0">
                <a:solidFill>
                  <a:srgbClr val="000000"/>
                </a:solidFill>
              </a:rPr>
              <a:t>(of relations or feelings)close; intimate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怎么  </a:t>
            </a:r>
            <a:r>
              <a:rPr lang="en-US" altLang="zh-CN" sz="2000" dirty="0"/>
              <a:t>B.</a:t>
            </a:r>
            <a:r>
              <a:rPr lang="zh-CN" altLang="en-US" sz="2000" dirty="0"/>
              <a:t>呢  </a:t>
            </a:r>
            <a:r>
              <a:rPr lang="en-US" altLang="zh-CN" sz="2000" dirty="0"/>
              <a:t>C.</a:t>
            </a:r>
            <a:r>
              <a:rPr lang="zh-CN" altLang="en-US" sz="2000" dirty="0"/>
              <a:t>世界  </a:t>
            </a:r>
            <a:r>
              <a:rPr lang="en-US" altLang="zh-CN" sz="2000" dirty="0"/>
              <a:t>D.</a:t>
            </a:r>
            <a:r>
              <a:rPr lang="zh-CN" altLang="en-US" sz="2000" dirty="0"/>
              <a:t>深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）的感情   </a:t>
            </a:r>
            <a:r>
              <a:rPr lang="en-US" altLang="zh-CN" sz="2000" dirty="0"/>
              <a:t>A.</a:t>
            </a:r>
            <a:r>
              <a:rPr lang="zh-CN" altLang="en-US" sz="2000" dirty="0"/>
              <a:t>结婚</a:t>
            </a:r>
            <a:r>
              <a:rPr lang="en-US" altLang="zh-CN" sz="2000" dirty="0"/>
              <a:t>  B.</a:t>
            </a:r>
            <a:r>
              <a:rPr lang="zh-CN" altLang="en-US" sz="2000" dirty="0"/>
              <a:t>谢谢</a:t>
            </a:r>
            <a:r>
              <a:rPr lang="en-US" altLang="zh-CN" sz="2000" dirty="0"/>
              <a:t>  C.</a:t>
            </a:r>
            <a:r>
              <a:rPr lang="zh-CN" altLang="en-US" sz="2000" dirty="0"/>
              <a:t>洗  </a:t>
            </a:r>
            <a:r>
              <a:rPr lang="en-US" altLang="zh-CN" sz="2000" dirty="0"/>
              <a:t>D.</a:t>
            </a:r>
            <a:r>
              <a:rPr lang="zh-CN" altLang="en-US" sz="2000" dirty="0"/>
              <a:t>深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	shen1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eaLnBrk="1" hangingPunct="1">
              <a:defRPr/>
            </a:pPr>
            <a:r>
              <a:rPr kumimoji="1" lang="zh-CN" altLang="en-US" sz="2000" dirty="0"/>
              <a:t>他们之间的感情已经很（深）了。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3BD07A12-DF62-F948-A30E-16662A30D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18F347-C43E-7C46-8543-E864AC0B9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reduce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降低  </a:t>
            </a:r>
            <a:r>
              <a:rPr lang="en-US" altLang="zh-CN" sz="2000" dirty="0"/>
              <a:t>B.</a:t>
            </a:r>
            <a:r>
              <a:rPr lang="zh-CN" altLang="en-US" sz="2000" dirty="0"/>
              <a:t>认识  </a:t>
            </a:r>
            <a:r>
              <a:rPr lang="en-US" altLang="zh-CN" sz="2000" dirty="0"/>
              <a:t>C.</a:t>
            </a:r>
            <a:r>
              <a:rPr lang="zh-CN" altLang="en-US" sz="2000" dirty="0"/>
              <a:t>司机  </a:t>
            </a:r>
            <a:r>
              <a:rPr lang="en-US" altLang="zh-CN" sz="2000" dirty="0"/>
              <a:t>D.</a:t>
            </a:r>
            <a:r>
              <a:rPr lang="zh-CN" altLang="en-US" sz="2000" dirty="0"/>
              <a:t>想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）到   </a:t>
            </a:r>
            <a:r>
              <a:rPr lang="en-US" altLang="zh-CN" sz="2000" dirty="0"/>
              <a:t>A.</a:t>
            </a:r>
            <a:r>
              <a:rPr lang="zh-CN" altLang="en-US" sz="2000" dirty="0"/>
              <a:t>九</a:t>
            </a:r>
            <a:r>
              <a:rPr lang="en-US" altLang="zh-CN" sz="2000" dirty="0"/>
              <a:t>  B.</a:t>
            </a:r>
            <a:r>
              <a:rPr lang="zh-CN" altLang="en-US" sz="2000" dirty="0"/>
              <a:t>叫</a:t>
            </a:r>
            <a:r>
              <a:rPr lang="en-US" altLang="zh-CN" sz="2000" dirty="0"/>
              <a:t>  C.</a:t>
            </a:r>
            <a:r>
              <a:rPr lang="zh-CN" altLang="en-US" sz="2000" dirty="0"/>
              <a:t>小  </a:t>
            </a:r>
            <a:r>
              <a:rPr lang="en-US" altLang="zh-CN" sz="2000" dirty="0"/>
              <a:t>D.</a:t>
            </a:r>
            <a:r>
              <a:rPr lang="zh-CN" altLang="en-US" sz="2000" dirty="0"/>
              <a:t>降低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技术部研究一下，能不能降（低）成本，尽快把方案拿出来。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7BBD4801-9776-7748-AFEC-C37C53D7AE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62E096-AD43-8B4D-A0D4-C8B1B21F5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attach importance to; pay attention to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重视  </a:t>
            </a:r>
            <a:r>
              <a:rPr lang="en-US" altLang="zh-CN" sz="2000" dirty="0"/>
              <a:t>B.</a:t>
            </a:r>
            <a:r>
              <a:rPr lang="zh-CN" altLang="en-US" sz="2000" dirty="0"/>
              <a:t>愿意  </a:t>
            </a:r>
            <a:r>
              <a:rPr lang="en-US" altLang="zh-CN" sz="2000" dirty="0"/>
              <a:t>C.</a:t>
            </a:r>
            <a:r>
              <a:rPr lang="zh-CN" altLang="en-US" sz="2000" dirty="0"/>
              <a:t>半  </a:t>
            </a:r>
            <a:r>
              <a:rPr lang="en-US" altLang="zh-CN" sz="2000" dirty="0"/>
              <a:t>D.</a:t>
            </a:r>
            <a:r>
              <a:rPr lang="zh-CN" altLang="en-US" sz="2000" dirty="0"/>
              <a:t>小心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）文化   </a:t>
            </a:r>
            <a:r>
              <a:rPr lang="en-US" altLang="zh-CN" sz="2000" dirty="0"/>
              <a:t>A.</a:t>
            </a:r>
            <a:r>
              <a:rPr lang="zh-CN" altLang="en-US" sz="2000" dirty="0"/>
              <a:t>照顾</a:t>
            </a:r>
            <a:r>
              <a:rPr lang="en-US" altLang="zh-CN" sz="2000" dirty="0"/>
              <a:t>  B.</a:t>
            </a:r>
            <a:r>
              <a:rPr lang="zh-CN" altLang="en-US" sz="2000" dirty="0"/>
              <a:t>其实</a:t>
            </a:r>
            <a:r>
              <a:rPr lang="en-US" altLang="zh-CN" sz="2000" dirty="0"/>
              <a:t>  C.</a:t>
            </a:r>
            <a:r>
              <a:rPr lang="zh-CN" altLang="en-US" sz="2000" dirty="0"/>
              <a:t>带  </a:t>
            </a:r>
            <a:r>
              <a:rPr lang="en-US" altLang="zh-CN" sz="2000" dirty="0"/>
              <a:t>D.</a:t>
            </a:r>
            <a:r>
              <a:rPr lang="zh-CN" altLang="en-US" sz="2000" dirty="0"/>
              <a:t>重视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非常（</a:t>
            </a:r>
            <a:r>
              <a:rPr lang="en-US" altLang="zh-CN" sz="2000" dirty="0"/>
              <a:t>B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个子</a:t>
            </a:r>
            <a:r>
              <a:rPr lang="en-US" altLang="zh-CN" sz="2000" dirty="0"/>
              <a:t>  B.</a:t>
            </a:r>
            <a:r>
              <a:rPr lang="zh-CN" altLang="en-US" sz="2000" dirty="0"/>
              <a:t>重视</a:t>
            </a:r>
            <a:r>
              <a:rPr lang="en-US" altLang="zh-CN" sz="2000" dirty="0"/>
              <a:t>  C.</a:t>
            </a:r>
            <a:r>
              <a:rPr lang="zh-CN" altLang="en-US" sz="2000" dirty="0"/>
              <a:t>站  </a:t>
            </a:r>
            <a:r>
              <a:rPr lang="en-US" altLang="zh-CN" sz="2000" dirty="0"/>
              <a:t>D.</a:t>
            </a:r>
            <a:r>
              <a:rPr lang="zh-CN" altLang="en-US" sz="2000" dirty="0"/>
              <a:t>结束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他重（视）同学情义，而我们忽略了他的情感。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26D12509-C35D-C544-87FF-24E16EDB0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5535DF-8A0D-9E49-8F65-65CDAE5AA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term; semester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学期  </a:t>
            </a:r>
            <a:r>
              <a:rPr lang="en" altLang="zh-CN" sz="2000" dirty="0"/>
              <a:t>B.</a:t>
            </a:r>
            <a:r>
              <a:rPr lang="zh-CN" altLang="en-US" sz="2000" dirty="0"/>
              <a:t>腿  </a:t>
            </a:r>
            <a:r>
              <a:rPr lang="en" altLang="zh-CN" sz="2000" dirty="0"/>
              <a:t>C.</a:t>
            </a:r>
            <a:r>
              <a:rPr lang="zh-CN" altLang="en-US" sz="2000" dirty="0"/>
              <a:t>经理  </a:t>
            </a:r>
            <a:r>
              <a:rPr lang="en" altLang="zh-CN" sz="2000" dirty="0"/>
              <a:t>D.</a:t>
            </a:r>
            <a:r>
              <a:rPr lang="zh-CN" altLang="en-US" sz="2000" dirty="0"/>
              <a:t>耳朵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B</a:t>
            </a:r>
            <a:r>
              <a:rPr lang="zh-CN" altLang="en-US" sz="2000" dirty="0">
                <a:solidFill>
                  <a:srgbClr val="000000"/>
                </a:solidFill>
              </a:rPr>
              <a:t>）结束了  </a:t>
            </a:r>
            <a:r>
              <a:rPr lang="en" altLang="zh-CN" sz="2000" dirty="0"/>
              <a:t>A.</a:t>
            </a:r>
            <a:r>
              <a:rPr lang="zh-CN" altLang="en-US" sz="2000" dirty="0"/>
              <a:t>二   </a:t>
            </a:r>
            <a:r>
              <a:rPr lang="en" altLang="zh-CN" sz="2000" dirty="0"/>
              <a:t>B.</a:t>
            </a:r>
            <a:r>
              <a:rPr lang="zh-CN" altLang="en-US" sz="2000" dirty="0"/>
              <a:t>学期  </a:t>
            </a:r>
            <a:r>
              <a:rPr lang="en" altLang="zh-CN" sz="2000" dirty="0"/>
              <a:t>C.</a:t>
            </a:r>
            <a:r>
              <a:rPr lang="zh-CN" altLang="en-US" sz="2000" dirty="0"/>
              <a:t>去  </a:t>
            </a:r>
            <a:r>
              <a:rPr lang="en" altLang="zh-CN" sz="2000" dirty="0"/>
              <a:t>D.</a:t>
            </a:r>
            <a:r>
              <a:rPr lang="zh-CN" altLang="en-US" sz="2000" dirty="0"/>
              <a:t>换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新（</a:t>
            </a:r>
            <a:r>
              <a:rPr lang="en-US" altLang="zh-CN" sz="2000" dirty="0">
                <a:solidFill>
                  <a:srgbClr val="000000"/>
                </a:solidFill>
              </a:rPr>
              <a:t>C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" altLang="zh-CN" sz="2000" dirty="0"/>
              <a:t>A.</a:t>
            </a:r>
            <a:r>
              <a:rPr lang="zh-CN" altLang="en-US" sz="2000" dirty="0"/>
              <a:t>旧  </a:t>
            </a:r>
            <a:r>
              <a:rPr lang="en" altLang="zh-CN" sz="2000" dirty="0"/>
              <a:t>B.</a:t>
            </a:r>
            <a:r>
              <a:rPr lang="zh-CN" altLang="en-US" sz="2000" dirty="0"/>
              <a:t>奇怪  </a:t>
            </a:r>
            <a:r>
              <a:rPr lang="en" altLang="zh-CN" sz="2000" dirty="0"/>
              <a:t>C.</a:t>
            </a:r>
            <a:r>
              <a:rPr lang="zh-CN" altLang="en-US" sz="2000" dirty="0"/>
              <a:t>学期  </a:t>
            </a:r>
            <a:r>
              <a:rPr lang="en" altLang="zh-CN" sz="2000" dirty="0"/>
              <a:t>D.</a:t>
            </a:r>
            <a:r>
              <a:rPr lang="zh-CN" altLang="en-US" sz="2000" dirty="0"/>
              <a:t>数学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			qi1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我和妹妹和着泪挨过了断断续续的两个学（期）。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A47D266E-8F5F-834C-82BE-526F08DE24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2FC195-6715-244F-B618-0673EE3E3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arrange a meeting; make an appointment 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约会  </a:t>
            </a:r>
            <a:r>
              <a:rPr lang="en" altLang="zh-CN" sz="2000" dirty="0"/>
              <a:t>B.</a:t>
            </a:r>
            <a:r>
              <a:rPr lang="zh-CN" altLang="en-US" sz="2000" dirty="0"/>
              <a:t>带  </a:t>
            </a:r>
            <a:r>
              <a:rPr lang="en" altLang="zh-CN" sz="2000" dirty="0"/>
              <a:t>C.</a:t>
            </a:r>
            <a:r>
              <a:rPr lang="zh-CN" altLang="en-US" sz="2000" dirty="0"/>
              <a:t>妹妹  </a:t>
            </a:r>
            <a:r>
              <a:rPr lang="en" altLang="zh-CN" sz="2000" dirty="0"/>
              <a:t>D.</a:t>
            </a:r>
            <a:r>
              <a:rPr lang="zh-CN" altLang="en-US" sz="2000" dirty="0"/>
              <a:t>走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有（</a:t>
            </a:r>
            <a:r>
              <a:rPr lang="en-US" altLang="zh-CN" sz="2000" dirty="0">
                <a:solidFill>
                  <a:srgbClr val="000000"/>
                </a:solidFill>
              </a:rPr>
              <a:t>C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" altLang="zh-CN" sz="2000" dirty="0"/>
              <a:t>A.</a:t>
            </a:r>
            <a:r>
              <a:rPr lang="zh-CN" altLang="en-US" sz="2000" dirty="0"/>
              <a:t>容易  </a:t>
            </a:r>
            <a:r>
              <a:rPr lang="en" altLang="zh-CN" sz="2000" dirty="0"/>
              <a:t>B.</a:t>
            </a:r>
            <a:r>
              <a:rPr lang="zh-CN" altLang="en-US" sz="2000" dirty="0"/>
              <a:t>现在  </a:t>
            </a:r>
            <a:r>
              <a:rPr lang="en" altLang="zh-CN" sz="2000" dirty="0"/>
              <a:t>C.</a:t>
            </a:r>
            <a:r>
              <a:rPr lang="zh-CN" altLang="en-US" sz="2000" dirty="0"/>
              <a:t>约会  </a:t>
            </a:r>
            <a:r>
              <a:rPr lang="en" altLang="zh-CN" sz="2000" dirty="0"/>
              <a:t>D.</a:t>
            </a:r>
            <a:r>
              <a:rPr lang="zh-CN" altLang="en-US" sz="2000" dirty="0"/>
              <a:t>然后 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跟</a:t>
            </a:r>
            <a:r>
              <a:rPr lang="en" altLang="zh-CN" sz="2000" dirty="0">
                <a:solidFill>
                  <a:srgbClr val="000000"/>
                </a:solidFill>
              </a:rPr>
              <a:t>X </a:t>
            </a: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B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" altLang="zh-CN" sz="2000" dirty="0"/>
              <a:t>A.</a:t>
            </a:r>
            <a:r>
              <a:rPr lang="zh-CN" altLang="en-US" sz="2000" dirty="0"/>
              <a:t>您 </a:t>
            </a:r>
            <a:r>
              <a:rPr lang="en" altLang="zh-CN" sz="2000" dirty="0"/>
              <a:t>B.</a:t>
            </a:r>
            <a:r>
              <a:rPr lang="zh-CN" altLang="en-US" sz="2000" dirty="0"/>
              <a:t>约会 </a:t>
            </a:r>
            <a:r>
              <a:rPr lang="en" altLang="zh-CN" sz="2000" dirty="0"/>
              <a:t>C.</a:t>
            </a:r>
            <a:r>
              <a:rPr lang="zh-CN" altLang="en-US" sz="2000" dirty="0"/>
              <a:t>季节 </a:t>
            </a:r>
            <a:r>
              <a:rPr lang="en" altLang="zh-CN" sz="2000" dirty="0"/>
              <a:t>D.</a:t>
            </a:r>
            <a:r>
              <a:rPr lang="zh-CN" altLang="en-US" sz="2000" dirty="0"/>
              <a:t>西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       </a:t>
            </a:r>
            <a:r>
              <a:rPr lang="en-US" altLang="zh-CN" sz="2000" dirty="0"/>
              <a:t>hui1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他们约（会）过我，我没去。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正文">
  <a:themeElements>
    <a:clrScheme name="正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正文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正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首页">
  <a:themeElements>
    <a:clrScheme name="首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首页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首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致谢">
  <a:themeElements>
    <a:clrScheme name="致谢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致谢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致谢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890</TotalTime>
  <Words>975</Words>
  <Application>Microsoft Macintosh PowerPoint</Application>
  <PresentationFormat>全屏显示(4:3)</PresentationFormat>
  <Paragraphs>127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宋体</vt:lpstr>
      <vt:lpstr>黑体</vt:lpstr>
      <vt:lpstr>等线</vt:lpstr>
      <vt:lpstr>正文</vt:lpstr>
      <vt:lpstr>首页</vt:lpstr>
      <vt:lpstr>致谢</vt:lpstr>
      <vt:lpstr>第一次学习答案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康 正伟</cp:lastModifiedBy>
  <cp:revision>15</cp:revision>
  <cp:lastPrinted>1601-01-01T00:00:00Z</cp:lastPrinted>
  <dcterms:created xsi:type="dcterms:W3CDTF">1601-01-01T00:00:00Z</dcterms:created>
  <dcterms:modified xsi:type="dcterms:W3CDTF">2022-04-14T01:38:36Z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