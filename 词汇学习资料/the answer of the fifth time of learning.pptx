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375" r:id="rId5"/>
    <p:sldId id="377" r:id="rId6"/>
    <p:sldId id="300" r:id="rId7"/>
    <p:sldId id="302" r:id="rId8"/>
    <p:sldId id="306" r:id="rId9"/>
    <p:sldId id="308" r:id="rId10"/>
    <p:sldId id="310" r:id="rId11"/>
    <p:sldId id="312" r:id="rId12"/>
    <p:sldId id="286" r:id="rId13"/>
    <p:sldId id="288" r:id="rId14"/>
    <p:sldId id="391" r:id="rId15"/>
    <p:sldId id="393" r:id="rId16"/>
    <p:sldId id="260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E0D8E-6EA6-B027-8002-EAEE99E8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D5C562-8270-1AF6-ED44-08AF574C3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752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A3AD4-7CCD-A156-E7AF-27FF2F99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B5AAB7-9F5A-BD64-90D1-60378EE82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5406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90058-5D6C-B624-B56C-15D91F8E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3E30-B9BB-37D9-D97B-9C564DA2A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4791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CACA7-3257-F6FB-6C0D-BD7C44F8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3C50-7B7C-C468-383D-70BEC6464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7797A7-4290-2DFF-F95E-B99D1B75E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5044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43A63-F5DD-9393-243B-03030F72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CED33A-59C9-69C5-08AA-EF5661E2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8A12F8-19D3-ADD2-7FD1-B90026DD7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4E0BAF-C6A5-BE8F-3716-5F78DD336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CC8883-1728-4917-226A-9A9878D50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79470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6C78D-2DC5-B94F-17BF-7B87307D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208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74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4FCD4-76DA-619E-22B5-E218C96E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20496-C5C1-9F0B-85E5-904E9D964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0D67A8-CA7A-57C2-6BFC-152ED7350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4977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36FA8-EF4A-ACE0-2685-0171CBCF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66F40B-5E51-5A02-37EB-FE8D3A088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744FC5-9B9F-ADDC-B263-A4418047D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821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4A96D-4EAE-4C8B-EA35-87885DA9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E7AA2-75E2-3DC0-147F-8FAD0E220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9341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13429A-115F-9AC3-850D-72C432A71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97ACF-C05F-B8B9-E2A7-7C9FDAAB8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704285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58EE0-224F-EF22-C7F5-FF0BC01BB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897688-3133-E373-188B-19E1817DD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37232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6A6BD-F8A9-2018-866B-BD29D21C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907EC-3E0D-6D92-74BB-83D9A36F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75324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3661F-90CC-4132-4C71-967F1FD9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A02EC-BB6E-DF59-BE1A-A58F496E2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82130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11BC6-583A-DADF-0D69-D1026B6D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592EF0-373A-2437-5A36-CDDDA8368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A6DACC-6395-4781-92D5-864B4289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55467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EE10B-24A7-7F44-4891-8AE4711F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109D19-E478-B57D-BB38-176B20147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93264B-CF13-7D95-E649-59333E1F3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D21B5E-3FC8-A7C2-9147-A4A8CCEC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B4843D-FAC0-3123-4C25-8FD92D004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38673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934CB-620C-6D96-A161-3D40F6BD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27047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62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89375-6408-E8B6-705C-3D244CBC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B761B-8FBC-B199-D00B-127D6409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ABDADE-44EC-7A96-9904-B6F472BA2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16384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362A7-8D03-5750-A140-09EF4F5D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45B489-AF0D-8F11-C0C7-8FEBACFDD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3F3D0F-6209-59A8-BEDC-29DE4CBD7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3156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B394-8026-25A3-2FD9-736A3F7C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87F2C8-F39C-8CE4-3A94-E20971ABB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189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39687C-B9DC-2FE9-E9D1-3D68DBF86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85B330-CBE3-13B9-5FB5-795FCF5FD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06436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2E93A-6436-0CA3-32BE-CAFFFDC7B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71AA47-C8E9-C350-5417-41C020C7F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50956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66282-8B29-3947-7382-A7156BCF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F4E9B-C4DE-AAC6-80A2-B553CC4F1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76503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7D14E-4CAA-FC6F-E81E-A4EADD3E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51FFF4-ABC2-1979-E274-6BAC915B9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60327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96BF0-3D69-AE57-4E3F-BBB43635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C4B3FB-C434-7E5D-F138-7529BC088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EBCD6-7C56-AEF3-CA7A-F2B8A17D8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764611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9C28C-8BEA-161F-D74C-563792BC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5B304-E34F-99A9-CCC4-D45C7334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C2B5F2-A67A-4654-A3EB-029A0091E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8046DD-6D37-31A5-7F48-FE2AAF793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297739-7E08-3CC9-6AE6-ADFEE80E2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496614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77E3A-DAFC-3881-1676-C1A1C6AB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44990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2252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9D8F9-2E58-F276-3EFA-14139E38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742D1-CCA0-F697-0F6C-183CF23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C8AF9C-3280-011B-49E7-F855A96A7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63636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9D475-EA7A-8C9D-32C8-3B503FD8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304304-AED6-241D-DD38-6AE5609F6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056053-94C0-C1A6-543E-E12E35BC3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72356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A478A-AD19-F06A-1F5C-767D7951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C74B6D-9F13-DE66-D9C7-38C66F381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06985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80B5D0-15A7-4F53-9D0C-ADA3D32DB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E1E63D-D54D-7893-ED3E-0CBEA29A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85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Picture 9">
            <a:extLst>
              <a:ext uri="{FF2B5EF4-FFF2-40B4-BE49-F238E27FC236}">
                <a16:creationId xmlns:a16="http://schemas.microsoft.com/office/drawing/2014/main" id="{4F2E6765-AE39-06CC-9BD7-16B4DC44F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11FE139B-8EFC-10A7-6D51-CDC76187D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E606C7A-F1A6-0B5C-5CAB-B4DC15EA2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>
            <a:extLst>
              <a:ext uri="{FF2B5EF4-FFF2-40B4-BE49-F238E27FC236}">
                <a16:creationId xmlns:a16="http://schemas.microsoft.com/office/drawing/2014/main" id="{839EF1B7-C373-3633-F5C2-0130FE70B7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1C02D40D-10EE-56E4-0F1F-835DF6B2F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>
            <a:extLst>
              <a:ext uri="{FF2B5EF4-FFF2-40B4-BE49-F238E27FC236}">
                <a16:creationId xmlns:a16="http://schemas.microsoft.com/office/drawing/2014/main" id="{BA069928-0315-DFE5-3E1E-29C19BAC1E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1887BD1-4BF9-6D37-AD6D-F4F4A85F3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第五次学习答案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285A0F57-D9DD-8148-B413-DFE5C1DB7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8098D-27C4-F245-9FEF-19CE5BFC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question; problem; issue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年 </a:t>
            </a:r>
            <a:r>
              <a:rPr lang="en" altLang="zh-CN" sz="2000" dirty="0"/>
              <a:t>B.</a:t>
            </a:r>
            <a:r>
              <a:rPr lang="zh-CN" altLang="en-US" sz="2000" dirty="0"/>
              <a:t>东 </a:t>
            </a:r>
            <a:r>
              <a:rPr lang="en" altLang="zh-CN" sz="2000" dirty="0"/>
              <a:t>C.</a:t>
            </a:r>
            <a:r>
              <a:rPr lang="zh-CN" altLang="en-US" sz="2000" dirty="0"/>
              <a:t>问 </a:t>
            </a:r>
            <a:r>
              <a:rPr lang="en" altLang="zh-CN" sz="2000" dirty="0"/>
              <a:t>D.</a:t>
            </a:r>
            <a:r>
              <a:rPr lang="zh-CN" altLang="en-US" sz="2000" dirty="0"/>
              <a:t>问题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回答（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问题  </a:t>
            </a:r>
            <a:r>
              <a:rPr lang="en" altLang="zh-CN" sz="2000" dirty="0"/>
              <a:t>B.</a:t>
            </a:r>
            <a:r>
              <a:rPr lang="zh-CN" altLang="en-US" sz="2000" dirty="0"/>
              <a:t>先  </a:t>
            </a:r>
            <a:r>
              <a:rPr lang="en" altLang="zh-CN" sz="2000" dirty="0"/>
              <a:t>C.</a:t>
            </a:r>
            <a:r>
              <a:rPr lang="zh-CN" altLang="en-US" sz="2000" dirty="0"/>
              <a:t>快乐  </a:t>
            </a:r>
            <a:r>
              <a:rPr lang="en" altLang="zh-CN" sz="2000" dirty="0"/>
              <a:t>D.</a:t>
            </a:r>
            <a:r>
              <a:rPr lang="zh-CN" altLang="en-US" sz="2000" dirty="0"/>
              <a:t>角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解决（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叔叔 </a:t>
            </a:r>
            <a:r>
              <a:rPr lang="en" altLang="zh-CN" sz="2000" dirty="0"/>
              <a:t>B.</a:t>
            </a:r>
            <a:r>
              <a:rPr lang="zh-CN" altLang="en-US" sz="2000" dirty="0"/>
              <a:t>选择 </a:t>
            </a:r>
            <a:r>
              <a:rPr lang="en" altLang="zh-CN" sz="2000" dirty="0"/>
              <a:t>C.</a:t>
            </a:r>
            <a:r>
              <a:rPr lang="zh-CN" altLang="en-US" sz="2000" dirty="0"/>
              <a:t>问题 </a:t>
            </a:r>
            <a:r>
              <a:rPr lang="en" altLang="zh-CN" sz="2000" dirty="0"/>
              <a:t>D.</a:t>
            </a:r>
            <a:r>
              <a:rPr lang="zh-CN" altLang="en-US" sz="2000" dirty="0"/>
              <a:t>灯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其实，不同的问（题）有不同的解决办法。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D9032D3B-9595-0C40-8614-BDDB0E7DF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749C8-2ECD-F14F-B704-CE3CF3B3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sorry; bad; sad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选择  </a:t>
            </a:r>
            <a:r>
              <a:rPr lang="en" altLang="zh-CN" sz="2000" dirty="0"/>
              <a:t>B.</a:t>
            </a:r>
            <a:r>
              <a:rPr lang="zh-CN" altLang="en-US" sz="2000" dirty="0"/>
              <a:t>难过  </a:t>
            </a:r>
            <a:r>
              <a:rPr lang="en" altLang="zh-CN" sz="2000" dirty="0"/>
              <a:t>C.</a:t>
            </a:r>
            <a:r>
              <a:rPr lang="zh-CN" altLang="en-US" sz="2000" dirty="0"/>
              <a:t>九  </a:t>
            </a:r>
            <a:r>
              <a:rPr lang="en" altLang="zh-CN" sz="2000" dirty="0"/>
              <a:t>D.</a:t>
            </a:r>
            <a:r>
              <a:rPr lang="zh-CN" altLang="en-US" sz="2000" dirty="0"/>
              <a:t>吗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别（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/>
              <a:t>A.</a:t>
            </a:r>
            <a:r>
              <a:rPr lang="zh-CN" altLang="en-US" sz="2000" dirty="0"/>
              <a:t>筷子 </a:t>
            </a:r>
            <a:r>
              <a:rPr lang="en" altLang="zh-CN" sz="2000" dirty="0"/>
              <a:t>B.</a:t>
            </a:r>
            <a:r>
              <a:rPr lang="zh-CN" altLang="en-US" sz="2000" dirty="0"/>
              <a:t>喂（叹词） </a:t>
            </a:r>
            <a:r>
              <a:rPr lang="en" altLang="zh-CN" sz="2000" dirty="0"/>
              <a:t>C.</a:t>
            </a:r>
            <a:r>
              <a:rPr lang="zh-CN" altLang="en-US" sz="2000" dirty="0"/>
              <a:t>准备 </a:t>
            </a:r>
            <a:r>
              <a:rPr lang="en" altLang="zh-CN" sz="2000" dirty="0"/>
              <a:t>D.</a:t>
            </a:r>
            <a:r>
              <a:rPr lang="zh-CN" altLang="en-US" sz="2000" dirty="0"/>
              <a:t>难过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她也有些难（过）。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DBE1F91C-2A83-9C4A-A8AF-F331FDBFE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D4DD0-5ABF-2441-982F-ADE89BD4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happiness;</a:t>
            </a:r>
            <a:r>
              <a:rPr lang="zh-CN" altLang="en-US" sz="2000" dirty="0"/>
              <a:t> </a:t>
            </a:r>
            <a:r>
              <a:rPr lang="en" altLang="zh-CN" sz="2000" dirty="0"/>
              <a:t>well-being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幸福  </a:t>
            </a:r>
            <a:r>
              <a:rPr lang="en-US" altLang="zh-CN" sz="2000" dirty="0"/>
              <a:t>B.</a:t>
            </a:r>
            <a:r>
              <a:rPr lang="zh-CN" altLang="en-US" sz="2000" dirty="0"/>
              <a:t>东西  </a:t>
            </a:r>
            <a:r>
              <a:rPr lang="en-US" altLang="zh-CN" sz="2000" dirty="0"/>
              <a:t>C.</a:t>
            </a:r>
            <a:r>
              <a:rPr lang="zh-CN" altLang="en-US" sz="2000" dirty="0"/>
              <a:t>游戏  </a:t>
            </a:r>
            <a:r>
              <a:rPr lang="en-US" altLang="zh-CN" sz="2000" dirty="0"/>
              <a:t>D.</a:t>
            </a:r>
            <a:r>
              <a:rPr lang="zh-CN" altLang="en-US" sz="2000" dirty="0"/>
              <a:t>然后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什么是幸（福）？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AEACF2CF-D0FD-4D4D-B1BA-9FC5B061D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4F55C-68BC-D34C-B754-7A4D0608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happy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已经  </a:t>
            </a:r>
            <a:r>
              <a:rPr lang="en-US" altLang="zh-CN" sz="2000" dirty="0"/>
              <a:t>B.</a:t>
            </a:r>
            <a:r>
              <a:rPr lang="zh-CN" altLang="en-US" sz="2000" dirty="0"/>
              <a:t>秋  </a:t>
            </a:r>
            <a:r>
              <a:rPr lang="en-US" altLang="zh-CN" sz="2000" dirty="0"/>
              <a:t>C.</a:t>
            </a:r>
            <a:r>
              <a:rPr lang="zh-CN" altLang="en-US" sz="2000" dirty="0"/>
              <a:t>米  </a:t>
            </a:r>
            <a:r>
              <a:rPr lang="en-US" altLang="zh-CN" sz="2000" dirty="0"/>
              <a:t>D.</a:t>
            </a:r>
            <a:r>
              <a:rPr lang="zh-CN" altLang="en-US" sz="2000" dirty="0"/>
              <a:t>幸福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多么（</a:t>
            </a:r>
            <a:r>
              <a:rPr lang="en-US" altLang="zh-CN" sz="2000" dirty="0"/>
              <a:t>D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比  </a:t>
            </a:r>
            <a:r>
              <a:rPr lang="en-US" altLang="zh-CN" sz="2000" dirty="0"/>
              <a:t>B.</a:t>
            </a:r>
            <a:r>
              <a:rPr lang="zh-CN" altLang="en-US" sz="2000" dirty="0"/>
              <a:t>健康</a:t>
            </a:r>
            <a:r>
              <a:rPr lang="en-US" altLang="zh-CN" sz="2000" dirty="0"/>
              <a:t>  C.</a:t>
            </a:r>
            <a:r>
              <a:rPr lang="zh-CN" altLang="en-US" sz="2000" dirty="0"/>
              <a:t>发  </a:t>
            </a:r>
            <a:r>
              <a:rPr lang="en-US" altLang="zh-CN" sz="2000" dirty="0"/>
              <a:t>D.</a:t>
            </a:r>
            <a:r>
              <a:rPr lang="zh-CN" altLang="en-US" sz="2000" dirty="0"/>
              <a:t>幸福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）的家庭    </a:t>
            </a:r>
            <a:r>
              <a:rPr lang="en-US" altLang="zh-CN" sz="2000" dirty="0"/>
              <a:t>A.</a:t>
            </a:r>
            <a:r>
              <a:rPr lang="zh-CN" altLang="en-US" sz="2000" dirty="0"/>
              <a:t> 题  </a:t>
            </a:r>
            <a:r>
              <a:rPr lang="en-US" altLang="zh-CN" sz="2000" dirty="0"/>
              <a:t>B.</a:t>
            </a:r>
            <a:r>
              <a:rPr lang="zh-CN" altLang="en-US" sz="2000" dirty="0"/>
              <a:t>喝</a:t>
            </a:r>
            <a:r>
              <a:rPr lang="en-US" altLang="zh-CN" sz="2000" dirty="0"/>
              <a:t>  C.</a:t>
            </a:r>
            <a:r>
              <a:rPr lang="zh-CN" altLang="en-US" sz="2000" dirty="0"/>
              <a:t>幸福  </a:t>
            </a:r>
            <a:r>
              <a:rPr lang="en-US" altLang="zh-CN" sz="2000" dirty="0"/>
              <a:t>D.</a:t>
            </a:r>
            <a:r>
              <a:rPr lang="zh-CN" altLang="en-US" sz="2000" dirty="0"/>
              <a:t>怎么样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但是，从另外一个方面看，如果没钱，也很难过得幸（福）。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679E98BB-3CA2-804B-8FD5-D67B58B9B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5585A-E5B5-C547-A006-273FE6373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use;</a:t>
            </a:r>
            <a:r>
              <a:rPr lang="zh-CN" altLang="en-US" sz="2000" dirty="0"/>
              <a:t> </a:t>
            </a:r>
            <a:r>
              <a:rPr lang="en" altLang="zh-CN" sz="2000" dirty="0"/>
              <a:t>employ;</a:t>
            </a:r>
            <a:r>
              <a:rPr lang="zh-CN" altLang="en-US" sz="2000" dirty="0"/>
              <a:t> </a:t>
            </a:r>
            <a:r>
              <a:rPr lang="en" altLang="zh-CN" sz="2000" dirty="0"/>
              <a:t>apply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旧  </a:t>
            </a:r>
            <a:r>
              <a:rPr lang="en-US" altLang="zh-CN" sz="2000" dirty="0"/>
              <a:t>B.</a:t>
            </a:r>
            <a:r>
              <a:rPr lang="zh-CN" altLang="en-US" sz="2000" dirty="0"/>
              <a:t>使用  </a:t>
            </a:r>
            <a:r>
              <a:rPr lang="en-US" altLang="zh-CN" sz="2000" dirty="0"/>
              <a:t>C.</a:t>
            </a:r>
            <a:r>
              <a:rPr lang="zh-CN" altLang="en-US" sz="2000" dirty="0"/>
              <a:t>我  </a:t>
            </a:r>
            <a:r>
              <a:rPr lang="en-US" altLang="zh-CN" sz="2000" dirty="0"/>
              <a:t>D.</a:t>
            </a:r>
            <a:r>
              <a:rPr lang="zh-CN" altLang="en-US" sz="2000" dirty="0"/>
              <a:t>同事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）筷子   </a:t>
            </a:r>
            <a:r>
              <a:rPr lang="en-US" altLang="zh-CN" sz="2000" dirty="0"/>
              <a:t>A.</a:t>
            </a:r>
            <a:r>
              <a:rPr lang="zh-CN" altLang="en-US" sz="2000" dirty="0"/>
              <a:t>下雨  </a:t>
            </a:r>
            <a:r>
              <a:rPr lang="en-US" altLang="zh-CN" sz="2000" dirty="0"/>
              <a:t>B.</a:t>
            </a:r>
            <a:r>
              <a:rPr lang="zh-CN" altLang="en-US" sz="2000" dirty="0"/>
              <a:t>久</a:t>
            </a:r>
            <a:r>
              <a:rPr lang="en-US" altLang="zh-CN" sz="2000" dirty="0"/>
              <a:t>  C.</a:t>
            </a:r>
            <a:r>
              <a:rPr lang="zh-CN" altLang="en-US" sz="2000" dirty="0"/>
              <a:t> 使用 </a:t>
            </a:r>
            <a:r>
              <a:rPr lang="en-US" altLang="zh-CN" sz="2000" dirty="0"/>
              <a:t>D.</a:t>
            </a:r>
            <a:r>
              <a:rPr lang="zh-CN" altLang="en-US" sz="2000" dirty="0"/>
              <a:t>碗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）手机   </a:t>
            </a:r>
            <a:r>
              <a:rPr lang="en-US" altLang="zh-CN" sz="2000" dirty="0"/>
              <a:t>A.</a:t>
            </a:r>
            <a:r>
              <a:rPr lang="zh-CN" altLang="en-US" sz="2000" dirty="0"/>
              <a:t> 耳朵  </a:t>
            </a:r>
            <a:r>
              <a:rPr lang="en-US" altLang="zh-CN" sz="2000" dirty="0"/>
              <a:t>B.</a:t>
            </a:r>
            <a:r>
              <a:rPr lang="zh-CN" altLang="en-US" sz="2000" dirty="0"/>
              <a:t>出</a:t>
            </a:r>
            <a:r>
              <a:rPr lang="en-US" altLang="zh-CN" sz="2000" dirty="0"/>
              <a:t>  C.</a:t>
            </a:r>
            <a:r>
              <a:rPr lang="zh-CN" altLang="en-US" sz="2000" dirty="0"/>
              <a:t> 照顾  </a:t>
            </a:r>
            <a:r>
              <a:rPr lang="en-US" altLang="zh-CN" sz="2000" dirty="0"/>
              <a:t>D.</a:t>
            </a:r>
            <a:r>
              <a:rPr lang="zh-CN" altLang="en-US" sz="2000" dirty="0"/>
              <a:t>使用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如果你想正确使（用）筷子，那就好好练习吧。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C4DF480D-E387-2E4B-82A5-33DCD30D3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07E23-D022-CE4C-9D0B-D41DBB2E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sense perception; sensation; feeling </a:t>
            </a:r>
            <a:r>
              <a:rPr lang="zh-CN" altLang="en-US" sz="2000" dirty="0"/>
              <a:t>  </a:t>
            </a:r>
            <a:r>
              <a:rPr lang="en-US" altLang="zh-CN" sz="2000" dirty="0"/>
              <a:t>A.</a:t>
            </a:r>
            <a:r>
              <a:rPr lang="zh-CN" altLang="en-US" sz="2000" dirty="0"/>
              <a:t>洗澡  </a:t>
            </a:r>
            <a:r>
              <a:rPr lang="en-US" altLang="zh-CN" sz="2000" dirty="0"/>
              <a:t>B.</a:t>
            </a:r>
            <a:r>
              <a:rPr lang="zh-CN" altLang="en-US" sz="2000" dirty="0"/>
              <a:t>感觉  </a:t>
            </a:r>
            <a:r>
              <a:rPr lang="en-US" altLang="zh-CN" sz="2000" dirty="0"/>
              <a:t>C.</a:t>
            </a:r>
            <a:r>
              <a:rPr lang="zh-CN" altLang="en-US" sz="2000" dirty="0"/>
              <a:t>小时  </a:t>
            </a:r>
            <a:r>
              <a:rPr lang="en-US" altLang="zh-CN" sz="2000" dirty="0"/>
              <a:t>D.</a:t>
            </a:r>
            <a:r>
              <a:rPr lang="zh-CN" altLang="en-US" sz="2000" dirty="0"/>
              <a:t>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舒服的（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 </a:t>
            </a:r>
            <a:r>
              <a:rPr lang="en-US" altLang="zh-CN" sz="2000" dirty="0"/>
              <a:t>A.</a:t>
            </a:r>
            <a:r>
              <a:rPr lang="zh-CN" altLang="en-US" sz="2000" dirty="0"/>
              <a:t>超市  </a:t>
            </a:r>
            <a:r>
              <a:rPr lang="en-US" altLang="zh-CN" sz="2000" dirty="0"/>
              <a:t>B.</a:t>
            </a:r>
            <a:r>
              <a:rPr lang="zh-CN" altLang="en-US" sz="2000" dirty="0"/>
              <a:t>哪儿</a:t>
            </a:r>
            <a:r>
              <a:rPr lang="en-US" altLang="zh-CN" sz="2000" dirty="0"/>
              <a:t>  C.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D.</a:t>
            </a:r>
            <a:r>
              <a:rPr lang="zh-CN" altLang="en-US" sz="2000" dirty="0"/>
              <a:t>年轻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一种（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  </a:t>
            </a:r>
            <a:r>
              <a:rPr lang="en-US" altLang="zh-CN" sz="2000" dirty="0"/>
              <a:t>A.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B.</a:t>
            </a:r>
            <a:r>
              <a:rPr lang="zh-CN" altLang="en-US" sz="2000" dirty="0"/>
              <a:t>啤酒</a:t>
            </a:r>
            <a:r>
              <a:rPr lang="en-US" altLang="zh-CN" sz="2000" dirty="0"/>
              <a:t>  C.</a:t>
            </a:r>
            <a:r>
              <a:rPr lang="zh-CN" altLang="en-US" sz="2000" dirty="0"/>
              <a:t> 蛋糕  </a:t>
            </a:r>
            <a:r>
              <a:rPr lang="en-US" altLang="zh-CN" sz="2000" dirty="0"/>
              <a:t>D.</a:t>
            </a:r>
            <a:r>
              <a:rPr lang="zh-CN" altLang="en-US" sz="2000" dirty="0"/>
              <a:t>为什么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我不知道还有谁会有我这种感（觉）。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28D99E81-62E0-0E42-A7D4-7018786F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674A3-BFF6-5941-A49B-CBAAE289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feel;</a:t>
            </a:r>
            <a:r>
              <a:rPr lang="zh-CN" altLang="en-US" sz="2000" dirty="0"/>
              <a:t> </a:t>
            </a:r>
            <a:r>
              <a:rPr lang="en" altLang="zh-CN" sz="2000" dirty="0"/>
              <a:t>perceive;</a:t>
            </a:r>
            <a:r>
              <a:rPr lang="zh-CN" altLang="en-US" sz="2000" dirty="0"/>
              <a:t> </a:t>
            </a:r>
            <a:r>
              <a:rPr lang="en" altLang="zh-CN" sz="2000" dirty="0"/>
              <a:t>become aware of; realize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先  </a:t>
            </a:r>
            <a:r>
              <a:rPr lang="en-US" altLang="zh-CN" sz="2000" dirty="0"/>
              <a:t>B.</a:t>
            </a:r>
            <a:r>
              <a:rPr lang="zh-CN" altLang="en-US" sz="2000" dirty="0"/>
              <a:t>动物  </a:t>
            </a:r>
            <a:r>
              <a:rPr lang="en-US" altLang="zh-CN" sz="2000" dirty="0"/>
              <a:t>C.</a:t>
            </a:r>
            <a:r>
              <a:rPr lang="zh-CN" altLang="en-US" sz="2000" dirty="0"/>
              <a:t>鸡蛋  </a:t>
            </a:r>
            <a:r>
              <a:rPr lang="en-US" altLang="zh-CN" sz="2000" dirty="0"/>
              <a:t>D.</a:t>
            </a:r>
            <a:r>
              <a:rPr lang="zh-CN" altLang="en-US" sz="2000" dirty="0"/>
              <a:t>感觉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）舒服     </a:t>
            </a:r>
            <a:r>
              <a:rPr lang="en-US" altLang="zh-CN" sz="2000" dirty="0"/>
              <a:t>A.</a:t>
            </a:r>
            <a:r>
              <a:rPr lang="zh-CN" altLang="en-US" sz="2000" dirty="0"/>
              <a:t>照片  </a:t>
            </a:r>
            <a:r>
              <a:rPr lang="en-US" altLang="zh-CN" sz="2000" dirty="0"/>
              <a:t>B.</a:t>
            </a:r>
            <a:r>
              <a:rPr lang="zh-CN" altLang="en-US" sz="2000" dirty="0"/>
              <a:t>块</a:t>
            </a:r>
            <a:r>
              <a:rPr lang="en-US" altLang="zh-CN" sz="2000" dirty="0"/>
              <a:t>  C.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D.</a:t>
            </a:r>
            <a:r>
              <a:rPr lang="zh-CN" altLang="en-US" sz="2000" dirty="0"/>
              <a:t>结婚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）到    </a:t>
            </a:r>
            <a:r>
              <a:rPr lang="en-US" altLang="zh-CN" sz="2000" dirty="0"/>
              <a:t>A.</a:t>
            </a:r>
            <a:r>
              <a:rPr lang="zh-CN" altLang="en-US" sz="2000" dirty="0"/>
              <a:t> 大  </a:t>
            </a:r>
            <a:r>
              <a:rPr lang="en-US" altLang="zh-CN" sz="2000" dirty="0"/>
              <a:t>B.</a:t>
            </a:r>
            <a:r>
              <a:rPr lang="zh-CN" altLang="en-US" sz="2000" dirty="0"/>
              <a:t>感觉</a:t>
            </a:r>
            <a:r>
              <a:rPr lang="en-US" altLang="zh-CN" sz="2000" dirty="0"/>
              <a:t>  C.</a:t>
            </a:r>
            <a:r>
              <a:rPr lang="zh-CN" altLang="en-US" sz="2000" dirty="0"/>
              <a:t> 灯  </a:t>
            </a:r>
            <a:r>
              <a:rPr lang="en-US" altLang="zh-CN" sz="2000" dirty="0"/>
              <a:t>D.</a:t>
            </a:r>
            <a:r>
              <a:rPr lang="zh-CN" altLang="en-US" sz="2000" dirty="0"/>
              <a:t>还（副词）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说完，他就出去了，我感（觉）到他在擦眼泪。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E4FD4A92-617C-D34A-8258-D5BF27D22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9DCE8-F559-9E4C-BF35-CA257A16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all   </a:t>
            </a:r>
            <a:r>
              <a:rPr lang="en-US" altLang="zh-CN" sz="2000" dirty="0"/>
              <a:t>A.</a:t>
            </a:r>
            <a:r>
              <a:rPr lang="zh-CN" altLang="en-US" sz="2000" dirty="0"/>
              <a:t>所有  </a:t>
            </a:r>
            <a:r>
              <a:rPr lang="en-US" altLang="zh-CN" sz="2000" dirty="0"/>
              <a:t>B.</a:t>
            </a:r>
            <a:r>
              <a:rPr lang="zh-CN" altLang="en-US" sz="2000" dirty="0"/>
              <a:t>最近  </a:t>
            </a:r>
            <a:r>
              <a:rPr lang="en-US" altLang="zh-CN" sz="2000" dirty="0"/>
              <a:t>C.</a:t>
            </a:r>
            <a:r>
              <a:rPr lang="zh-CN" altLang="en-US" sz="2000" dirty="0"/>
              <a:t>昨天  </a:t>
            </a:r>
            <a:r>
              <a:rPr lang="en-US" altLang="zh-CN" sz="2000" dirty="0"/>
              <a:t>D.</a:t>
            </a:r>
            <a:r>
              <a:rPr lang="zh-CN" altLang="en-US" sz="2000" dirty="0"/>
              <a:t>再见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总之就是要爱所（有）的人。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03278E1E-474A-0943-B7FB-A944336ED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155F3-CB9C-8043-BB5F-FBE678E4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formal; official; regular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船  </a:t>
            </a:r>
            <a:r>
              <a:rPr lang="en-US" altLang="zh-CN" sz="2000" dirty="0"/>
              <a:t>B.</a:t>
            </a:r>
            <a:r>
              <a:rPr lang="zh-CN" altLang="en-US" sz="2000" dirty="0"/>
              <a:t>觉得  </a:t>
            </a:r>
            <a:r>
              <a:rPr lang="en-US" altLang="zh-CN" sz="2000" dirty="0"/>
              <a:t>C.</a:t>
            </a:r>
            <a:r>
              <a:rPr lang="zh-CN" altLang="en-US" sz="2000" dirty="0"/>
              <a:t>正式  </a:t>
            </a:r>
            <a:r>
              <a:rPr lang="en-US" altLang="zh-CN" sz="2000" dirty="0"/>
              <a:t>D.</a:t>
            </a:r>
            <a:r>
              <a:rPr lang="zh-CN" altLang="en-US" sz="2000" dirty="0"/>
              <a:t>种（量词）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）开始  </a:t>
            </a:r>
            <a:r>
              <a:rPr lang="en-US" altLang="zh-CN" sz="2000" dirty="0"/>
              <a:t>A.</a:t>
            </a:r>
            <a:r>
              <a:rPr lang="zh-CN" altLang="en-US" sz="2000" dirty="0"/>
              <a:t>北方</a:t>
            </a:r>
            <a:r>
              <a:rPr lang="en-US" altLang="zh-CN" sz="2000" dirty="0"/>
              <a:t>  B.</a:t>
            </a:r>
            <a:r>
              <a:rPr lang="zh-CN" altLang="en-US" sz="2000" dirty="0"/>
              <a:t>正式 </a:t>
            </a:r>
            <a:r>
              <a:rPr lang="en-US" altLang="zh-CN" sz="2000" dirty="0"/>
              <a:t> C.</a:t>
            </a:r>
            <a:r>
              <a:rPr lang="zh-CN" altLang="en-US" sz="2000" dirty="0"/>
              <a:t>觉  </a:t>
            </a:r>
            <a:r>
              <a:rPr lang="en-US" altLang="zh-CN" sz="2000" dirty="0"/>
              <a:t>D.</a:t>
            </a:r>
            <a:r>
              <a:rPr lang="zh-CN" altLang="en-US" sz="2000" dirty="0"/>
              <a:t>特别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）的衣服  </a:t>
            </a:r>
            <a:r>
              <a:rPr lang="en-US" altLang="zh-CN" sz="2000" dirty="0"/>
              <a:t>A.</a:t>
            </a:r>
            <a:r>
              <a:rPr lang="zh-CN" altLang="en-US" sz="2000" dirty="0"/>
              <a:t>叫</a:t>
            </a:r>
            <a:r>
              <a:rPr lang="en-US" altLang="zh-CN" sz="2000" dirty="0"/>
              <a:t>  B.</a:t>
            </a:r>
            <a:r>
              <a:rPr lang="zh-CN" altLang="en-US" sz="2000" dirty="0"/>
              <a:t>根据</a:t>
            </a:r>
            <a:r>
              <a:rPr lang="en-US" altLang="zh-CN" sz="2000" dirty="0"/>
              <a:t>  C.</a:t>
            </a:r>
            <a:r>
              <a:rPr lang="zh-CN" altLang="en-US" sz="2000" dirty="0"/>
              <a:t>信用  </a:t>
            </a:r>
            <a:r>
              <a:rPr lang="en-US" altLang="zh-CN" sz="2000" dirty="0"/>
              <a:t>D.</a:t>
            </a:r>
            <a:r>
              <a:rPr lang="zh-CN" altLang="en-US" sz="2000" dirty="0"/>
              <a:t>正式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       </a:t>
            </a:r>
            <a:r>
              <a:rPr lang="en-US" altLang="zh-CN" sz="2000" dirty="0"/>
              <a:t>shi4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大会于八月二十四日正（式）开幕。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DDCAF75D-B1BB-3B45-8103-41FEFC1AC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19303-E24F-6241-B5BF-D0F90476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number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注意  </a:t>
            </a:r>
            <a:r>
              <a:rPr lang="en-US" altLang="zh-CN" sz="2000" dirty="0"/>
              <a:t>B.</a:t>
            </a:r>
            <a:r>
              <a:rPr lang="zh-CN" altLang="en-US" sz="2000" dirty="0"/>
              <a:t>几乎  </a:t>
            </a:r>
            <a:r>
              <a:rPr lang="en-US" altLang="zh-CN" sz="2000" dirty="0"/>
              <a:t>C.</a:t>
            </a:r>
            <a:r>
              <a:rPr lang="zh-CN" altLang="en-US" sz="2000" dirty="0"/>
              <a:t>号码  </a:t>
            </a:r>
            <a:r>
              <a:rPr lang="en-US" altLang="zh-CN" sz="2000" dirty="0"/>
              <a:t>D.</a:t>
            </a:r>
            <a:r>
              <a:rPr lang="zh-CN" altLang="en-US" sz="2000" dirty="0"/>
              <a:t>变化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知道（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号码</a:t>
            </a:r>
            <a:r>
              <a:rPr lang="en-US" altLang="zh-CN" sz="2000" dirty="0"/>
              <a:t>  B.</a:t>
            </a:r>
            <a:r>
              <a:rPr lang="zh-CN" altLang="en-US" sz="2000" dirty="0"/>
              <a:t>最近 </a:t>
            </a:r>
            <a:r>
              <a:rPr lang="en-US" altLang="zh-CN" sz="2000" dirty="0"/>
              <a:t> C.</a:t>
            </a:r>
            <a:r>
              <a:rPr lang="zh-CN" altLang="en-US" sz="2000" dirty="0"/>
              <a:t>送 </a:t>
            </a:r>
            <a:r>
              <a:rPr lang="en-US" altLang="zh-CN" sz="2000" dirty="0"/>
              <a:t>D.</a:t>
            </a:r>
            <a:r>
              <a:rPr lang="zh-CN" altLang="en-US" sz="2000" dirty="0"/>
              <a:t>休息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告诉（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看见</a:t>
            </a:r>
            <a:r>
              <a:rPr lang="en-US" altLang="zh-CN" sz="2000" dirty="0"/>
              <a:t>  B.</a:t>
            </a:r>
            <a:r>
              <a:rPr lang="zh-CN" altLang="en-US" sz="2000" dirty="0"/>
              <a:t>鸟 </a:t>
            </a:r>
            <a:r>
              <a:rPr lang="en-US" altLang="zh-CN" sz="2000" dirty="0"/>
              <a:t> C.</a:t>
            </a:r>
            <a:r>
              <a:rPr lang="zh-CN" altLang="en-US" sz="2000" dirty="0"/>
              <a:t>号码  </a:t>
            </a:r>
            <a:r>
              <a:rPr lang="en-US" altLang="zh-CN" sz="2000" dirty="0"/>
              <a:t>D.</a:t>
            </a:r>
            <a:r>
              <a:rPr lang="zh-CN" altLang="en-US" sz="2000" dirty="0"/>
              <a:t>慢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我的电话响了，看号（码）似乎是公司的。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AAB59040-F35E-C24A-9824-8ABE73B94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686CF-EDAF-B24E-A980-F1BCF33F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simply; sheer; at all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礼物  </a:t>
            </a:r>
            <a:r>
              <a:rPr lang="en" altLang="zh-CN" sz="2000" dirty="0"/>
              <a:t>B.</a:t>
            </a:r>
            <a:r>
              <a:rPr lang="zh-CN" altLang="en-US" sz="2000" dirty="0"/>
              <a:t>下雨  </a:t>
            </a:r>
            <a:r>
              <a:rPr lang="en" altLang="zh-CN" sz="2000" dirty="0"/>
              <a:t>C.</a:t>
            </a:r>
            <a:r>
              <a:rPr lang="zh-CN" altLang="en-US" sz="2000" dirty="0"/>
              <a:t>世界  </a:t>
            </a:r>
            <a:r>
              <a:rPr lang="en" altLang="zh-CN" sz="2000" dirty="0"/>
              <a:t>D.</a:t>
            </a:r>
            <a:r>
              <a:rPr lang="zh-CN" altLang="en-US" sz="2000" dirty="0"/>
              <a:t>简直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相信    </a:t>
            </a:r>
            <a:r>
              <a:rPr lang="en" altLang="zh-CN" sz="2000" dirty="0"/>
              <a:t>A.</a:t>
            </a:r>
            <a:r>
              <a:rPr lang="zh-CN" altLang="en-US" sz="2000" dirty="0"/>
              <a:t>门   </a:t>
            </a:r>
            <a:r>
              <a:rPr lang="en" altLang="zh-CN" sz="2000" dirty="0"/>
              <a:t>B.</a:t>
            </a:r>
            <a:r>
              <a:rPr lang="zh-CN" altLang="en-US" sz="2000" dirty="0"/>
              <a:t>哭  </a:t>
            </a:r>
            <a:r>
              <a:rPr lang="en" altLang="zh-CN" sz="2000" dirty="0"/>
              <a:t>C.</a:t>
            </a:r>
            <a:r>
              <a:rPr lang="zh-CN" altLang="en-US" sz="2000" dirty="0"/>
              <a:t>简直  </a:t>
            </a:r>
            <a:r>
              <a:rPr lang="en" altLang="zh-CN" sz="2000" dirty="0"/>
              <a:t>D.</a:t>
            </a:r>
            <a:r>
              <a:rPr lang="zh-CN" altLang="en-US" sz="2000" dirty="0"/>
              <a:t>北京 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我简（直）不敢相信自己的耳朵。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07E82B70-06EF-F94A-853E-66FCAE54D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02DC2-EBD6-4343-9455-A1C3EF8D6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" sz="2000" dirty="0">
                <a:solidFill>
                  <a:srgbClr val="000000"/>
                </a:solidFill>
              </a:rPr>
              <a:t>（</a:t>
            </a:r>
            <a:r>
              <a:rPr lang="en" altLang="zh-CN" sz="2000" dirty="0">
                <a:solidFill>
                  <a:srgbClr val="000000"/>
                </a:solidFill>
              </a:rPr>
              <a:t>of weather, environment, etc.</a:t>
            </a:r>
            <a:r>
              <a:rPr lang="zh-CN" altLang="en" sz="2000" dirty="0">
                <a:solidFill>
                  <a:srgbClr val="000000"/>
                </a:solidFill>
              </a:rPr>
              <a:t>）</a:t>
            </a:r>
            <a:r>
              <a:rPr lang="en" altLang="zh-CN" sz="2000" dirty="0">
                <a:solidFill>
                  <a:srgbClr val="000000"/>
                </a:solidFill>
              </a:rPr>
              <a:t>warm; mild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越   </a:t>
            </a:r>
            <a:r>
              <a:rPr lang="en" altLang="zh-CN" sz="2000" dirty="0"/>
              <a:t>B.</a:t>
            </a:r>
            <a:r>
              <a:rPr lang="zh-CN" altLang="en-US" sz="2000" dirty="0"/>
              <a:t>很 </a:t>
            </a:r>
            <a:r>
              <a:rPr lang="en" altLang="zh-CN" sz="2000" dirty="0"/>
              <a:t>C.</a:t>
            </a:r>
            <a:r>
              <a:rPr lang="zh-CN" altLang="en-US" sz="2000" dirty="0"/>
              <a:t>个子  </a:t>
            </a:r>
            <a:r>
              <a:rPr lang="en" altLang="zh-CN" sz="2000" dirty="0"/>
              <a:t>D.</a:t>
            </a:r>
            <a:r>
              <a:rPr lang="zh-CN" altLang="en-US" sz="2000" dirty="0"/>
              <a:t>暖和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天气（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千  </a:t>
            </a:r>
            <a:r>
              <a:rPr lang="en" altLang="zh-CN" sz="2000" dirty="0"/>
              <a:t>B.</a:t>
            </a:r>
            <a:r>
              <a:rPr lang="zh-CN" altLang="en-US" sz="2000" dirty="0"/>
              <a:t>暖和 </a:t>
            </a:r>
            <a:r>
              <a:rPr lang="en" altLang="zh-CN" sz="2000" dirty="0"/>
              <a:t>C.</a:t>
            </a:r>
            <a:r>
              <a:rPr lang="zh-CN" altLang="en-US" sz="2000" dirty="0"/>
              <a:t>明白 </a:t>
            </a:r>
            <a:r>
              <a:rPr lang="en" altLang="zh-CN" sz="2000" dirty="0"/>
              <a:t>D.</a:t>
            </a:r>
            <a:r>
              <a:rPr lang="zh-CN" altLang="en-US" sz="2000" dirty="0"/>
              <a:t>还（动词）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很（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吃   </a:t>
            </a:r>
            <a:r>
              <a:rPr lang="en" altLang="zh-CN" sz="2000" dirty="0"/>
              <a:t>B.</a:t>
            </a:r>
            <a:r>
              <a:rPr lang="zh-CN" altLang="en-US" sz="2000" dirty="0"/>
              <a:t>外  </a:t>
            </a:r>
            <a:r>
              <a:rPr lang="en" altLang="zh-CN" sz="2000" dirty="0"/>
              <a:t>C.</a:t>
            </a:r>
            <a:r>
              <a:rPr lang="zh-CN" altLang="en-US" sz="2000" dirty="0"/>
              <a:t>过（助词） </a:t>
            </a:r>
            <a:r>
              <a:rPr lang="en" altLang="zh-CN" sz="2000" dirty="0"/>
              <a:t>D.</a:t>
            </a:r>
            <a:r>
              <a:rPr lang="zh-CN" altLang="en" sz="2000" dirty="0"/>
              <a:t>暖和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那里的气候非常暖（和）。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922</Words>
  <Application>Microsoft Macintosh PowerPoint</Application>
  <PresentationFormat>全屏显示(4:3)</PresentationFormat>
  <Paragraphs>119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宋体</vt:lpstr>
      <vt:lpstr>黑体</vt:lpstr>
      <vt:lpstr>正文</vt:lpstr>
      <vt:lpstr>首页</vt:lpstr>
      <vt:lpstr>致谢</vt:lpstr>
      <vt:lpstr>第五次学习答案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26</cp:revision>
  <cp:lastPrinted>1601-01-01T00:00:00Z</cp:lastPrinted>
  <dcterms:created xsi:type="dcterms:W3CDTF">1601-01-01T00:00:00Z</dcterms:created>
  <dcterms:modified xsi:type="dcterms:W3CDTF">2022-04-24T08:40:26Z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