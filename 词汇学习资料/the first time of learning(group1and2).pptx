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429" r:id="rId5"/>
    <p:sldId id="347" r:id="rId6"/>
    <p:sldId id="329" r:id="rId7"/>
    <p:sldId id="382" r:id="rId8"/>
    <p:sldId id="383" r:id="rId9"/>
    <p:sldId id="384" r:id="rId10"/>
    <p:sldId id="337" r:id="rId11"/>
    <p:sldId id="433" r:id="rId12"/>
    <p:sldId id="434" r:id="rId13"/>
    <p:sldId id="385" r:id="rId14"/>
    <p:sldId id="338" r:id="rId15"/>
    <p:sldId id="386" r:id="rId16"/>
    <p:sldId id="387" r:id="rId17"/>
    <p:sldId id="339" r:id="rId18"/>
    <p:sldId id="435" r:id="rId19"/>
    <p:sldId id="436" r:id="rId20"/>
    <p:sldId id="388" r:id="rId21"/>
    <p:sldId id="340" r:id="rId22"/>
    <p:sldId id="389" r:id="rId23"/>
    <p:sldId id="390" r:id="rId24"/>
    <p:sldId id="391" r:id="rId25"/>
    <p:sldId id="341" r:id="rId26"/>
    <p:sldId id="392" r:id="rId27"/>
    <p:sldId id="342" r:id="rId28"/>
    <p:sldId id="393" r:id="rId29"/>
    <p:sldId id="394" r:id="rId30"/>
    <p:sldId id="395" r:id="rId31"/>
    <p:sldId id="343" r:id="rId32"/>
    <p:sldId id="437" r:id="rId33"/>
    <p:sldId id="438" r:id="rId34"/>
    <p:sldId id="396" r:id="rId35"/>
    <p:sldId id="335" r:id="rId36"/>
    <p:sldId id="397" r:id="rId37"/>
    <p:sldId id="398" r:id="rId38"/>
    <p:sldId id="399" r:id="rId39"/>
    <p:sldId id="344" r:id="rId40"/>
    <p:sldId id="439" r:id="rId41"/>
    <p:sldId id="440" r:id="rId42"/>
    <p:sldId id="400" r:id="rId43"/>
    <p:sldId id="345" r:id="rId44"/>
    <p:sldId id="401" r:id="rId45"/>
    <p:sldId id="402" r:id="rId46"/>
    <p:sldId id="346" r:id="rId47"/>
    <p:sldId id="441" r:id="rId48"/>
    <p:sldId id="442" r:id="rId49"/>
    <p:sldId id="403" r:id="rId50"/>
    <p:sldId id="349" r:id="rId51"/>
    <p:sldId id="404" r:id="rId52"/>
    <p:sldId id="405" r:id="rId53"/>
    <p:sldId id="406" r:id="rId54"/>
    <p:sldId id="350" r:id="rId55"/>
    <p:sldId id="443" r:id="rId56"/>
    <p:sldId id="444" r:id="rId57"/>
    <p:sldId id="407" r:id="rId58"/>
    <p:sldId id="351" r:id="rId59"/>
    <p:sldId id="408" r:id="rId60"/>
    <p:sldId id="273" r:id="rId61"/>
    <p:sldId id="445" r:id="rId62"/>
    <p:sldId id="446" r:id="rId63"/>
    <p:sldId id="409" r:id="rId64"/>
    <p:sldId id="352" r:id="rId65"/>
    <p:sldId id="410" r:id="rId66"/>
    <p:sldId id="411" r:id="rId67"/>
    <p:sldId id="353" r:id="rId68"/>
    <p:sldId id="447" r:id="rId69"/>
    <p:sldId id="448" r:id="rId70"/>
    <p:sldId id="412" r:id="rId71"/>
    <p:sldId id="354" r:id="rId72"/>
    <p:sldId id="413" r:id="rId73"/>
    <p:sldId id="414" r:id="rId74"/>
    <p:sldId id="415" r:id="rId75"/>
    <p:sldId id="355" r:id="rId76"/>
    <p:sldId id="449" r:id="rId77"/>
    <p:sldId id="450" r:id="rId78"/>
    <p:sldId id="416" r:id="rId79"/>
    <p:sldId id="356" r:id="rId80"/>
    <p:sldId id="417" r:id="rId81"/>
    <p:sldId id="418" r:id="rId82"/>
    <p:sldId id="419" r:id="rId83"/>
    <p:sldId id="357" r:id="rId84"/>
    <p:sldId id="451" r:id="rId85"/>
    <p:sldId id="452" r:id="rId86"/>
    <p:sldId id="420" r:id="rId87"/>
    <p:sldId id="378" r:id="rId88"/>
    <p:sldId id="421" r:id="rId89"/>
    <p:sldId id="422" r:id="rId90"/>
    <p:sldId id="423" r:id="rId91"/>
    <p:sldId id="379" r:id="rId92"/>
    <p:sldId id="453" r:id="rId93"/>
    <p:sldId id="454" r:id="rId94"/>
    <p:sldId id="424" r:id="rId95"/>
    <p:sldId id="380" r:id="rId96"/>
    <p:sldId id="425" r:id="rId97"/>
    <p:sldId id="426" r:id="rId98"/>
    <p:sldId id="427" r:id="rId99"/>
    <p:sldId id="381" r:id="rId100"/>
    <p:sldId id="260" r:id="rId10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37" autoAdjust="0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458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4645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915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5829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26708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0498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75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569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6046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4230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62734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4508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018966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79884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40417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913187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2660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895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5506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346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07680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75731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6948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673346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6137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473505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82979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81538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628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3962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90646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658881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2180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33AC67AB-09B8-0442-986D-2069C4872C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219CCDD-A7A8-5E44-B870-28B2EADA1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B7B6F93-F591-E442-B407-6975EAE75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7968A744-DC8B-3E4D-B16E-B5F71942AA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39914C0C-439E-AA4E-8562-8A17B6D8F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552D2447-11F3-314F-8D61-1DF9CDE14D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slideLayout" Target="../slideLayouts/slideLayout2.xml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" Target="slide8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7" Type="http://schemas.openxmlformats.org/officeDocument/2006/relationships/slide" Target="slide8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wav"/><Relationship Id="rId3" Type="http://schemas.microsoft.com/office/2007/relationships/media" Target="../media/media8.wav"/><Relationship Id="rId7" Type="http://schemas.microsoft.com/office/2007/relationships/media" Target="../media/media10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9.wav"/><Relationship Id="rId11" Type="http://schemas.openxmlformats.org/officeDocument/2006/relationships/slide" Target="slide15.xml"/><Relationship Id="rId5" Type="http://schemas.microsoft.com/office/2007/relationships/media" Target="../media/media9.wav"/><Relationship Id="rId10" Type="http://schemas.openxmlformats.org/officeDocument/2006/relationships/image" Target="../media/image4.png"/><Relationship Id="rId4" Type="http://schemas.openxmlformats.org/officeDocument/2006/relationships/audio" Target="../media/media8.wav"/><Relationship Id="rId9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10.wav"/><Relationship Id="rId7" Type="http://schemas.openxmlformats.org/officeDocument/2006/relationships/slide" Target="slide15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0.wav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10.wav"/><Relationship Id="rId7" Type="http://schemas.openxmlformats.org/officeDocument/2006/relationships/slide" Target="slide15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0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23.xml"/><Relationship Id="rId4" Type="http://schemas.openxmlformats.org/officeDocument/2006/relationships/slide" Target="slide2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media11.wav"/><Relationship Id="rId13" Type="http://schemas.openxmlformats.org/officeDocument/2006/relationships/slideLayout" Target="../slideLayouts/slideLayout2.xml"/><Relationship Id="rId3" Type="http://schemas.microsoft.com/office/2007/relationships/media" Target="../media/media9.wav"/><Relationship Id="rId7" Type="http://schemas.microsoft.com/office/2007/relationships/media" Target="../media/media11.wav"/><Relationship Id="rId12" Type="http://schemas.openxmlformats.org/officeDocument/2006/relationships/audio" Target="../media/media13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8.wav"/><Relationship Id="rId11" Type="http://schemas.microsoft.com/office/2007/relationships/media" Target="../media/media13.wav"/><Relationship Id="rId5" Type="http://schemas.microsoft.com/office/2007/relationships/media" Target="../media/media8.wav"/><Relationship Id="rId15" Type="http://schemas.openxmlformats.org/officeDocument/2006/relationships/slide" Target="slide23.xml"/><Relationship Id="rId10" Type="http://schemas.openxmlformats.org/officeDocument/2006/relationships/audio" Target="../media/media12.wav"/><Relationship Id="rId4" Type="http://schemas.openxmlformats.org/officeDocument/2006/relationships/audio" Target="../media/media9.wav"/><Relationship Id="rId9" Type="http://schemas.microsoft.com/office/2007/relationships/media" Target="../media/media12.wav"/><Relationship Id="rId1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13.wav"/><Relationship Id="rId3" Type="http://schemas.microsoft.com/office/2007/relationships/media" Target="../media/media11.wav"/><Relationship Id="rId7" Type="http://schemas.microsoft.com/office/2007/relationships/media" Target="../media/media13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2.wav"/><Relationship Id="rId11" Type="http://schemas.openxmlformats.org/officeDocument/2006/relationships/slide" Target="slide23.xml"/><Relationship Id="rId5" Type="http://schemas.microsoft.com/office/2007/relationships/media" Target="../media/media12.wav"/><Relationship Id="rId10" Type="http://schemas.openxmlformats.org/officeDocument/2006/relationships/image" Target="../media/image4.png"/><Relationship Id="rId4" Type="http://schemas.openxmlformats.org/officeDocument/2006/relationships/audio" Target="../media/media11.wav"/><Relationship Id="rId9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audio" Target="../media/media13.wav"/><Relationship Id="rId3" Type="http://schemas.microsoft.com/office/2007/relationships/media" Target="../media/media11.wav"/><Relationship Id="rId7" Type="http://schemas.microsoft.com/office/2007/relationships/media" Target="../media/media13.wav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2.wav"/><Relationship Id="rId11" Type="http://schemas.openxmlformats.org/officeDocument/2006/relationships/slide" Target="slide23.xml"/><Relationship Id="rId5" Type="http://schemas.microsoft.com/office/2007/relationships/media" Target="../media/media12.wav"/><Relationship Id="rId10" Type="http://schemas.openxmlformats.org/officeDocument/2006/relationships/image" Target="../media/image4.png"/><Relationship Id="rId4" Type="http://schemas.openxmlformats.org/officeDocument/2006/relationships/audio" Target="../media/media11.wav"/><Relationship Id="rId9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media" Target="../media/media13.wav"/><Relationship Id="rId7" Type="http://schemas.openxmlformats.org/officeDocument/2006/relationships/slide" Target="slide23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3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9.xml"/><Relationship Id="rId4" Type="http://schemas.openxmlformats.org/officeDocument/2006/relationships/slide" Target="slide2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audio" Target="../media/media17.wav"/><Relationship Id="rId13" Type="http://schemas.openxmlformats.org/officeDocument/2006/relationships/slideLayout" Target="../slideLayouts/slideLayout2.xml"/><Relationship Id="rId3" Type="http://schemas.microsoft.com/office/2007/relationships/media" Target="../media/media15.wav"/><Relationship Id="rId7" Type="http://schemas.microsoft.com/office/2007/relationships/media" Target="../media/media17.wav"/><Relationship Id="rId12" Type="http://schemas.openxmlformats.org/officeDocument/2006/relationships/audio" Target="../media/media19.wav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audio" Target="../media/media16.wav"/><Relationship Id="rId11" Type="http://schemas.microsoft.com/office/2007/relationships/media" Target="../media/media19.wav"/><Relationship Id="rId5" Type="http://schemas.microsoft.com/office/2007/relationships/media" Target="../media/media16.wav"/><Relationship Id="rId15" Type="http://schemas.openxmlformats.org/officeDocument/2006/relationships/slide" Target="slide29.xml"/><Relationship Id="rId10" Type="http://schemas.openxmlformats.org/officeDocument/2006/relationships/audio" Target="../media/media18.wav"/><Relationship Id="rId4" Type="http://schemas.openxmlformats.org/officeDocument/2006/relationships/audio" Target="../media/media15.wav"/><Relationship Id="rId9" Type="http://schemas.microsoft.com/office/2007/relationships/media" Target="../media/media18.wav"/><Relationship Id="rId1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audio" Target="../media/media19.wav"/><Relationship Id="rId3" Type="http://schemas.microsoft.com/office/2007/relationships/media" Target="../media/media17.wav"/><Relationship Id="rId7" Type="http://schemas.microsoft.com/office/2007/relationships/media" Target="../media/media19.wav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audio" Target="../media/media18.wav"/><Relationship Id="rId11" Type="http://schemas.openxmlformats.org/officeDocument/2006/relationships/slide" Target="slide29.xml"/><Relationship Id="rId5" Type="http://schemas.microsoft.com/office/2007/relationships/media" Target="../media/media18.wav"/><Relationship Id="rId10" Type="http://schemas.openxmlformats.org/officeDocument/2006/relationships/image" Target="../media/image4.png"/><Relationship Id="rId4" Type="http://schemas.openxmlformats.org/officeDocument/2006/relationships/audio" Target="../media/media17.wav"/><Relationship Id="rId9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9.wav"/><Relationship Id="rId3" Type="http://schemas.microsoft.com/office/2007/relationships/media" Target="../media/media17.wav"/><Relationship Id="rId7" Type="http://schemas.microsoft.com/office/2007/relationships/media" Target="../media/media19.wav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audio" Target="../media/media18.wav"/><Relationship Id="rId11" Type="http://schemas.openxmlformats.org/officeDocument/2006/relationships/slide" Target="slide29.xml"/><Relationship Id="rId5" Type="http://schemas.microsoft.com/office/2007/relationships/media" Target="../media/media18.wav"/><Relationship Id="rId10" Type="http://schemas.openxmlformats.org/officeDocument/2006/relationships/image" Target="../media/image4.png"/><Relationship Id="rId4" Type="http://schemas.openxmlformats.org/officeDocument/2006/relationships/audio" Target="../media/media17.wav"/><Relationship Id="rId9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media" Target="../media/media19.wav"/><Relationship Id="rId7" Type="http://schemas.openxmlformats.org/officeDocument/2006/relationships/slide" Target="slide29.xml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9.wav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4.xml"/><Relationship Id="rId5" Type="http://schemas.openxmlformats.org/officeDocument/2006/relationships/slide" Target="slide37.xml"/><Relationship Id="rId4" Type="http://schemas.openxmlformats.org/officeDocument/2006/relationships/slide" Target="slide3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3.wav"/><Relationship Id="rId13" Type="http://schemas.openxmlformats.org/officeDocument/2006/relationships/slideLayout" Target="../slideLayouts/slideLayout2.xml"/><Relationship Id="rId3" Type="http://schemas.microsoft.com/office/2007/relationships/media" Target="../media/media21.wav"/><Relationship Id="rId7" Type="http://schemas.microsoft.com/office/2007/relationships/media" Target="../media/media23.wav"/><Relationship Id="rId12" Type="http://schemas.openxmlformats.org/officeDocument/2006/relationships/audio" Target="../media/media25.wav"/><Relationship Id="rId2" Type="http://schemas.openxmlformats.org/officeDocument/2006/relationships/audio" Target="../media/media20.wav"/><Relationship Id="rId1" Type="http://schemas.microsoft.com/office/2007/relationships/media" Target="../media/media20.wav"/><Relationship Id="rId6" Type="http://schemas.openxmlformats.org/officeDocument/2006/relationships/audio" Target="../media/media22.wav"/><Relationship Id="rId11" Type="http://schemas.microsoft.com/office/2007/relationships/media" Target="../media/media25.wav"/><Relationship Id="rId5" Type="http://schemas.microsoft.com/office/2007/relationships/media" Target="../media/media22.wav"/><Relationship Id="rId15" Type="http://schemas.openxmlformats.org/officeDocument/2006/relationships/slide" Target="slide37.xml"/><Relationship Id="rId10" Type="http://schemas.openxmlformats.org/officeDocument/2006/relationships/audio" Target="../media/media24.wav"/><Relationship Id="rId4" Type="http://schemas.openxmlformats.org/officeDocument/2006/relationships/audio" Target="../media/media21.wav"/><Relationship Id="rId9" Type="http://schemas.microsoft.com/office/2007/relationships/media" Target="../media/media24.wav"/><Relationship Id="rId1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audio" Target="../media/media25.wav"/><Relationship Id="rId3" Type="http://schemas.microsoft.com/office/2007/relationships/media" Target="../media/media23.wav"/><Relationship Id="rId7" Type="http://schemas.microsoft.com/office/2007/relationships/media" Target="../media/media25.wav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audio" Target="../media/media24.wav"/><Relationship Id="rId11" Type="http://schemas.openxmlformats.org/officeDocument/2006/relationships/slide" Target="slide37.xml"/><Relationship Id="rId5" Type="http://schemas.microsoft.com/office/2007/relationships/media" Target="../media/media24.wav"/><Relationship Id="rId10" Type="http://schemas.openxmlformats.org/officeDocument/2006/relationships/image" Target="../media/image4.png"/><Relationship Id="rId4" Type="http://schemas.openxmlformats.org/officeDocument/2006/relationships/audio" Target="../media/media23.wav"/><Relationship Id="rId9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media25.wav"/><Relationship Id="rId3" Type="http://schemas.microsoft.com/office/2007/relationships/media" Target="../media/media23.wav"/><Relationship Id="rId7" Type="http://schemas.microsoft.com/office/2007/relationships/media" Target="../media/media25.wav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audio" Target="../media/media24.wav"/><Relationship Id="rId11" Type="http://schemas.openxmlformats.org/officeDocument/2006/relationships/slide" Target="slide37.xml"/><Relationship Id="rId5" Type="http://schemas.microsoft.com/office/2007/relationships/media" Target="../media/media24.wav"/><Relationship Id="rId10" Type="http://schemas.openxmlformats.org/officeDocument/2006/relationships/image" Target="../media/image4.png"/><Relationship Id="rId4" Type="http://schemas.openxmlformats.org/officeDocument/2006/relationships/audio" Target="../media/media23.wav"/><Relationship Id="rId9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media" Target="../media/media25.wav"/><Relationship Id="rId7" Type="http://schemas.openxmlformats.org/officeDocument/2006/relationships/slide" Target="slide37.xml"/><Relationship Id="rId2" Type="http://schemas.openxmlformats.org/officeDocument/2006/relationships/audio" Target="../media/media24.wav"/><Relationship Id="rId1" Type="http://schemas.microsoft.com/office/2007/relationships/media" Target="../media/media2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5.wav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2.xml"/><Relationship Id="rId4" Type="http://schemas.openxmlformats.org/officeDocument/2006/relationships/slide" Target="slide4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wav"/><Relationship Id="rId3" Type="http://schemas.microsoft.com/office/2007/relationships/media" Target="../media/media25.wav"/><Relationship Id="rId7" Type="http://schemas.microsoft.com/office/2007/relationships/media" Target="../media/media21.wav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audio" Target="../media/media20.wav"/><Relationship Id="rId11" Type="http://schemas.openxmlformats.org/officeDocument/2006/relationships/slide" Target="slide44.xml"/><Relationship Id="rId5" Type="http://schemas.microsoft.com/office/2007/relationships/media" Target="../media/media20.wav"/><Relationship Id="rId10" Type="http://schemas.openxmlformats.org/officeDocument/2006/relationships/image" Target="../media/image4.png"/><Relationship Id="rId4" Type="http://schemas.openxmlformats.org/officeDocument/2006/relationships/audio" Target="../media/media25.wav"/><Relationship Id="rId9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media" Target="../media/media25.wav"/><Relationship Id="rId7" Type="http://schemas.openxmlformats.org/officeDocument/2006/relationships/slide" Target="slide44.xml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5.wav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media" Target="../media/media25.wav"/><Relationship Id="rId7" Type="http://schemas.openxmlformats.org/officeDocument/2006/relationships/slide" Target="slide44.xml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5.wav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9.xml"/><Relationship Id="rId5" Type="http://schemas.openxmlformats.org/officeDocument/2006/relationships/slide" Target="slide52.xml"/><Relationship Id="rId4" Type="http://schemas.openxmlformats.org/officeDocument/2006/relationships/slide" Target="slide5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audio" Target="../media/media30.wav"/><Relationship Id="rId13" Type="http://schemas.openxmlformats.org/officeDocument/2006/relationships/slideLayout" Target="../slideLayouts/slideLayout2.xml"/><Relationship Id="rId3" Type="http://schemas.microsoft.com/office/2007/relationships/media" Target="../media/media28.wav"/><Relationship Id="rId7" Type="http://schemas.microsoft.com/office/2007/relationships/media" Target="../media/media30.wav"/><Relationship Id="rId12" Type="http://schemas.openxmlformats.org/officeDocument/2006/relationships/audio" Target="../media/media32.wav"/><Relationship Id="rId2" Type="http://schemas.openxmlformats.org/officeDocument/2006/relationships/audio" Target="../media/media27.wav"/><Relationship Id="rId1" Type="http://schemas.microsoft.com/office/2007/relationships/media" Target="../media/media27.wav"/><Relationship Id="rId6" Type="http://schemas.openxmlformats.org/officeDocument/2006/relationships/audio" Target="../media/media29.wav"/><Relationship Id="rId11" Type="http://schemas.microsoft.com/office/2007/relationships/media" Target="../media/media32.wav"/><Relationship Id="rId5" Type="http://schemas.microsoft.com/office/2007/relationships/media" Target="../media/media29.wav"/><Relationship Id="rId15" Type="http://schemas.openxmlformats.org/officeDocument/2006/relationships/slide" Target="slide52.xml"/><Relationship Id="rId10" Type="http://schemas.openxmlformats.org/officeDocument/2006/relationships/audio" Target="../media/media31.wav"/><Relationship Id="rId4" Type="http://schemas.openxmlformats.org/officeDocument/2006/relationships/audio" Target="../media/media28.wav"/><Relationship Id="rId9" Type="http://schemas.microsoft.com/office/2007/relationships/media" Target="../media/media31.wav"/><Relationship Id="rId1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audio" Target="../media/media32.wav"/><Relationship Id="rId3" Type="http://schemas.microsoft.com/office/2007/relationships/media" Target="../media/media30.wav"/><Relationship Id="rId7" Type="http://schemas.microsoft.com/office/2007/relationships/media" Target="../media/media32.wav"/><Relationship Id="rId2" Type="http://schemas.openxmlformats.org/officeDocument/2006/relationships/audio" Target="../media/media27.wav"/><Relationship Id="rId1" Type="http://schemas.microsoft.com/office/2007/relationships/media" Target="../media/media27.wav"/><Relationship Id="rId6" Type="http://schemas.openxmlformats.org/officeDocument/2006/relationships/audio" Target="../media/media31.wav"/><Relationship Id="rId11" Type="http://schemas.openxmlformats.org/officeDocument/2006/relationships/slide" Target="slide52.xml"/><Relationship Id="rId5" Type="http://schemas.microsoft.com/office/2007/relationships/media" Target="../media/media31.wav"/><Relationship Id="rId10" Type="http://schemas.openxmlformats.org/officeDocument/2006/relationships/image" Target="../media/image4.png"/><Relationship Id="rId4" Type="http://schemas.openxmlformats.org/officeDocument/2006/relationships/audio" Target="../media/media30.wav"/><Relationship Id="rId9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audio" Target="../media/media32.wav"/><Relationship Id="rId3" Type="http://schemas.microsoft.com/office/2007/relationships/media" Target="../media/media30.wav"/><Relationship Id="rId7" Type="http://schemas.microsoft.com/office/2007/relationships/media" Target="../media/media32.wav"/><Relationship Id="rId2" Type="http://schemas.openxmlformats.org/officeDocument/2006/relationships/audio" Target="../media/media27.wav"/><Relationship Id="rId1" Type="http://schemas.microsoft.com/office/2007/relationships/media" Target="../media/media27.wav"/><Relationship Id="rId6" Type="http://schemas.openxmlformats.org/officeDocument/2006/relationships/audio" Target="../media/media31.wav"/><Relationship Id="rId11" Type="http://schemas.openxmlformats.org/officeDocument/2006/relationships/slide" Target="slide52.xml"/><Relationship Id="rId5" Type="http://schemas.microsoft.com/office/2007/relationships/media" Target="../media/media31.wav"/><Relationship Id="rId10" Type="http://schemas.openxmlformats.org/officeDocument/2006/relationships/image" Target="../media/image4.png"/><Relationship Id="rId4" Type="http://schemas.openxmlformats.org/officeDocument/2006/relationships/audio" Target="../media/media30.wav"/><Relationship Id="rId9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media" Target="../media/media32.wav"/><Relationship Id="rId7" Type="http://schemas.openxmlformats.org/officeDocument/2006/relationships/slide" Target="slide52.xml"/><Relationship Id="rId2" Type="http://schemas.openxmlformats.org/officeDocument/2006/relationships/audio" Target="../media/media27.wav"/><Relationship Id="rId1" Type="http://schemas.microsoft.com/office/2007/relationships/media" Target="../media/media2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2.wav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9.xml"/><Relationship Id="rId4" Type="http://schemas.openxmlformats.org/officeDocument/2006/relationships/slide" Target="slide58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media" Target="../media/media34.wav"/><Relationship Id="rId7" Type="http://schemas.openxmlformats.org/officeDocument/2006/relationships/slide" Target="slide58.xml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4.wav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media" Target="../media/media34.wav"/><Relationship Id="rId7" Type="http://schemas.openxmlformats.org/officeDocument/2006/relationships/slide" Target="slide58.xml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4.wav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6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slide" Target="slide6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5.xml"/><Relationship Id="rId4" Type="http://schemas.openxmlformats.org/officeDocument/2006/relationships/slide" Target="slide6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35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audio" Target="../media/media36.wav"/><Relationship Id="rId5" Type="http://schemas.microsoft.com/office/2007/relationships/media" Target="../media/media36.wav"/><Relationship Id="rId4" Type="http://schemas.openxmlformats.org/officeDocument/2006/relationships/audio" Target="../media/media35.wav"/><Relationship Id="rId9" Type="http://schemas.openxmlformats.org/officeDocument/2006/relationships/slide" Target="slide65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35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audio" Target="../media/media36.wav"/><Relationship Id="rId5" Type="http://schemas.microsoft.com/office/2007/relationships/media" Target="../media/media36.wav"/><Relationship Id="rId4" Type="http://schemas.openxmlformats.org/officeDocument/2006/relationships/audio" Target="../media/media35.wav"/><Relationship Id="rId9" Type="http://schemas.openxmlformats.org/officeDocument/2006/relationships/slide" Target="slide65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media" Target="../media/media36.wav"/><Relationship Id="rId7" Type="http://schemas.openxmlformats.org/officeDocument/2006/relationships/slide" Target="slide65.xml"/><Relationship Id="rId2" Type="http://schemas.openxmlformats.org/officeDocument/2006/relationships/audio" Target="../media/media33.wav"/><Relationship Id="rId1" Type="http://schemas.microsoft.com/office/2007/relationships/media" Target="../media/media33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6.wav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6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71.xml"/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0.xml"/><Relationship Id="rId5" Type="http://schemas.openxmlformats.org/officeDocument/2006/relationships/slide" Target="slide73.xml"/><Relationship Id="rId4" Type="http://schemas.openxmlformats.org/officeDocument/2006/relationships/slide" Target="slide7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0.wav"/><Relationship Id="rId13" Type="http://schemas.openxmlformats.org/officeDocument/2006/relationships/slide" Target="slide73.xml"/><Relationship Id="rId3" Type="http://schemas.microsoft.com/office/2007/relationships/media" Target="../media/media38.wav"/><Relationship Id="rId7" Type="http://schemas.microsoft.com/office/2007/relationships/media" Target="../media/media40.wav"/><Relationship Id="rId12" Type="http://schemas.openxmlformats.org/officeDocument/2006/relationships/image" Target="../media/image4.png"/><Relationship Id="rId2" Type="http://schemas.openxmlformats.org/officeDocument/2006/relationships/audio" Target="../media/media37.wav"/><Relationship Id="rId1" Type="http://schemas.microsoft.com/office/2007/relationships/media" Target="../media/media37.wav"/><Relationship Id="rId6" Type="http://schemas.openxmlformats.org/officeDocument/2006/relationships/audio" Target="../media/media39.wav"/><Relationship Id="rId11" Type="http://schemas.openxmlformats.org/officeDocument/2006/relationships/slideLayout" Target="../slideLayouts/slideLayout2.xml"/><Relationship Id="rId5" Type="http://schemas.microsoft.com/office/2007/relationships/media" Target="../media/media39.wav"/><Relationship Id="rId10" Type="http://schemas.openxmlformats.org/officeDocument/2006/relationships/audio" Target="../media/media41.wav"/><Relationship Id="rId4" Type="http://schemas.openxmlformats.org/officeDocument/2006/relationships/audio" Target="../media/media38.wav"/><Relationship Id="rId9" Type="http://schemas.microsoft.com/office/2007/relationships/media" Target="../media/media41.wav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7.wav"/><Relationship Id="rId1" Type="http://schemas.microsoft.com/office/2007/relationships/media" Target="../media/media37.wav"/><Relationship Id="rId6" Type="http://schemas.openxmlformats.org/officeDocument/2006/relationships/audio" Target="../media/media41.wav"/><Relationship Id="rId5" Type="http://schemas.microsoft.com/office/2007/relationships/media" Target="../media/media41.wav"/><Relationship Id="rId4" Type="http://schemas.openxmlformats.org/officeDocument/2006/relationships/audio" Target="../media/media40.wav"/><Relationship Id="rId9" Type="http://schemas.openxmlformats.org/officeDocument/2006/relationships/slide" Target="slide73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7.wav"/><Relationship Id="rId1" Type="http://schemas.microsoft.com/office/2007/relationships/media" Target="../media/media37.wav"/><Relationship Id="rId6" Type="http://schemas.openxmlformats.org/officeDocument/2006/relationships/audio" Target="../media/media41.wav"/><Relationship Id="rId5" Type="http://schemas.microsoft.com/office/2007/relationships/media" Target="../media/media41.wav"/><Relationship Id="rId4" Type="http://schemas.openxmlformats.org/officeDocument/2006/relationships/audio" Target="../media/media40.wav"/><Relationship Id="rId9" Type="http://schemas.openxmlformats.org/officeDocument/2006/relationships/slide" Target="slide73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media" Target="../media/media41.wav"/><Relationship Id="rId7" Type="http://schemas.openxmlformats.org/officeDocument/2006/relationships/slide" Target="slide73.xml"/><Relationship Id="rId2" Type="http://schemas.openxmlformats.org/officeDocument/2006/relationships/audio" Target="../media/media37.wav"/><Relationship Id="rId1" Type="http://schemas.microsoft.com/office/2007/relationships/media" Target="../media/media3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1.wav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9.xml"/><Relationship Id="rId2" Type="http://schemas.openxmlformats.org/officeDocument/2006/relationships/slide" Target="slide7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8.xml"/><Relationship Id="rId5" Type="http://schemas.openxmlformats.org/officeDocument/2006/relationships/slide" Target="slide81.xml"/><Relationship Id="rId4" Type="http://schemas.openxmlformats.org/officeDocument/2006/relationships/slide" Target="slide80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audio" Target="../media/media45.wav"/><Relationship Id="rId13" Type="http://schemas.openxmlformats.org/officeDocument/2006/relationships/slideLayout" Target="../slideLayouts/slideLayout2.xml"/><Relationship Id="rId3" Type="http://schemas.microsoft.com/office/2007/relationships/media" Target="../media/media43.wav"/><Relationship Id="rId7" Type="http://schemas.microsoft.com/office/2007/relationships/media" Target="../media/media45.wav"/><Relationship Id="rId12" Type="http://schemas.openxmlformats.org/officeDocument/2006/relationships/audio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4.wav"/><Relationship Id="rId11" Type="http://schemas.microsoft.com/office/2007/relationships/media" Target="../media/media47.wav"/><Relationship Id="rId5" Type="http://schemas.microsoft.com/office/2007/relationships/media" Target="../media/media44.wav"/><Relationship Id="rId15" Type="http://schemas.openxmlformats.org/officeDocument/2006/relationships/slide" Target="slide81.xml"/><Relationship Id="rId10" Type="http://schemas.openxmlformats.org/officeDocument/2006/relationships/audio" Target="../media/media46.wav"/><Relationship Id="rId4" Type="http://schemas.openxmlformats.org/officeDocument/2006/relationships/audio" Target="../media/media43.wav"/><Relationship Id="rId9" Type="http://schemas.microsoft.com/office/2007/relationships/media" Target="../media/media46.wav"/><Relationship Id="rId1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3" Type="http://schemas.microsoft.com/office/2007/relationships/media" Target="../media/media45.wav"/><Relationship Id="rId7" Type="http://schemas.microsoft.com/office/2007/relationships/media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6.wav"/><Relationship Id="rId11" Type="http://schemas.openxmlformats.org/officeDocument/2006/relationships/slide" Target="slide81.xml"/><Relationship Id="rId5" Type="http://schemas.microsoft.com/office/2007/relationships/media" Target="../media/media46.wav"/><Relationship Id="rId10" Type="http://schemas.openxmlformats.org/officeDocument/2006/relationships/image" Target="../media/image4.png"/><Relationship Id="rId4" Type="http://schemas.openxmlformats.org/officeDocument/2006/relationships/audio" Target="../media/media45.wav"/><Relationship Id="rId9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3" Type="http://schemas.microsoft.com/office/2007/relationships/media" Target="../media/media45.wav"/><Relationship Id="rId7" Type="http://schemas.microsoft.com/office/2007/relationships/media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6.wav"/><Relationship Id="rId11" Type="http://schemas.openxmlformats.org/officeDocument/2006/relationships/slide" Target="slide81.xml"/><Relationship Id="rId5" Type="http://schemas.microsoft.com/office/2007/relationships/media" Target="../media/media46.wav"/><Relationship Id="rId10" Type="http://schemas.openxmlformats.org/officeDocument/2006/relationships/image" Target="../media/image4.png"/><Relationship Id="rId4" Type="http://schemas.openxmlformats.org/officeDocument/2006/relationships/audio" Target="../media/media45.wav"/><Relationship Id="rId9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media" Target="../media/media47.wav"/><Relationship Id="rId7" Type="http://schemas.openxmlformats.org/officeDocument/2006/relationships/slide" Target="slide81.xml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7.wav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8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8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slide" Target="slide8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6.xml"/><Relationship Id="rId5" Type="http://schemas.openxmlformats.org/officeDocument/2006/relationships/slide" Target="slide89.xml"/><Relationship Id="rId4" Type="http://schemas.openxmlformats.org/officeDocument/2006/relationships/slide" Target="slide88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audio" Target="../media/media51.wav"/><Relationship Id="rId13" Type="http://schemas.openxmlformats.org/officeDocument/2006/relationships/slideLayout" Target="../slideLayouts/slideLayout2.xml"/><Relationship Id="rId3" Type="http://schemas.microsoft.com/office/2007/relationships/media" Target="../media/media49.wav"/><Relationship Id="rId7" Type="http://schemas.microsoft.com/office/2007/relationships/media" Target="../media/media51.wav"/><Relationship Id="rId12" Type="http://schemas.openxmlformats.org/officeDocument/2006/relationships/audio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0.wav"/><Relationship Id="rId11" Type="http://schemas.microsoft.com/office/2007/relationships/media" Target="../media/media53.wav"/><Relationship Id="rId5" Type="http://schemas.microsoft.com/office/2007/relationships/media" Target="../media/media50.wav"/><Relationship Id="rId15" Type="http://schemas.openxmlformats.org/officeDocument/2006/relationships/slide" Target="slide89.xml"/><Relationship Id="rId10" Type="http://schemas.openxmlformats.org/officeDocument/2006/relationships/audio" Target="../media/media52.wav"/><Relationship Id="rId4" Type="http://schemas.openxmlformats.org/officeDocument/2006/relationships/audio" Target="../media/media49.wav"/><Relationship Id="rId9" Type="http://schemas.microsoft.com/office/2007/relationships/media" Target="../media/media52.wav"/><Relationship Id="rId14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audio" Target="../media/media53.wav"/><Relationship Id="rId3" Type="http://schemas.microsoft.com/office/2007/relationships/media" Target="../media/media51.wav"/><Relationship Id="rId7" Type="http://schemas.microsoft.com/office/2007/relationships/media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2.wav"/><Relationship Id="rId11" Type="http://schemas.openxmlformats.org/officeDocument/2006/relationships/slide" Target="slide89.xml"/><Relationship Id="rId5" Type="http://schemas.microsoft.com/office/2007/relationships/media" Target="../media/media52.wav"/><Relationship Id="rId10" Type="http://schemas.openxmlformats.org/officeDocument/2006/relationships/image" Target="../media/image4.png"/><Relationship Id="rId4" Type="http://schemas.openxmlformats.org/officeDocument/2006/relationships/audio" Target="../media/media51.wav"/><Relationship Id="rId9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audio" Target="../media/media53.wav"/><Relationship Id="rId3" Type="http://schemas.microsoft.com/office/2007/relationships/media" Target="../media/media51.wav"/><Relationship Id="rId7" Type="http://schemas.microsoft.com/office/2007/relationships/media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2.wav"/><Relationship Id="rId11" Type="http://schemas.openxmlformats.org/officeDocument/2006/relationships/slide" Target="slide89.xml"/><Relationship Id="rId5" Type="http://schemas.microsoft.com/office/2007/relationships/media" Target="../media/media52.wav"/><Relationship Id="rId10" Type="http://schemas.openxmlformats.org/officeDocument/2006/relationships/image" Target="../media/image4.png"/><Relationship Id="rId4" Type="http://schemas.openxmlformats.org/officeDocument/2006/relationships/audio" Target="../media/media51.wav"/><Relationship Id="rId9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media" Target="../media/media53.wav"/><Relationship Id="rId7" Type="http://schemas.openxmlformats.org/officeDocument/2006/relationships/slide" Target="slide89.xml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3.wav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5.xml"/><Relationship Id="rId2" Type="http://schemas.openxmlformats.org/officeDocument/2006/relationships/slide" Target="slide9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4.xml"/><Relationship Id="rId5" Type="http://schemas.openxmlformats.org/officeDocument/2006/relationships/slide" Target="slide97.xml"/><Relationship Id="rId4" Type="http://schemas.openxmlformats.org/officeDocument/2006/relationships/slide" Target="slide96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audio" Target="../media/media57.wav"/><Relationship Id="rId13" Type="http://schemas.openxmlformats.org/officeDocument/2006/relationships/slide" Target="slide97.xml"/><Relationship Id="rId3" Type="http://schemas.microsoft.com/office/2007/relationships/media" Target="../media/media55.wav"/><Relationship Id="rId7" Type="http://schemas.microsoft.com/office/2007/relationships/media" Target="../media/media57.wav"/><Relationship Id="rId12" Type="http://schemas.openxmlformats.org/officeDocument/2006/relationships/image" Target="../media/image4.png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audio" Target="../media/media56.wav"/><Relationship Id="rId11" Type="http://schemas.openxmlformats.org/officeDocument/2006/relationships/slideLayout" Target="../slideLayouts/slideLayout2.xml"/><Relationship Id="rId5" Type="http://schemas.microsoft.com/office/2007/relationships/media" Target="../media/media56.wav"/><Relationship Id="rId10" Type="http://schemas.openxmlformats.org/officeDocument/2006/relationships/audio" Target="../media/media58.wav"/><Relationship Id="rId4" Type="http://schemas.openxmlformats.org/officeDocument/2006/relationships/audio" Target="../media/media55.wav"/><Relationship Id="rId9" Type="http://schemas.microsoft.com/office/2007/relationships/media" Target="../media/media58.wav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7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audio" Target="../media/media58.wav"/><Relationship Id="rId5" Type="http://schemas.microsoft.com/office/2007/relationships/media" Target="../media/media58.wav"/><Relationship Id="rId4" Type="http://schemas.openxmlformats.org/officeDocument/2006/relationships/audio" Target="../media/media57.wav"/><Relationship Id="rId9" Type="http://schemas.openxmlformats.org/officeDocument/2006/relationships/slide" Target="slide97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7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audio" Target="../media/media58.wav"/><Relationship Id="rId5" Type="http://schemas.microsoft.com/office/2007/relationships/media" Target="../media/media58.wav"/><Relationship Id="rId4" Type="http://schemas.openxmlformats.org/officeDocument/2006/relationships/audio" Target="../media/media57.wav"/><Relationship Id="rId9" Type="http://schemas.openxmlformats.org/officeDocument/2006/relationships/slide" Target="slide97.xml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media" Target="../media/media58.wav"/><Relationship Id="rId7" Type="http://schemas.openxmlformats.org/officeDocument/2006/relationships/slide" Target="slide97.xml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8.wav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B0F36F55-68AB-CC42-BB3C-5BA2002D9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第一次学习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EFDE6B3F-AAA3-374E-BE25-560397552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发生？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B839C3-A86C-184F-AC13-5C24747D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5BD3392-BA5B-7743-BDE4-94F25C27C5F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18C24B0-32AA-894B-8297-E33F9A83D1C3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D607C55-5D89-8C48-9209-F677C6D27A63}"/>
              </a:ext>
            </a:extLst>
          </p:cNvPr>
          <p:cNvSpPr/>
          <p:nvPr/>
        </p:nvSpPr>
        <p:spPr>
          <a:xfrm>
            <a:off x="7531100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5AA4A33-5AAB-7C43-8AE2-B26BFD8DDE18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D3B9A0A-C918-B445-A127-C0C9AEBE25D7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3711CDA3-6940-BD46-9B5C-F39805A9A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发生 </a:t>
            </a:r>
            <a:r>
              <a:rPr kumimoji="1" lang="zh-CN" altLang="zh-CN" sz="2800"/>
              <a:t>fāshēng </a:t>
            </a:r>
            <a:endParaRPr kumimoji="1" lang="zh-CN" altLang="en-US" sz="2800"/>
          </a:p>
        </p:txBody>
      </p:sp>
      <p:sp>
        <p:nvSpPr>
          <p:cNvPr id="6146" name="内容占位符 2">
            <a:extLst>
              <a:ext uri="{FF2B5EF4-FFF2-40B4-BE49-F238E27FC236}">
                <a16:creationId xmlns:a16="http://schemas.microsoft.com/office/drawing/2014/main" id="{DAD83B1A-861A-DA43-8742-09219D0EA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1" lang="zh-CN" altLang="zh-CN" sz="2000"/>
              <a:t>发</a:t>
            </a:r>
            <a:r>
              <a:rPr kumimoji="1" lang="zh-CN" altLang="en-US" sz="2000"/>
              <a:t> </a:t>
            </a:r>
            <a:r>
              <a:rPr kumimoji="1" lang="zh-CN" altLang="zh-CN" sz="2000"/>
              <a:t>fā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 come or bring into existence; generate</a:t>
            </a:r>
          </a:p>
          <a:p>
            <a:pPr eaLnBrk="1" hangingPunct="1"/>
            <a:r>
              <a:rPr kumimoji="1" lang="zh-CN" altLang="en-US" sz="2000"/>
              <a:t>生 </a:t>
            </a:r>
            <a:r>
              <a:rPr kumimoji="1" lang="zh-CN" altLang="zh-CN" sz="2000"/>
              <a:t>shēng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bear; generate</a:t>
            </a:r>
            <a:endParaRPr kumimoji="1" lang="zh-CN" altLang="zh-CN" sz="2000"/>
          </a:p>
          <a:p>
            <a:pPr eaLnBrk="1" hangingPunct="1"/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happen;</a:t>
            </a:r>
            <a:r>
              <a:rPr kumimoji="1" lang="zh-CN" altLang="en-US" sz="2000"/>
              <a:t> </a:t>
            </a:r>
            <a:r>
              <a:rPr kumimoji="1" lang="zh-CN" altLang="zh-CN" sz="2000"/>
              <a:t>occur;</a:t>
            </a:r>
            <a:r>
              <a:rPr kumimoji="1" lang="zh-CN" altLang="en-US" sz="2000"/>
              <a:t> </a:t>
            </a:r>
            <a:r>
              <a:rPr kumimoji="1" lang="zh-CN" altLang="zh-CN" sz="2000"/>
              <a:t>take place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容易（三级） 发生  </a:t>
            </a:r>
            <a:r>
              <a:rPr lang="zh-CN" altLang="zh-CN" sz="2000"/>
              <a:t>easy to happen</a:t>
            </a:r>
          </a:p>
          <a:p>
            <a:pPr eaLnBrk="1" hangingPunct="1"/>
            <a:r>
              <a:rPr lang="zh-CN" altLang="en-US" sz="2000"/>
              <a:t>事情（二级） 发生  </a:t>
            </a:r>
            <a:r>
              <a:rPr lang="zh-CN" altLang="zh-CN" sz="2000"/>
              <a:t>things happen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不愿意发生的事情终于出现了。</a:t>
            </a:r>
            <a:r>
              <a:rPr lang="en-US" altLang="zh-CN" sz="2000"/>
              <a:t>['</a:t>
            </a:r>
            <a:r>
              <a:rPr lang="zh-CN" altLang="en-US" sz="2000"/>
              <a:t>出现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愿意</a:t>
            </a:r>
            <a:r>
              <a:rPr kumimoji="1" lang="en-US" altLang="zh-CN" sz="2000"/>
              <a:t>/</a:t>
            </a:r>
            <a:r>
              <a:rPr kumimoji="1" lang="zh-CN" altLang="zh-CN" sz="2000"/>
              <a:t>yuànyì  </a:t>
            </a:r>
            <a:r>
              <a:rPr kumimoji="1" lang="zh-CN" altLang="en-US" sz="2000"/>
              <a:t>发生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fāshēng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事情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shìqing  </a:t>
            </a:r>
            <a:r>
              <a:rPr kumimoji="1" lang="zh-CN" altLang="en-US" sz="2000"/>
              <a:t>终于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zhōngyú  </a:t>
            </a:r>
            <a:r>
              <a:rPr kumimoji="1" lang="zh-CN" altLang="en-US" sz="2000"/>
              <a:t>出现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chūxiàn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I didn't want to happen finally happened.</a:t>
            </a:r>
            <a:endParaRPr kumimoji="1" lang="zh-CN" altLang="en-US" sz="2000"/>
          </a:p>
        </p:txBody>
      </p:sp>
      <p:pic>
        <p:nvPicPr>
          <p:cNvPr id="2" name="发生.wav" descr="发生.wav">
            <a:hlinkClick r:id="" action="ppaction://media"/>
            <a:extLst>
              <a:ext uri="{FF2B5EF4-FFF2-40B4-BE49-F238E27FC236}">
                <a16:creationId xmlns:a16="http://schemas.microsoft.com/office/drawing/2014/main" id="{C620EC63-C863-9049-AEA5-ED1CAA09D8A8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发.wav" descr="发.wav">
            <a:hlinkClick r:id="" action="ppaction://media"/>
            <a:extLst>
              <a:ext uri="{FF2B5EF4-FFF2-40B4-BE49-F238E27FC236}">
                <a16:creationId xmlns:a16="http://schemas.microsoft.com/office/drawing/2014/main" id="{1B214798-1767-2048-91B5-E4FC53C5008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162050"/>
            <a:ext cx="476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生.wav" descr="生.wav">
            <a:hlinkClick r:id="" action="ppaction://media"/>
            <a:extLst>
              <a:ext uri="{FF2B5EF4-FFF2-40B4-BE49-F238E27FC236}">
                <a16:creationId xmlns:a16="http://schemas.microsoft.com/office/drawing/2014/main" id="{518F8961-C925-0542-B689-0033DC85C3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40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容易发生.wav" descr="容易发生.wav">
            <a:hlinkClick r:id="" action="ppaction://media"/>
            <a:extLst>
              <a:ext uri="{FF2B5EF4-FFF2-40B4-BE49-F238E27FC236}">
                <a16:creationId xmlns:a16="http://schemas.microsoft.com/office/drawing/2014/main" id="{0FD3520A-756C-CF4D-8BF2-174293570FC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627313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事情发生.wav" descr="事情发生.wav">
            <a:hlinkClick r:id="" action="ppaction://media"/>
            <a:extLst>
              <a:ext uri="{FF2B5EF4-FFF2-40B4-BE49-F238E27FC236}">
                <a16:creationId xmlns:a16="http://schemas.microsoft.com/office/drawing/2014/main" id="{2A3CFBDD-AAF1-D749-BF29-5E446F856C8E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413" y="3082925"/>
            <a:ext cx="476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不愿意发生的事情终于出现了。.wav" descr="不愿意发生的事情终于出现了。.wav">
            <a:hlinkClick r:id="" action="ppaction://media"/>
            <a:extLst>
              <a:ext uri="{FF2B5EF4-FFF2-40B4-BE49-F238E27FC236}">
                <a16:creationId xmlns:a16="http://schemas.microsoft.com/office/drawing/2014/main" id="{BFA15320-1247-FF49-AFAD-D6AA75BDE066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363" y="3830638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BD0283E-87CF-1E46-A0F8-0B1DA082363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09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5A467347-079D-874C-9412-5EE896FB6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发生 </a:t>
            </a:r>
            <a:r>
              <a:rPr kumimoji="1" lang="zh-CN" altLang="zh-CN" sz="2800"/>
              <a:t>fāshēng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EBB57BD3-D5DF-2D42-85DB-3A34E4E41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happen;</a:t>
            </a:r>
            <a:r>
              <a:rPr kumimoji="1" lang="zh-CN" altLang="en-US" sz="2000"/>
              <a:t> </a:t>
            </a:r>
            <a:r>
              <a:rPr kumimoji="1" lang="zh-CN" altLang="zh-CN" sz="2000"/>
              <a:t>occur;</a:t>
            </a:r>
            <a:r>
              <a:rPr kumimoji="1" lang="zh-CN" altLang="en-US" sz="2000"/>
              <a:t> </a:t>
            </a:r>
            <a:r>
              <a:rPr kumimoji="1" lang="zh-CN" altLang="zh-CN" sz="2000"/>
              <a:t>take place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容易（三级） 发生  </a:t>
            </a:r>
            <a:r>
              <a:rPr lang="zh-CN" altLang="zh-CN" sz="2000"/>
              <a:t>easy to happen</a:t>
            </a:r>
          </a:p>
          <a:p>
            <a:pPr eaLnBrk="1" hangingPunct="1"/>
            <a:r>
              <a:rPr lang="zh-CN" altLang="en-US" sz="2000"/>
              <a:t>事情（二级） 发生  </a:t>
            </a:r>
            <a:r>
              <a:rPr lang="zh-CN" altLang="zh-CN" sz="2000"/>
              <a:t>things happen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不愿意发生的事情终于出现了。</a:t>
            </a:r>
            <a:r>
              <a:rPr lang="en-US" altLang="zh-CN" sz="2000"/>
              <a:t>['</a:t>
            </a:r>
            <a:r>
              <a:rPr lang="zh-CN" altLang="en-US" sz="2000"/>
              <a:t>出现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愿意</a:t>
            </a:r>
            <a:r>
              <a:rPr kumimoji="1" lang="en-US" altLang="zh-CN" sz="2000"/>
              <a:t>/</a:t>
            </a:r>
            <a:r>
              <a:rPr kumimoji="1" lang="zh-CN" altLang="zh-CN" sz="2000"/>
              <a:t>yuànyì  </a:t>
            </a:r>
            <a:r>
              <a:rPr kumimoji="1" lang="zh-CN" altLang="en-US" sz="2000"/>
              <a:t>发生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fāshēng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事情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shìqing  </a:t>
            </a:r>
            <a:r>
              <a:rPr kumimoji="1" lang="zh-CN" altLang="en-US" sz="2000"/>
              <a:t>终于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zhōngyú  </a:t>
            </a:r>
            <a:r>
              <a:rPr kumimoji="1" lang="zh-CN" altLang="en-US" sz="2000"/>
              <a:t>出现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chūxiàn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I didn't want to happen finally happened.</a:t>
            </a:r>
            <a:endParaRPr kumimoji="1" lang="zh-CN" altLang="en-US" sz="2000"/>
          </a:p>
        </p:txBody>
      </p:sp>
      <p:pic>
        <p:nvPicPr>
          <p:cNvPr id="2" name="发生.wav" descr="发生.wav">
            <a:hlinkClick r:id="" action="ppaction://media"/>
            <a:extLst>
              <a:ext uri="{FF2B5EF4-FFF2-40B4-BE49-F238E27FC236}">
                <a16:creationId xmlns:a16="http://schemas.microsoft.com/office/drawing/2014/main" id="{03EF4F42-309F-CB49-8A59-E32F2C0C3A4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容易发生.wav" descr="容易发生.wav">
            <a:hlinkClick r:id="" action="ppaction://media"/>
            <a:extLst>
              <a:ext uri="{FF2B5EF4-FFF2-40B4-BE49-F238E27FC236}">
                <a16:creationId xmlns:a16="http://schemas.microsoft.com/office/drawing/2014/main" id="{03898836-5DFA-1743-81C8-76C46A9B8EC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88" y="1939925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事情发生.wav" descr="事情发生.wav">
            <a:hlinkClick r:id="" action="ppaction://media"/>
            <a:extLst>
              <a:ext uri="{FF2B5EF4-FFF2-40B4-BE49-F238E27FC236}">
                <a16:creationId xmlns:a16="http://schemas.microsoft.com/office/drawing/2014/main" id="{39FC2776-AB7D-294E-9656-ED66B05068B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300" y="2335213"/>
            <a:ext cx="4762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不愿意发生的事情终于出现了。.wav" descr="不愿意发生的事情终于出现了。.wav">
            <a:hlinkClick r:id="" action="ppaction://media"/>
            <a:extLst>
              <a:ext uri="{FF2B5EF4-FFF2-40B4-BE49-F238E27FC236}">
                <a16:creationId xmlns:a16="http://schemas.microsoft.com/office/drawing/2014/main" id="{AC762772-4D95-B548-9AD0-6EA71429B1E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3046413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6B3A71C-5352-C24A-AC1F-F8829A87FF6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9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920C5E3F-80C9-A949-8214-9C5B805B9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发生 </a:t>
            </a:r>
            <a:r>
              <a:rPr kumimoji="1" lang="zh-CN" altLang="zh-CN" sz="2800"/>
              <a:t>fāshēng </a:t>
            </a:r>
            <a:endParaRPr kumimoji="1" lang="zh-CN" altLang="en-US" sz="2800"/>
          </a:p>
        </p:txBody>
      </p:sp>
      <p:sp>
        <p:nvSpPr>
          <p:cNvPr id="8194" name="内容占位符 2">
            <a:extLst>
              <a:ext uri="{FF2B5EF4-FFF2-40B4-BE49-F238E27FC236}">
                <a16:creationId xmlns:a16="http://schemas.microsoft.com/office/drawing/2014/main" id="{A3FE6DA0-C156-CB4E-B226-D5CBB3347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容易（三级） 发生  </a:t>
            </a:r>
            <a:r>
              <a:rPr lang="zh-CN" altLang="zh-CN" sz="2000"/>
              <a:t>easy to happen</a:t>
            </a:r>
          </a:p>
          <a:p>
            <a:pPr eaLnBrk="1" hangingPunct="1"/>
            <a:r>
              <a:rPr lang="zh-CN" altLang="en-US" sz="2000"/>
              <a:t>事情（二级） 发生  </a:t>
            </a:r>
            <a:r>
              <a:rPr lang="zh-CN" altLang="zh-CN" sz="2000"/>
              <a:t>things happen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不愿意发生的事情终于出现了。</a:t>
            </a:r>
            <a:r>
              <a:rPr lang="en-US" altLang="zh-CN" sz="2000"/>
              <a:t>['</a:t>
            </a:r>
            <a:r>
              <a:rPr lang="zh-CN" altLang="en-US" sz="2000"/>
              <a:t>出现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愿意</a:t>
            </a:r>
            <a:r>
              <a:rPr kumimoji="1" lang="en-US" altLang="zh-CN" sz="2000"/>
              <a:t>/</a:t>
            </a:r>
            <a:r>
              <a:rPr kumimoji="1" lang="zh-CN" altLang="zh-CN" sz="2000"/>
              <a:t>yuànyì  </a:t>
            </a:r>
            <a:r>
              <a:rPr kumimoji="1" lang="zh-CN" altLang="en-US" sz="2000"/>
              <a:t>发生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fāshēng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事情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shìqing  </a:t>
            </a:r>
            <a:r>
              <a:rPr kumimoji="1" lang="zh-CN" altLang="en-US" sz="2000"/>
              <a:t>终于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zhōngyú  </a:t>
            </a:r>
            <a:r>
              <a:rPr kumimoji="1" lang="zh-CN" altLang="en-US" sz="2000"/>
              <a:t>出现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chūxiàn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I didn't want to happen finally happened.</a:t>
            </a:r>
            <a:endParaRPr kumimoji="1" lang="zh-CN" altLang="en-US" sz="2000"/>
          </a:p>
        </p:txBody>
      </p:sp>
      <p:pic>
        <p:nvPicPr>
          <p:cNvPr id="2" name="发生.wav" descr="发生.wav">
            <a:hlinkClick r:id="" action="ppaction://media"/>
            <a:extLst>
              <a:ext uri="{FF2B5EF4-FFF2-40B4-BE49-F238E27FC236}">
                <a16:creationId xmlns:a16="http://schemas.microsoft.com/office/drawing/2014/main" id="{969A5B36-644E-4042-97B8-28777BFA568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容易发生.wav" descr="容易发生.wav">
            <a:hlinkClick r:id="" action="ppaction://media"/>
            <a:extLst>
              <a:ext uri="{FF2B5EF4-FFF2-40B4-BE49-F238E27FC236}">
                <a16:creationId xmlns:a16="http://schemas.microsoft.com/office/drawing/2014/main" id="{89F6D62B-B946-ED49-9402-6F4DC76D440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38" y="1550988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事情发生.wav" descr="事情发生.wav">
            <a:hlinkClick r:id="" action="ppaction://media"/>
            <a:extLst>
              <a:ext uri="{FF2B5EF4-FFF2-40B4-BE49-F238E27FC236}">
                <a16:creationId xmlns:a16="http://schemas.microsoft.com/office/drawing/2014/main" id="{BBAFA3F2-7B9E-0745-9334-EB052F56C41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300" y="1935163"/>
            <a:ext cx="47625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不愿意发生的事情终于出现了。.wav" descr="不愿意发生的事情终于出现了。.wav">
            <a:hlinkClick r:id="" action="ppaction://media"/>
            <a:extLst>
              <a:ext uri="{FF2B5EF4-FFF2-40B4-BE49-F238E27FC236}">
                <a16:creationId xmlns:a16="http://schemas.microsoft.com/office/drawing/2014/main" id="{653FE0D4-98AE-1E47-B311-47AF6AF0D3D4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2703513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AA554061-C4F3-E045-9DF1-FC819C68C4A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7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9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B193B103-7236-DD40-88A6-3ACA7B51D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发生 </a:t>
            </a:r>
            <a:r>
              <a:rPr kumimoji="1" lang="zh-CN" altLang="zh-CN" sz="2800"/>
              <a:t>fāshēng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B620048E-8E37-EB42-9DF1-0972EEEF1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不愿意发生的事情终于出现了。</a:t>
            </a:r>
            <a:r>
              <a:rPr lang="en-US" altLang="zh-CN" sz="2000"/>
              <a:t>['</a:t>
            </a:r>
            <a:r>
              <a:rPr lang="zh-CN" altLang="en-US" sz="2000"/>
              <a:t>出现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愿意</a:t>
            </a:r>
            <a:r>
              <a:rPr kumimoji="1" lang="en-US" altLang="zh-CN" sz="2000"/>
              <a:t>/</a:t>
            </a:r>
            <a:r>
              <a:rPr kumimoji="1" lang="zh-CN" altLang="zh-CN" sz="2000"/>
              <a:t>yuànyì  </a:t>
            </a:r>
            <a:r>
              <a:rPr kumimoji="1" lang="zh-CN" altLang="en-US" sz="2000"/>
              <a:t>发生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fāshēng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事情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shìqing  </a:t>
            </a:r>
            <a:r>
              <a:rPr kumimoji="1" lang="zh-CN" altLang="en-US" sz="2000"/>
              <a:t>终于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zhōngyú  </a:t>
            </a:r>
            <a:r>
              <a:rPr kumimoji="1" lang="zh-CN" altLang="en-US" sz="2000"/>
              <a:t>出现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chūxiàn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I didn't want to happen finally happened.</a:t>
            </a:r>
            <a:endParaRPr kumimoji="1" lang="zh-CN" altLang="en-US" sz="2000"/>
          </a:p>
        </p:txBody>
      </p:sp>
      <p:pic>
        <p:nvPicPr>
          <p:cNvPr id="2" name="发生.wav" descr="发生.wav">
            <a:hlinkClick r:id="" action="ppaction://media"/>
            <a:extLst>
              <a:ext uri="{FF2B5EF4-FFF2-40B4-BE49-F238E27FC236}">
                <a16:creationId xmlns:a16="http://schemas.microsoft.com/office/drawing/2014/main" id="{CF8FC9A6-0584-D845-82D4-EEDE28F5D83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不愿意发生的事情终于出现了。.wav" descr="不愿意发生的事情终于出现了。.wav">
            <a:hlinkClick r:id="" action="ppaction://media"/>
            <a:extLst>
              <a:ext uri="{FF2B5EF4-FFF2-40B4-BE49-F238E27FC236}">
                <a16:creationId xmlns:a16="http://schemas.microsoft.com/office/drawing/2014/main" id="{AF829BD6-A3CE-6A47-99E8-C46AA166764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16002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1EB54E1-5AB1-A144-9A97-E6DD4053CBB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9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07A917DF-887A-734A-AA0B-1BF208675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19E3089B-C509-574C-83A4-AEC10F99F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happen;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occur;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take place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嘴  </a:t>
            </a:r>
            <a:r>
              <a:rPr lang="en-US" altLang="zh-CN" sz="2000" dirty="0"/>
              <a:t>B.</a:t>
            </a:r>
            <a:r>
              <a:rPr lang="zh-CN" altLang="en-US" sz="2000" dirty="0"/>
              <a:t>哪儿  </a:t>
            </a:r>
            <a:r>
              <a:rPr lang="en-US" altLang="zh-CN" sz="2000" dirty="0"/>
              <a:t>C.</a:t>
            </a:r>
            <a:r>
              <a:rPr lang="zh-CN" altLang="en-US" sz="2000" dirty="0"/>
              <a:t>第一  </a:t>
            </a:r>
            <a:r>
              <a:rPr lang="en-US" altLang="zh-CN" sz="2000" dirty="0"/>
              <a:t>D.</a:t>
            </a:r>
            <a:r>
              <a:rPr lang="zh-CN" altLang="en-US" sz="2000" dirty="0"/>
              <a:t>发生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容易（）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最后</a:t>
            </a:r>
            <a:r>
              <a:rPr lang="en-US" altLang="zh-CN" sz="2000" dirty="0"/>
              <a:t>  B.</a:t>
            </a:r>
            <a:r>
              <a:rPr lang="zh-CN" altLang="en-US" sz="2000" dirty="0"/>
              <a:t>一直</a:t>
            </a:r>
            <a:r>
              <a:rPr lang="en-US" altLang="zh-CN" sz="2000" dirty="0"/>
              <a:t>  C.</a:t>
            </a:r>
            <a:r>
              <a:rPr lang="zh-CN" altLang="en-US" sz="2000" dirty="0"/>
              <a:t>五  </a:t>
            </a:r>
            <a:r>
              <a:rPr lang="en-US" altLang="zh-CN" sz="2000" dirty="0"/>
              <a:t>D.</a:t>
            </a:r>
            <a:r>
              <a:rPr lang="zh-CN" altLang="en-US" sz="2000" dirty="0"/>
              <a:t>发生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事情（）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医院</a:t>
            </a:r>
            <a:r>
              <a:rPr lang="en-US" altLang="zh-CN" sz="2000" dirty="0"/>
              <a:t>  B.</a:t>
            </a:r>
            <a:r>
              <a:rPr lang="zh-CN" altLang="en-US" sz="2000" dirty="0"/>
              <a:t>发生</a:t>
            </a:r>
            <a:r>
              <a:rPr lang="en-US" altLang="zh-CN" sz="2000" dirty="0"/>
              <a:t>  C.</a:t>
            </a:r>
            <a:r>
              <a:rPr lang="zh-CN" altLang="en-US" sz="2000" dirty="0"/>
              <a:t>裤子  </a:t>
            </a:r>
            <a:r>
              <a:rPr lang="en-US" altLang="zh-CN" sz="2000" dirty="0"/>
              <a:t>D.</a:t>
            </a:r>
            <a:r>
              <a:rPr lang="zh-CN" altLang="en-US" sz="2000" dirty="0"/>
              <a:t>打篮球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不愿意发（）的事情终于出现了。</a:t>
            </a:r>
            <a:endParaRPr lang="zh-CN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4EC28EF-FECF-174D-8909-4C3C2ED8A37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92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3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A673E944-FDC4-F744-BCF8-CE307AC01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最好（</a:t>
            </a:r>
            <a:r>
              <a:rPr kumimoji="1" lang="en-US" altLang="zh-CN" sz="2400"/>
              <a:t>adjective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D4F230-0BA6-624A-902F-CA77827D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  <a:endParaRPr lang="zh-CN" altLang="zh-CN" sz="2000" dirty="0"/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8938714-15E1-3942-98F0-39FC4228D299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82FDFE1-0BDC-EF48-8643-A6C2837CFA96}"/>
              </a:ext>
            </a:extLst>
          </p:cNvPr>
          <p:cNvSpPr/>
          <p:nvPr/>
        </p:nvSpPr>
        <p:spPr>
          <a:xfrm>
            <a:off x="7543800" y="34671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F9F57BC-76DA-D24A-9FC0-43691535D033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BCF8541-177A-134A-A31F-5E2CA143FF87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4DC2DFA4-1430-1A45-832D-9E751C309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 </a:t>
            </a:r>
            <a:endParaRPr kumimoji="1" lang="zh-CN" altLang="en-US" sz="2800"/>
          </a:p>
        </p:txBody>
      </p:sp>
      <p:sp>
        <p:nvSpPr>
          <p:cNvPr id="12290" name="内容占位符 2">
            <a:extLst>
              <a:ext uri="{FF2B5EF4-FFF2-40B4-BE49-F238E27FC236}">
                <a16:creationId xmlns:a16="http://schemas.microsoft.com/office/drawing/2014/main" id="{50A84972-2FF4-7D4C-80AF-649EC63F90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最</a:t>
            </a:r>
            <a:r>
              <a:rPr kumimoji="1" lang="zh-CN" altLang="en-US" sz="2000"/>
              <a:t> </a:t>
            </a:r>
            <a:r>
              <a:rPr kumimoji="1" lang="zh-CN" altLang="zh-CN" sz="2000"/>
              <a:t>zuì</a:t>
            </a:r>
            <a:r>
              <a:rPr kumimoji="1" lang="zh-CN" altLang="en-US" sz="2000"/>
              <a:t> </a:t>
            </a:r>
            <a:r>
              <a:rPr kumimoji="1" lang="zh-CN" altLang="zh-CN" sz="2000"/>
              <a:t> </a:t>
            </a:r>
            <a:r>
              <a:rPr kumimoji="1" lang="en-US" altLang="zh-CN" sz="2000"/>
              <a:t>ADVERB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[in front of an adjective or a verb] most; -est</a:t>
            </a:r>
          </a:p>
          <a:p>
            <a:r>
              <a:rPr kumimoji="1" lang="zh-CN" altLang="en-US" sz="2000"/>
              <a:t>好 </a:t>
            </a:r>
            <a:r>
              <a:rPr kumimoji="1" lang="zh-CN" altLang="zh-CN" sz="2000"/>
              <a:t>hǎo</a:t>
            </a:r>
            <a:r>
              <a:rPr kumimoji="1" lang="zh-CN" altLang="en-US" sz="2000"/>
              <a:t>  </a:t>
            </a:r>
            <a:r>
              <a:rPr kumimoji="1" lang="en-US" altLang="zh-CN" sz="2000"/>
              <a:t>ADJECTIVE</a:t>
            </a:r>
            <a:r>
              <a:rPr kumimoji="1" lang="zh-CN" altLang="en-US" sz="2000"/>
              <a:t>  </a:t>
            </a:r>
            <a:r>
              <a:rPr kumimoji="1" lang="en-US" altLang="zh-CN" sz="2000"/>
              <a:t>good; fine; nice</a:t>
            </a:r>
            <a:endParaRPr kumimoji="1" lang="zh-CN" altLang="zh-CN" sz="2000"/>
          </a:p>
          <a:p>
            <a:r>
              <a:rPr kumimoji="1" lang="zh-CN" altLang="zh-CN" sz="2000"/>
              <a:t>ADJECTIVE</a:t>
            </a:r>
            <a:r>
              <a:rPr kumimoji="1" lang="zh-CN" altLang="en-US" sz="2000"/>
              <a:t>  </a:t>
            </a:r>
            <a:r>
              <a:rPr kumimoji="1" lang="zh-CN" altLang="zh-CN" sz="2000"/>
              <a:t>best;</a:t>
            </a:r>
            <a:r>
              <a:rPr kumimoji="1" lang="zh-CN" altLang="en-US" sz="2000"/>
              <a:t> </a:t>
            </a:r>
            <a:r>
              <a:rPr kumimoji="1" lang="zh-CN" altLang="zh-CN" sz="2000"/>
              <a:t>first-rate(opp.</a:t>
            </a:r>
            <a:r>
              <a:rPr kumimoji="1" lang="zh-CN" altLang="en-US" sz="2000"/>
              <a:t>最坏</a:t>
            </a:r>
            <a:r>
              <a:rPr kumimoji="1" lang="en-US" altLang="zh-CN" sz="2000"/>
              <a:t>)</a:t>
            </a:r>
            <a:endParaRPr kumimoji="1" lang="zh-CN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下午四点是运动的理想时间，因为这时人的体力最好。</a:t>
            </a:r>
            <a:r>
              <a:rPr lang="en-US" altLang="zh-CN" sz="2000"/>
              <a:t>['</a:t>
            </a:r>
            <a:r>
              <a:rPr lang="zh-CN" altLang="en-US" sz="2000"/>
              <a:t>理想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下午</a:t>
            </a:r>
            <a:r>
              <a:rPr kumimoji="1" lang="en-US" altLang="zh-CN" sz="2000"/>
              <a:t>/</a:t>
            </a:r>
            <a:r>
              <a:rPr kumimoji="1" lang="zh-CN" altLang="zh-CN" sz="2000"/>
              <a:t>xiàwǔ  </a:t>
            </a:r>
            <a:r>
              <a:rPr kumimoji="1" lang="zh-CN" altLang="en-US" sz="2000"/>
              <a:t>四</a:t>
            </a:r>
            <a:r>
              <a:rPr kumimoji="1" lang="en-US" altLang="zh-CN" sz="2000"/>
              <a:t>/</a:t>
            </a:r>
            <a:r>
              <a:rPr kumimoji="1" lang="zh-CN" altLang="zh-CN" sz="2000"/>
              <a:t>sì  </a:t>
            </a:r>
            <a:r>
              <a:rPr kumimoji="1" lang="zh-CN" altLang="en-US" sz="2000"/>
              <a:t>点</a:t>
            </a:r>
            <a:r>
              <a:rPr kumimoji="1" lang="en-US" altLang="zh-CN" sz="2000"/>
              <a:t>/</a:t>
            </a:r>
            <a:r>
              <a:rPr kumimoji="1" lang="zh-CN" altLang="zh-CN" sz="2000"/>
              <a:t>diǎn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运动</a:t>
            </a:r>
            <a:r>
              <a:rPr kumimoji="1" lang="en-US" altLang="zh-CN" sz="2000"/>
              <a:t>/</a:t>
            </a:r>
            <a:r>
              <a:rPr kumimoji="1" lang="zh-CN" altLang="zh-CN" sz="2000"/>
              <a:t>yùndòng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理想</a:t>
            </a:r>
            <a:r>
              <a:rPr kumimoji="1" lang="en-US" altLang="zh-CN" sz="2000"/>
              <a:t>/</a:t>
            </a:r>
            <a:r>
              <a:rPr kumimoji="1" lang="zh-CN" altLang="zh-CN" sz="2000"/>
              <a:t>lǐxiǎng  </a:t>
            </a:r>
            <a:r>
              <a:rPr kumimoji="1" lang="zh-CN" altLang="en-US" sz="2000"/>
              <a:t>时间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shíjiān  ，  </a:t>
            </a:r>
            <a:r>
              <a:rPr kumimoji="1" lang="zh-CN" altLang="en-US" sz="2000"/>
              <a:t>因为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yīnwèi  </a:t>
            </a:r>
            <a:r>
              <a:rPr kumimoji="1" lang="zh-CN" altLang="en-US" sz="2000"/>
              <a:t>这时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zhèshí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rén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体力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tǐlì  </a:t>
            </a:r>
            <a:r>
              <a:rPr kumimoji="1" lang="zh-CN" altLang="en-US" sz="2000"/>
              <a:t>最好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zuìhǎo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Four o'clock in the afternoon is the ideal time to exercise, because this is the time when people's physical strength is at their best.</a:t>
            </a:r>
            <a:endParaRPr kumimoji="1" lang="zh-CN" altLang="en-US" sz="2000"/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06A64C57-6925-2643-AB88-DB6BD60A5A7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好.wav" descr="好.wav">
            <a:hlinkClick r:id="" action="ppaction://media"/>
            <a:extLst>
              <a:ext uri="{FF2B5EF4-FFF2-40B4-BE49-F238E27FC236}">
                <a16:creationId xmlns:a16="http://schemas.microsoft.com/office/drawing/2014/main" id="{CF16D330-637F-A347-B03E-32FEAD2F033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最.wav" descr="最.wav">
            <a:hlinkClick r:id="" action="ppaction://media"/>
            <a:extLst>
              <a:ext uri="{FF2B5EF4-FFF2-40B4-BE49-F238E27FC236}">
                <a16:creationId xmlns:a16="http://schemas.microsoft.com/office/drawing/2014/main" id="{E113901E-DA6C-5C44-B5BF-ACA304B1ECF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19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下午四点是运动的理想时间，因为这时人的体力最好。.wav" descr="下午四点是运动的理想时间，因为这时人的体力最好。.wav">
            <a:hlinkClick r:id="" action="ppaction://media"/>
            <a:extLst>
              <a:ext uri="{FF2B5EF4-FFF2-40B4-BE49-F238E27FC236}">
                <a16:creationId xmlns:a16="http://schemas.microsoft.com/office/drawing/2014/main" id="{E4D6D1E7-1F72-D94D-AC8E-16664129E2D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035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1BE99718-6A59-934A-9ED8-75E43E1DF26A}"/>
              </a:ext>
            </a:extLst>
          </p:cNvPr>
          <p:cNvSpPr/>
          <p:nvPr/>
        </p:nvSpPr>
        <p:spPr>
          <a:xfrm>
            <a:off x="6346825" y="5029200"/>
            <a:ext cx="2514600" cy="5984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5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806B52D9-8C7B-EA47-B5D3-35897CB67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C018F5F2-5687-9445-8465-807394039B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ADJECTIVE</a:t>
            </a:r>
            <a:r>
              <a:rPr kumimoji="1" lang="zh-CN" altLang="en-US" sz="2000"/>
              <a:t>  </a:t>
            </a:r>
            <a:r>
              <a:rPr kumimoji="1" lang="zh-CN" altLang="zh-CN" sz="2000"/>
              <a:t>best;</a:t>
            </a:r>
            <a:r>
              <a:rPr kumimoji="1" lang="zh-CN" altLang="en-US" sz="2000"/>
              <a:t> </a:t>
            </a:r>
            <a:r>
              <a:rPr kumimoji="1" lang="zh-CN" altLang="zh-CN" sz="2000"/>
              <a:t>first-rate(opp.</a:t>
            </a:r>
            <a:r>
              <a:rPr kumimoji="1" lang="zh-CN" altLang="en-US" sz="2000"/>
              <a:t>最坏</a:t>
            </a:r>
            <a:r>
              <a:rPr kumimoji="1" lang="en-US" altLang="zh-CN" sz="2000"/>
              <a:t>)</a:t>
            </a:r>
            <a:endParaRPr kumimoji="1" lang="zh-CN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下午四点是运动的理想时间，因为这时人的体力最好。</a:t>
            </a:r>
            <a:r>
              <a:rPr lang="en-US" altLang="zh-CN" sz="2000"/>
              <a:t>['</a:t>
            </a:r>
            <a:r>
              <a:rPr lang="zh-CN" altLang="en-US" sz="2000"/>
              <a:t>理想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下午</a:t>
            </a:r>
            <a:r>
              <a:rPr kumimoji="1" lang="en-US" altLang="zh-CN" sz="2000"/>
              <a:t>/</a:t>
            </a:r>
            <a:r>
              <a:rPr kumimoji="1" lang="zh-CN" altLang="zh-CN" sz="2000"/>
              <a:t>xiàwǔ  </a:t>
            </a:r>
            <a:r>
              <a:rPr kumimoji="1" lang="zh-CN" altLang="en-US" sz="2000"/>
              <a:t>四</a:t>
            </a:r>
            <a:r>
              <a:rPr kumimoji="1" lang="en-US" altLang="zh-CN" sz="2000"/>
              <a:t>/</a:t>
            </a:r>
            <a:r>
              <a:rPr kumimoji="1" lang="zh-CN" altLang="zh-CN" sz="2000"/>
              <a:t>sì  </a:t>
            </a:r>
            <a:r>
              <a:rPr kumimoji="1" lang="zh-CN" altLang="en-US" sz="2000"/>
              <a:t>点</a:t>
            </a:r>
            <a:r>
              <a:rPr kumimoji="1" lang="en-US" altLang="zh-CN" sz="2000"/>
              <a:t>/</a:t>
            </a:r>
            <a:r>
              <a:rPr kumimoji="1" lang="zh-CN" altLang="zh-CN" sz="2000"/>
              <a:t>diǎn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运动</a:t>
            </a:r>
            <a:r>
              <a:rPr kumimoji="1" lang="en-US" altLang="zh-CN" sz="2000"/>
              <a:t>/</a:t>
            </a:r>
            <a:r>
              <a:rPr kumimoji="1" lang="zh-CN" altLang="zh-CN" sz="2000"/>
              <a:t>yùndòng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理想</a:t>
            </a:r>
            <a:r>
              <a:rPr kumimoji="1" lang="en-US" altLang="zh-CN" sz="2000"/>
              <a:t>/</a:t>
            </a:r>
            <a:r>
              <a:rPr kumimoji="1" lang="zh-CN" altLang="zh-CN" sz="2000"/>
              <a:t>lǐxiǎng  </a:t>
            </a:r>
            <a:r>
              <a:rPr kumimoji="1" lang="zh-CN" altLang="en-US" sz="2000"/>
              <a:t>时间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shíjiān  ，  </a:t>
            </a:r>
            <a:r>
              <a:rPr kumimoji="1" lang="zh-CN" altLang="en-US" sz="2000"/>
              <a:t>因为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yīnwèi  </a:t>
            </a:r>
            <a:r>
              <a:rPr kumimoji="1" lang="zh-CN" altLang="en-US" sz="2000"/>
              <a:t>这时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zhèshí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rén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体力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tǐlì  </a:t>
            </a:r>
            <a:r>
              <a:rPr kumimoji="1" lang="zh-CN" altLang="en-US" sz="2000"/>
              <a:t>最好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zuìhǎo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Four o'clock in the afternoon is the ideal time to exercise, because this is the time when people's physical strength is at their best.</a:t>
            </a:r>
            <a:endParaRPr kumimoji="1" lang="zh-CN" altLang="en-US" sz="2000"/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E9F55E60-1738-A74E-9ED0-26F17C117B5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下午四点是运动的理想时间，因为这时人的体力最好。.wav" descr="下午四点是运动的理想时间，因为这时人的体力最好。.wav">
            <a:hlinkClick r:id="" action="ppaction://media"/>
            <a:extLst>
              <a:ext uri="{FF2B5EF4-FFF2-40B4-BE49-F238E27FC236}">
                <a16:creationId xmlns:a16="http://schemas.microsoft.com/office/drawing/2014/main" id="{010C3EE8-093F-5842-82B8-6CA5FCB5E02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91013103-B506-BB41-AB56-A005C8B3E2EC}"/>
              </a:ext>
            </a:extLst>
          </p:cNvPr>
          <p:cNvSpPr/>
          <p:nvPr/>
        </p:nvSpPr>
        <p:spPr>
          <a:xfrm>
            <a:off x="6346825" y="5029200"/>
            <a:ext cx="2514600" cy="5984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5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6F2C9E3E-E96C-704C-85E3-F0DB40802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 </a:t>
            </a:r>
            <a:endParaRPr kumimoji="1" lang="zh-CN" altLang="en-US" sz="2800"/>
          </a:p>
        </p:txBody>
      </p:sp>
      <p:sp>
        <p:nvSpPr>
          <p:cNvPr id="14338" name="内容占位符 2">
            <a:extLst>
              <a:ext uri="{FF2B5EF4-FFF2-40B4-BE49-F238E27FC236}">
                <a16:creationId xmlns:a16="http://schemas.microsoft.com/office/drawing/2014/main" id="{002E663F-8FC3-2A47-AAEC-56F45547A5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下午四点是运动的理想时间，因为这时人的体力最好。</a:t>
            </a:r>
            <a:r>
              <a:rPr lang="en-US" altLang="zh-CN" sz="2000"/>
              <a:t>['</a:t>
            </a:r>
            <a:r>
              <a:rPr lang="zh-CN" altLang="en-US" sz="2000"/>
              <a:t>理想</a:t>
            </a:r>
            <a:r>
              <a:rPr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下午</a:t>
            </a:r>
            <a:r>
              <a:rPr kumimoji="1" lang="en-US" altLang="zh-CN" sz="2000"/>
              <a:t>/</a:t>
            </a:r>
            <a:r>
              <a:rPr kumimoji="1" lang="zh-CN" altLang="zh-CN" sz="2000"/>
              <a:t>xiàwǔ  </a:t>
            </a:r>
            <a:r>
              <a:rPr kumimoji="1" lang="zh-CN" altLang="en-US" sz="2000"/>
              <a:t>四</a:t>
            </a:r>
            <a:r>
              <a:rPr kumimoji="1" lang="en-US" altLang="zh-CN" sz="2000"/>
              <a:t>/</a:t>
            </a:r>
            <a:r>
              <a:rPr kumimoji="1" lang="zh-CN" altLang="zh-CN" sz="2000"/>
              <a:t>sì  </a:t>
            </a:r>
            <a:r>
              <a:rPr kumimoji="1" lang="zh-CN" altLang="en-US" sz="2000"/>
              <a:t>点</a:t>
            </a:r>
            <a:r>
              <a:rPr kumimoji="1" lang="en-US" altLang="zh-CN" sz="2000"/>
              <a:t>/</a:t>
            </a:r>
            <a:r>
              <a:rPr kumimoji="1" lang="zh-CN" altLang="zh-CN" sz="2000"/>
              <a:t>diǎn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运动</a:t>
            </a:r>
            <a:r>
              <a:rPr kumimoji="1" lang="en-US" altLang="zh-CN" sz="2000"/>
              <a:t>/</a:t>
            </a:r>
            <a:r>
              <a:rPr kumimoji="1" lang="zh-CN" altLang="zh-CN" sz="2000"/>
              <a:t>yùndòng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理想</a:t>
            </a:r>
            <a:r>
              <a:rPr kumimoji="1" lang="en-US" altLang="zh-CN" sz="2000"/>
              <a:t>/</a:t>
            </a:r>
            <a:r>
              <a:rPr kumimoji="1" lang="zh-CN" altLang="zh-CN" sz="2000"/>
              <a:t>lǐxiǎng  </a:t>
            </a:r>
            <a:r>
              <a:rPr kumimoji="1" lang="zh-CN" altLang="en-US" sz="2000"/>
              <a:t>时间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shíjiān  ，  </a:t>
            </a:r>
            <a:r>
              <a:rPr kumimoji="1" lang="zh-CN" altLang="en-US" sz="2000"/>
              <a:t>因为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yīnwèi  </a:t>
            </a:r>
            <a:r>
              <a:rPr kumimoji="1" lang="zh-CN" altLang="en-US" sz="2000"/>
              <a:t>这时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zhèshí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rén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体力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tǐlì  </a:t>
            </a:r>
            <a:r>
              <a:rPr kumimoji="1" lang="zh-CN" altLang="en-US" sz="2000"/>
              <a:t>最好</a:t>
            </a:r>
            <a:r>
              <a:rPr kumimoji="1" lang="en-US" altLang="zh-CN" sz="2000"/>
              <a:t>/</a:t>
            </a:r>
            <a:r>
              <a:rPr kumimoji="1" lang="zh-CN" altLang="zh-CN" sz="2000"/>
              <a:t>zuìhǎo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Four o'clock in the afternoon is the ideal time to exercise, because this is the time when people's physical strength is at their best.</a:t>
            </a:r>
            <a:endParaRPr kumimoji="1" lang="zh-CN" altLang="en-US" sz="2000"/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9C2B4D7C-AD56-474C-8A5B-0429FB2D04D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下午四点是运动的理想时间，因为这时人的体力最好。.wav" descr="下午四点是运动的理想时间，因为这时人的体力最好。.wav">
            <a:hlinkClick r:id="" action="ppaction://media"/>
            <a:extLst>
              <a:ext uri="{FF2B5EF4-FFF2-40B4-BE49-F238E27FC236}">
                <a16:creationId xmlns:a16="http://schemas.microsoft.com/office/drawing/2014/main" id="{3BEB6891-FB4F-2C41-BC39-60A670983B1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F46369D-298C-2145-9C91-C18F31A2EE24}"/>
              </a:ext>
            </a:extLst>
          </p:cNvPr>
          <p:cNvSpPr/>
          <p:nvPr/>
        </p:nvSpPr>
        <p:spPr>
          <a:xfrm>
            <a:off x="6346825" y="5029200"/>
            <a:ext cx="2514600" cy="5984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5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E7F73F6-B3F9-C047-A803-E749827EF5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30DE3473-6332-3547-9B08-13D037372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best;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first-rate(opp.</a:t>
            </a:r>
            <a:r>
              <a:rPr kumimoji="1" lang="zh-CN" altLang="en-US" sz="2000" dirty="0"/>
              <a:t>最坏</a:t>
            </a:r>
            <a:r>
              <a:rPr kumimoji="1" lang="en-US" altLang="zh-CN" sz="2000" dirty="0"/>
              <a:t>)</a:t>
            </a:r>
            <a:r>
              <a:rPr lang="en" altLang="zh-CN" sz="2000" dirty="0"/>
              <a:t> </a:t>
            </a:r>
            <a:r>
              <a:rPr lang="zh-CN" altLang="en-US" sz="2000" dirty="0"/>
              <a:t>     </a:t>
            </a:r>
            <a:r>
              <a:rPr lang="en-US" altLang="zh-CN" sz="2000" dirty="0"/>
              <a:t>A.</a:t>
            </a:r>
            <a:r>
              <a:rPr lang="zh-CN" altLang="en-US" sz="2000" dirty="0"/>
              <a:t>越  </a:t>
            </a:r>
            <a:r>
              <a:rPr lang="en-US" altLang="zh-CN" sz="2000" dirty="0"/>
              <a:t>B.</a:t>
            </a:r>
            <a:r>
              <a:rPr lang="zh-CN" altLang="en-US" sz="2000" dirty="0"/>
              <a:t>健康  </a:t>
            </a:r>
            <a:r>
              <a:rPr lang="en-US" altLang="zh-CN" sz="2000" dirty="0"/>
              <a:t>C.</a:t>
            </a:r>
            <a:r>
              <a:rPr lang="zh-CN" altLang="en-US" sz="2000" dirty="0"/>
              <a:t>电梯  </a:t>
            </a:r>
            <a:r>
              <a:rPr lang="en-US" altLang="zh-CN" sz="2000" dirty="0"/>
              <a:t>D.</a:t>
            </a:r>
            <a:r>
              <a:rPr lang="zh-CN" altLang="en-US" sz="2000" dirty="0"/>
              <a:t>最好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	h__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下午四点是运动的理想时间，因为这时人的体力最（）。</a:t>
            </a:r>
            <a:endParaRPr lang="zh-CN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617BC4A-F18F-8B43-9695-49818EE4CDC5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282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9080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FE8EBCC9-AC12-894F-B9C0-5BD1229FA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最好（</a:t>
            </a:r>
            <a:r>
              <a:rPr kumimoji="1" lang="en-US" altLang="zh-CN" sz="2400"/>
              <a:t>adverb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9E375-2879-F34F-A08D-07AB3A3F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F709949-6B82-1645-ACE1-812C99E0F13B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6F4171C-30C4-E34A-A068-C2621AA1621B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54B6BAA-60CB-964A-958A-6E5FC878DF25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6055012-1C01-C64A-A56A-A60FA86462EB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67E4EA5-590E-5B43-A5A0-B7BB8E1A533B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486C4153-C103-5040-8D41-884C4BBBF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520BE082-8E05-DC47-B318-5082E0C2D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最</a:t>
            </a:r>
            <a:r>
              <a:rPr kumimoji="1" lang="zh-CN" altLang="en-US" sz="2000"/>
              <a:t>  </a:t>
            </a:r>
            <a:r>
              <a:rPr kumimoji="1" lang="zh-CN" altLang="zh-CN" sz="2000"/>
              <a:t>zuì </a:t>
            </a:r>
            <a:r>
              <a:rPr kumimoji="1" lang="zh-CN" altLang="en-US" sz="2000"/>
              <a:t> </a:t>
            </a:r>
            <a:r>
              <a:rPr kumimoji="1" lang="en-US" altLang="zh-CN" sz="2000"/>
              <a:t>ADVERB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[in front of an adjective or a verb] most; -est</a:t>
            </a:r>
            <a:r>
              <a:rPr kumimoji="1" lang="zh-CN" altLang="en-US" sz="2000"/>
              <a:t> </a:t>
            </a:r>
            <a:endParaRPr kumimoji="1" lang="en-US" altLang="zh-CN" sz="2000"/>
          </a:p>
          <a:p>
            <a:r>
              <a:rPr kumimoji="1" lang="zh-CN" altLang="en-US" sz="2000"/>
              <a:t>好 </a:t>
            </a:r>
            <a:r>
              <a:rPr kumimoji="1" lang="zh-CN" altLang="zh-CN" sz="2000"/>
              <a:t>hǎo</a:t>
            </a:r>
            <a:r>
              <a:rPr kumimoji="1" lang="zh-CN" altLang="en-US" sz="2000"/>
              <a:t>  </a:t>
            </a:r>
            <a:r>
              <a:rPr kumimoji="1" lang="en-US" altLang="zh-CN" sz="2000"/>
              <a:t>ADJECTIVE</a:t>
            </a:r>
            <a:r>
              <a:rPr kumimoji="1" lang="zh-CN" altLang="en-US" sz="2000"/>
              <a:t>  </a:t>
            </a:r>
            <a:r>
              <a:rPr kumimoji="1" lang="en-US" altLang="zh-CN" sz="2000"/>
              <a:t>good; fine; nice</a:t>
            </a:r>
            <a:endParaRPr kumimoji="1" lang="zh-CN" altLang="zh-CN" sz="2000"/>
          </a:p>
          <a:p>
            <a:r>
              <a:rPr kumimoji="1" lang="zh-CN" altLang="zh-CN" sz="2000"/>
              <a:t>ADVERB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had better;</a:t>
            </a:r>
            <a:r>
              <a:rPr kumimoji="1" lang="zh-CN" altLang="en-US" sz="2000"/>
              <a:t> </a:t>
            </a:r>
            <a:r>
              <a:rPr kumimoji="1" lang="zh-CN" altLang="zh-CN" sz="2000"/>
              <a:t>it would be best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最好 是（一级） </a:t>
            </a:r>
            <a:r>
              <a:rPr lang="zh-CN" altLang="zh-CN" sz="2000"/>
              <a:t>preferably</a:t>
            </a:r>
            <a:endParaRPr lang="zh-CN" altLang="en-US" sz="2000"/>
          </a:p>
          <a:p>
            <a:pPr eaLnBrk="1" hangingPunct="1"/>
            <a:r>
              <a:rPr lang="zh-CN" altLang="en-US" sz="2000"/>
              <a:t>最好 能（一级）</a:t>
            </a:r>
            <a:r>
              <a:rPr lang="zh-CN" altLang="zh-CN" sz="2000"/>
              <a:t> best to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一个单间儿，最好是五层以下，二层以上。</a:t>
            </a:r>
            <a:endParaRPr lang="en-US" altLang="zh-CN" sz="2000"/>
          </a:p>
          <a:p>
            <a:pPr eaLnBrk="1" hangingPunct="1"/>
            <a:r>
              <a:rPr lang="zh-CN" altLang="en-US" sz="2000"/>
              <a:t>一个</a:t>
            </a:r>
            <a:r>
              <a:rPr lang="en-US" altLang="zh-CN" sz="2000"/>
              <a:t>/yīgè  </a:t>
            </a:r>
            <a:r>
              <a:rPr lang="zh-CN" altLang="en-US" sz="2000"/>
              <a:t>单间</a:t>
            </a:r>
            <a:r>
              <a:rPr lang="en-US" altLang="zh-CN" sz="2000"/>
              <a:t>/dānjiān  </a:t>
            </a:r>
            <a:r>
              <a:rPr lang="zh-CN" altLang="en-US" sz="2000"/>
              <a:t>儿</a:t>
            </a:r>
            <a:r>
              <a:rPr lang="en-US" altLang="zh-CN" sz="2000"/>
              <a:t>/er  </a:t>
            </a:r>
            <a:r>
              <a:rPr lang="zh-CN" altLang="en-US" sz="2000"/>
              <a:t>，  最好</a:t>
            </a:r>
            <a:r>
              <a:rPr lang="en-US" altLang="zh-CN" sz="2000"/>
              <a:t>/zuìhǎo  </a:t>
            </a:r>
            <a:r>
              <a:rPr lang="zh-CN" altLang="en-US" sz="2000"/>
              <a:t>是</a:t>
            </a:r>
            <a:r>
              <a:rPr lang="en-US" altLang="zh-CN" sz="2000"/>
              <a:t>/shì  </a:t>
            </a:r>
            <a:r>
              <a:rPr lang="zh-CN" altLang="en-US" sz="2000"/>
              <a:t>五</a:t>
            </a:r>
            <a:r>
              <a:rPr lang="en-US" altLang="zh-CN" sz="2000"/>
              <a:t>/wǔ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以下</a:t>
            </a:r>
            <a:r>
              <a:rPr lang="en-US" altLang="zh-CN" sz="2000"/>
              <a:t>/yǐxià  </a:t>
            </a:r>
            <a:r>
              <a:rPr lang="zh-CN" altLang="en-US" sz="2000"/>
              <a:t>，  二</a:t>
            </a:r>
            <a:r>
              <a:rPr lang="en-US" altLang="zh-CN" sz="2000"/>
              <a:t>/èr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以上</a:t>
            </a:r>
            <a:r>
              <a:rPr lang="en-US" altLang="zh-CN" sz="2000"/>
              <a:t>/yǐshàng  </a:t>
            </a:r>
            <a:r>
              <a:rPr lang="zh-CN" altLang="en-US" sz="2000"/>
              <a:t>。 </a:t>
            </a:r>
            <a:endParaRPr lang="en-US" altLang="zh-CN" sz="2000"/>
          </a:p>
          <a:p>
            <a:pPr eaLnBrk="1" hangingPunct="1"/>
            <a:r>
              <a:rPr lang="en-US" altLang="zh-CN" sz="2000"/>
              <a:t>A single room, preferably below the fifth floor and above the second floor.</a:t>
            </a:r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57238F52-EC49-0B47-BE08-B506D4C9603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81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最.wav" descr="最.wav">
            <a:hlinkClick r:id="" action="ppaction://media"/>
            <a:extLst>
              <a:ext uri="{FF2B5EF4-FFF2-40B4-BE49-F238E27FC236}">
                <a16:creationId xmlns:a16="http://schemas.microsoft.com/office/drawing/2014/main" id="{26529B59-EE97-504F-A13E-B2856DE86F7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143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好.wav" descr="好.wav">
            <a:hlinkClick r:id="" action="ppaction://media"/>
            <a:extLst>
              <a:ext uri="{FF2B5EF4-FFF2-40B4-BE49-F238E27FC236}">
                <a16:creationId xmlns:a16="http://schemas.microsoft.com/office/drawing/2014/main" id="{196D7F91-AE0B-174E-AA27-29889FFD9C4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9385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最好是.wav" descr="最好是.wav">
            <a:hlinkClick r:id="" action="ppaction://media"/>
            <a:extLst>
              <a:ext uri="{FF2B5EF4-FFF2-40B4-BE49-F238E27FC236}">
                <a16:creationId xmlns:a16="http://schemas.microsoft.com/office/drawing/2014/main" id="{A7EADEE0-8227-914A-925A-158ED6C04DE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25908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好能.wav" descr="最好能.wav">
            <a:hlinkClick r:id="" action="ppaction://media"/>
            <a:extLst>
              <a:ext uri="{FF2B5EF4-FFF2-40B4-BE49-F238E27FC236}">
                <a16:creationId xmlns:a16="http://schemas.microsoft.com/office/drawing/2014/main" id="{44D73E40-98C1-E541-A408-7120D0ABF290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048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个单间儿，最好是五层以下，二层以上。.wav" descr="一个单间儿，最好是五层以下，二层以上。.wav">
            <a:hlinkClick r:id="" action="ppaction://media"/>
            <a:extLst>
              <a:ext uri="{FF2B5EF4-FFF2-40B4-BE49-F238E27FC236}">
                <a16:creationId xmlns:a16="http://schemas.microsoft.com/office/drawing/2014/main" id="{39CFB575-711F-924C-AA94-845ECF1018A1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06813"/>
            <a:ext cx="48736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EFE92BE-5851-9548-92FA-CE5E98CA5C27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1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1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5F659448-8312-2B48-9AAC-3C19CE272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</a:t>
            </a:r>
            <a:endParaRPr kumimoji="1" lang="zh-CN" altLang="en-US" sz="2800"/>
          </a:p>
        </p:txBody>
      </p:sp>
      <p:sp>
        <p:nvSpPr>
          <p:cNvPr id="18434" name="内容占位符 2">
            <a:extLst>
              <a:ext uri="{FF2B5EF4-FFF2-40B4-BE49-F238E27FC236}">
                <a16:creationId xmlns:a16="http://schemas.microsoft.com/office/drawing/2014/main" id="{58C01E5D-AAF0-0F4C-9977-072FE9EE78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ADVERB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had better;</a:t>
            </a:r>
            <a:r>
              <a:rPr kumimoji="1" lang="zh-CN" altLang="en-US" sz="2000"/>
              <a:t> </a:t>
            </a:r>
            <a:r>
              <a:rPr kumimoji="1" lang="zh-CN" altLang="zh-CN" sz="2000"/>
              <a:t>it would be best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最好 是（一级） </a:t>
            </a:r>
            <a:r>
              <a:rPr lang="zh-CN" altLang="zh-CN" sz="2000"/>
              <a:t>preferably</a:t>
            </a:r>
            <a:endParaRPr lang="zh-CN" altLang="en-US" sz="2000"/>
          </a:p>
          <a:p>
            <a:pPr eaLnBrk="1" hangingPunct="1"/>
            <a:r>
              <a:rPr lang="zh-CN" altLang="en-US" sz="2000"/>
              <a:t>最好 能（一级）</a:t>
            </a:r>
            <a:r>
              <a:rPr lang="zh-CN" altLang="zh-CN" sz="2000"/>
              <a:t> best to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一个单间儿，最好是五层以下，二层以上。</a:t>
            </a:r>
            <a:endParaRPr lang="en-US" altLang="zh-CN" sz="2000"/>
          </a:p>
          <a:p>
            <a:pPr eaLnBrk="1" hangingPunct="1"/>
            <a:r>
              <a:rPr lang="zh-CN" altLang="en-US" sz="2000"/>
              <a:t>一个</a:t>
            </a:r>
            <a:r>
              <a:rPr lang="en-US" altLang="zh-CN" sz="2000"/>
              <a:t>/yīgè  </a:t>
            </a:r>
            <a:r>
              <a:rPr lang="zh-CN" altLang="en-US" sz="2000"/>
              <a:t>单间</a:t>
            </a:r>
            <a:r>
              <a:rPr lang="en-US" altLang="zh-CN" sz="2000"/>
              <a:t>/dānjiān  </a:t>
            </a:r>
            <a:r>
              <a:rPr lang="zh-CN" altLang="en-US" sz="2000"/>
              <a:t>儿</a:t>
            </a:r>
            <a:r>
              <a:rPr lang="en-US" altLang="zh-CN" sz="2000"/>
              <a:t>/er  </a:t>
            </a:r>
            <a:r>
              <a:rPr lang="zh-CN" altLang="en-US" sz="2000"/>
              <a:t>，  最好</a:t>
            </a:r>
            <a:r>
              <a:rPr lang="en-US" altLang="zh-CN" sz="2000"/>
              <a:t>/zuìhǎo  </a:t>
            </a:r>
            <a:r>
              <a:rPr lang="zh-CN" altLang="en-US" sz="2000"/>
              <a:t>是</a:t>
            </a:r>
            <a:r>
              <a:rPr lang="en-US" altLang="zh-CN" sz="2000"/>
              <a:t>/shì  </a:t>
            </a:r>
            <a:r>
              <a:rPr lang="zh-CN" altLang="en-US" sz="2000"/>
              <a:t>五</a:t>
            </a:r>
            <a:r>
              <a:rPr lang="en-US" altLang="zh-CN" sz="2000"/>
              <a:t>/wǔ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以下</a:t>
            </a:r>
            <a:r>
              <a:rPr lang="en-US" altLang="zh-CN" sz="2000"/>
              <a:t>/yǐxià  </a:t>
            </a:r>
            <a:r>
              <a:rPr lang="zh-CN" altLang="en-US" sz="2000"/>
              <a:t>，  二</a:t>
            </a:r>
            <a:r>
              <a:rPr lang="en-US" altLang="zh-CN" sz="2000"/>
              <a:t>/èr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以上</a:t>
            </a:r>
            <a:r>
              <a:rPr lang="en-US" altLang="zh-CN" sz="2000"/>
              <a:t>/yǐshàng  </a:t>
            </a:r>
            <a:r>
              <a:rPr lang="zh-CN" altLang="en-US" sz="2000"/>
              <a:t>。 </a:t>
            </a:r>
            <a:endParaRPr lang="en-US" altLang="zh-CN" sz="2000"/>
          </a:p>
          <a:p>
            <a:pPr eaLnBrk="1" hangingPunct="1"/>
            <a:r>
              <a:rPr lang="en-US" altLang="zh-CN" sz="2000"/>
              <a:t>A single room, preferably below the fifth floor and above the second floor.</a:t>
            </a:r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7F5FFA32-E838-194A-8D18-B070264AF1FB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81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最好是.wav" descr="最好是.wav">
            <a:hlinkClick r:id="" action="ppaction://media"/>
            <a:extLst>
              <a:ext uri="{FF2B5EF4-FFF2-40B4-BE49-F238E27FC236}">
                <a16:creationId xmlns:a16="http://schemas.microsoft.com/office/drawing/2014/main" id="{877ABD8A-88D5-1245-AD43-D9532A692DA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18288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好能.wav" descr="最好能.wav">
            <a:hlinkClick r:id="" action="ppaction://media"/>
            <a:extLst>
              <a:ext uri="{FF2B5EF4-FFF2-40B4-BE49-F238E27FC236}">
                <a16:creationId xmlns:a16="http://schemas.microsoft.com/office/drawing/2014/main" id="{57636900-7289-BB4C-9ED8-78EA16CB43F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个单间儿，最好是五层以下，二层以上。.wav" descr="一个单间儿，最好是五层以下，二层以上。.wav">
            <a:hlinkClick r:id="" action="ppaction://media"/>
            <a:extLst>
              <a:ext uri="{FF2B5EF4-FFF2-40B4-BE49-F238E27FC236}">
                <a16:creationId xmlns:a16="http://schemas.microsoft.com/office/drawing/2014/main" id="{B808E55F-AF73-3746-8AEC-5F90B4CD86D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44813"/>
            <a:ext cx="48736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FF54987-B350-6F48-9A93-DE404D746421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1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B6EA7A21-B3AA-6B43-91EB-76AC71202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928C1450-4E49-C54B-A92A-D00C3C85D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最好 是（一级） </a:t>
            </a:r>
            <a:r>
              <a:rPr lang="zh-CN" altLang="zh-CN" sz="2000"/>
              <a:t>preferably</a:t>
            </a:r>
            <a:endParaRPr lang="zh-CN" altLang="en-US" sz="2000"/>
          </a:p>
          <a:p>
            <a:pPr eaLnBrk="1" hangingPunct="1"/>
            <a:r>
              <a:rPr lang="zh-CN" altLang="en-US" sz="2000"/>
              <a:t>最好 能（一级）</a:t>
            </a:r>
            <a:r>
              <a:rPr lang="zh-CN" altLang="zh-CN" sz="2000"/>
              <a:t> best to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一个单间儿，最好是五层以下，二层以上。</a:t>
            </a:r>
            <a:endParaRPr lang="en-US" altLang="zh-CN" sz="2000"/>
          </a:p>
          <a:p>
            <a:pPr eaLnBrk="1" hangingPunct="1"/>
            <a:r>
              <a:rPr lang="zh-CN" altLang="en-US" sz="2000"/>
              <a:t>一个</a:t>
            </a:r>
            <a:r>
              <a:rPr lang="en-US" altLang="zh-CN" sz="2000"/>
              <a:t>/yīgè  </a:t>
            </a:r>
            <a:r>
              <a:rPr lang="zh-CN" altLang="en-US" sz="2000"/>
              <a:t>单间</a:t>
            </a:r>
            <a:r>
              <a:rPr lang="en-US" altLang="zh-CN" sz="2000"/>
              <a:t>/dānjiān  </a:t>
            </a:r>
            <a:r>
              <a:rPr lang="zh-CN" altLang="en-US" sz="2000"/>
              <a:t>儿</a:t>
            </a:r>
            <a:r>
              <a:rPr lang="en-US" altLang="zh-CN" sz="2000"/>
              <a:t>/er  </a:t>
            </a:r>
            <a:r>
              <a:rPr lang="zh-CN" altLang="en-US" sz="2000"/>
              <a:t>，  最好</a:t>
            </a:r>
            <a:r>
              <a:rPr lang="en-US" altLang="zh-CN" sz="2000"/>
              <a:t>/zuìhǎo  </a:t>
            </a:r>
            <a:r>
              <a:rPr lang="zh-CN" altLang="en-US" sz="2000"/>
              <a:t>是</a:t>
            </a:r>
            <a:r>
              <a:rPr lang="en-US" altLang="zh-CN" sz="2000"/>
              <a:t>/shì  </a:t>
            </a:r>
            <a:r>
              <a:rPr lang="zh-CN" altLang="en-US" sz="2000"/>
              <a:t>五</a:t>
            </a:r>
            <a:r>
              <a:rPr lang="en-US" altLang="zh-CN" sz="2000"/>
              <a:t>/wǔ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以下</a:t>
            </a:r>
            <a:r>
              <a:rPr lang="en-US" altLang="zh-CN" sz="2000"/>
              <a:t>/yǐxià  </a:t>
            </a:r>
            <a:r>
              <a:rPr lang="zh-CN" altLang="en-US" sz="2000"/>
              <a:t>，  二</a:t>
            </a:r>
            <a:r>
              <a:rPr lang="en-US" altLang="zh-CN" sz="2000"/>
              <a:t>/èr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以上</a:t>
            </a:r>
            <a:r>
              <a:rPr lang="en-US" altLang="zh-CN" sz="2000"/>
              <a:t>/yǐshàng  </a:t>
            </a:r>
            <a:r>
              <a:rPr lang="zh-CN" altLang="en-US" sz="2000"/>
              <a:t>。 </a:t>
            </a:r>
            <a:endParaRPr lang="en-US" altLang="zh-CN" sz="2000"/>
          </a:p>
          <a:p>
            <a:pPr eaLnBrk="1" hangingPunct="1"/>
            <a:r>
              <a:rPr lang="en-US" altLang="zh-CN" sz="2000"/>
              <a:t>A single room, preferably below the fifth floor and above the second floor.</a:t>
            </a:r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DDC54C36-9445-6144-9A21-989776549D2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81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最好是.wav" descr="最好是.wav">
            <a:hlinkClick r:id="" action="ppaction://media"/>
            <a:extLst>
              <a:ext uri="{FF2B5EF4-FFF2-40B4-BE49-F238E27FC236}">
                <a16:creationId xmlns:a16="http://schemas.microsoft.com/office/drawing/2014/main" id="{253CD969-835D-6D4A-A15C-880CA913D6E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1570038"/>
            <a:ext cx="487362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好能.wav" descr="最好能.wav">
            <a:hlinkClick r:id="" action="ppaction://media"/>
            <a:extLst>
              <a:ext uri="{FF2B5EF4-FFF2-40B4-BE49-F238E27FC236}">
                <a16:creationId xmlns:a16="http://schemas.microsoft.com/office/drawing/2014/main" id="{08FA54FA-02AB-D34E-9C48-385AAED89948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39925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个单间儿，最好是五层以下，二层以上。.wav" descr="一个单间儿，最好是五层以下，二层以上。.wav">
            <a:hlinkClick r:id="" action="ppaction://media"/>
            <a:extLst>
              <a:ext uri="{FF2B5EF4-FFF2-40B4-BE49-F238E27FC236}">
                <a16:creationId xmlns:a16="http://schemas.microsoft.com/office/drawing/2014/main" id="{650A995A-F72C-F24E-83D6-921219758DC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667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AECEEE0-26D3-BC41-B5A7-E9EA2CBC0F58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1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D068AF99-D879-3247-963E-7FDF44843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最好 </a:t>
            </a:r>
            <a:r>
              <a:rPr kumimoji="1" lang="zh-CN" altLang="zh-CN" sz="2800"/>
              <a:t>zuìhǎo</a:t>
            </a:r>
            <a:endParaRPr kumimoji="1" lang="zh-CN" altLang="en-US" sz="2800"/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0809215B-95E0-E24A-9435-A03287982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一个单间儿，最好是五层以下，二层以上。</a:t>
            </a:r>
            <a:endParaRPr lang="en-US" altLang="zh-CN" sz="2000"/>
          </a:p>
          <a:p>
            <a:pPr eaLnBrk="1" hangingPunct="1"/>
            <a:r>
              <a:rPr lang="zh-CN" altLang="en-US" sz="2000"/>
              <a:t>一个</a:t>
            </a:r>
            <a:r>
              <a:rPr lang="en-US" altLang="zh-CN" sz="2000"/>
              <a:t>/yīgè  </a:t>
            </a:r>
            <a:r>
              <a:rPr lang="zh-CN" altLang="en-US" sz="2000"/>
              <a:t>单间</a:t>
            </a:r>
            <a:r>
              <a:rPr lang="en-US" altLang="zh-CN" sz="2000"/>
              <a:t>/dānjiān  </a:t>
            </a:r>
            <a:r>
              <a:rPr lang="zh-CN" altLang="en-US" sz="2000"/>
              <a:t>儿</a:t>
            </a:r>
            <a:r>
              <a:rPr lang="en-US" altLang="zh-CN" sz="2000"/>
              <a:t>/er  </a:t>
            </a:r>
            <a:r>
              <a:rPr lang="zh-CN" altLang="en-US" sz="2000"/>
              <a:t>，  最好</a:t>
            </a:r>
            <a:r>
              <a:rPr lang="en-US" altLang="zh-CN" sz="2000"/>
              <a:t>/zuìhǎo  </a:t>
            </a:r>
            <a:r>
              <a:rPr lang="zh-CN" altLang="en-US" sz="2000"/>
              <a:t>是</a:t>
            </a:r>
            <a:r>
              <a:rPr lang="en-US" altLang="zh-CN" sz="2000"/>
              <a:t>/shì  </a:t>
            </a:r>
            <a:r>
              <a:rPr lang="zh-CN" altLang="en-US" sz="2000"/>
              <a:t>五</a:t>
            </a:r>
            <a:r>
              <a:rPr lang="en-US" altLang="zh-CN" sz="2000"/>
              <a:t>/wǔ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以下</a:t>
            </a:r>
            <a:r>
              <a:rPr lang="en-US" altLang="zh-CN" sz="2000"/>
              <a:t>/yǐxià  </a:t>
            </a:r>
            <a:r>
              <a:rPr lang="zh-CN" altLang="en-US" sz="2000"/>
              <a:t>，  二</a:t>
            </a:r>
            <a:r>
              <a:rPr lang="en-US" altLang="zh-CN" sz="2000"/>
              <a:t>/èr  </a:t>
            </a:r>
            <a:r>
              <a:rPr lang="zh-CN" altLang="en-US" sz="2000"/>
              <a:t>层</a:t>
            </a:r>
            <a:r>
              <a:rPr lang="en-US" altLang="zh-CN" sz="2000"/>
              <a:t>/céng  </a:t>
            </a:r>
            <a:r>
              <a:rPr lang="zh-CN" altLang="en-US" sz="2000"/>
              <a:t>以上</a:t>
            </a:r>
            <a:r>
              <a:rPr lang="en-US" altLang="zh-CN" sz="2000"/>
              <a:t>/yǐshàng  </a:t>
            </a:r>
            <a:r>
              <a:rPr lang="zh-CN" altLang="en-US" sz="2000"/>
              <a:t>。 </a:t>
            </a:r>
            <a:endParaRPr lang="en-US" altLang="zh-CN" sz="2000"/>
          </a:p>
          <a:p>
            <a:pPr eaLnBrk="1" hangingPunct="1"/>
            <a:r>
              <a:rPr lang="en-US" altLang="zh-CN" sz="2000"/>
              <a:t>A single room, preferably below the fifth floor and above the second floor.</a:t>
            </a:r>
          </a:p>
        </p:txBody>
      </p:sp>
      <p:pic>
        <p:nvPicPr>
          <p:cNvPr id="2" name="最好.wav" descr="最好.wav">
            <a:hlinkClick r:id="" action="ppaction://media"/>
            <a:extLst>
              <a:ext uri="{FF2B5EF4-FFF2-40B4-BE49-F238E27FC236}">
                <a16:creationId xmlns:a16="http://schemas.microsoft.com/office/drawing/2014/main" id="{59052EE6-5742-9A44-8FFC-9CFEEDB1F45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81000"/>
            <a:ext cx="48736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个单间儿，最好是五层以下，二层以上。.wav" descr="一个单间儿，最好是五层以下，二层以上。.wav">
            <a:hlinkClick r:id="" action="ppaction://media"/>
            <a:extLst>
              <a:ext uri="{FF2B5EF4-FFF2-40B4-BE49-F238E27FC236}">
                <a16:creationId xmlns:a16="http://schemas.microsoft.com/office/drawing/2014/main" id="{C5CF9790-B71E-4D41-8C8B-C31D862A605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1524000"/>
            <a:ext cx="48736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3CC7A53-7828-3D48-92D9-CD0022553B09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1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EDBF225-997F-4D40-A664-2ECC7DED0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44B94036-0607-964E-B64D-2A45902A4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had better;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it would be best</a:t>
            </a:r>
            <a:r>
              <a:rPr lang="en" altLang="zh-CN" sz="2000" dirty="0"/>
              <a:t> </a:t>
            </a:r>
            <a:r>
              <a:rPr lang="zh-CN" altLang="en-US" sz="2000" dirty="0"/>
              <a:t>    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公园  </a:t>
            </a:r>
            <a:r>
              <a:rPr lang="en-US" altLang="zh-CN" sz="2000" dirty="0"/>
              <a:t>B.</a:t>
            </a:r>
            <a:r>
              <a:rPr lang="zh-CN" altLang="en-US" sz="2000" dirty="0"/>
              <a:t>花（动词）  </a:t>
            </a:r>
            <a:r>
              <a:rPr lang="en-US" altLang="zh-CN" sz="2000" dirty="0"/>
              <a:t>C.</a:t>
            </a:r>
            <a:r>
              <a:rPr lang="zh-CN" altLang="en-US" sz="2000" dirty="0"/>
              <a:t>最好  </a:t>
            </a:r>
            <a:r>
              <a:rPr lang="en-US" altLang="zh-CN" sz="2000" dirty="0"/>
              <a:t>D.</a:t>
            </a:r>
            <a:r>
              <a:rPr lang="zh-CN" altLang="en-US" sz="2000" dirty="0"/>
              <a:t>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lang="zh-CN" altLang="en-US" sz="2000" dirty="0"/>
              <a:t>一个单间儿，最（）是五层以下，二层以上。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C82EE2A-E496-134E-B944-EF2DCAA1370E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1CC1730B-DD48-324C-A522-11CF65F4F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改变？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92783-FAA9-1B41-8BE2-879C24CE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3FE8FD8-938F-1845-9DC3-269E5D395CF4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6D35B8F-3EF1-1E46-B45C-CD23DD00BCC0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570A0CF-F793-214B-8823-9559D14E5E20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9488F2D-EE27-4745-ABA9-9E781D1B5C6B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DB173D3-AAF4-EA4F-9D2E-6F446FE5641B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27B301F9-FE80-4744-81C2-A221B2309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改变 </a:t>
            </a:r>
            <a:r>
              <a:rPr kumimoji="1" lang="zh-CN" altLang="zh-CN" sz="2800"/>
              <a:t>gǎibiàn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6FFE8602-3FBC-794D-93FC-12A7ACAE5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改</a:t>
            </a:r>
            <a:r>
              <a:rPr kumimoji="1" lang="zh-CN" altLang="en-US" sz="2000"/>
              <a:t>  </a:t>
            </a:r>
            <a:r>
              <a:rPr kumimoji="1" lang="zh-CN" altLang="zh-CN" sz="2000"/>
              <a:t>gǎi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change; convert; transform</a:t>
            </a:r>
          </a:p>
          <a:p>
            <a:r>
              <a:rPr kumimoji="1" lang="zh-CN" altLang="en-US" sz="2000"/>
              <a:t>变</a:t>
            </a:r>
            <a:r>
              <a:rPr kumimoji="1" lang="en-US" altLang="zh-CN" sz="2000"/>
              <a:t> biàn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 become different; change</a:t>
            </a:r>
            <a:endParaRPr kumimoji="1" lang="zh-CN" altLang="zh-CN" sz="2000"/>
          </a:p>
          <a:p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change;</a:t>
            </a:r>
            <a:r>
              <a:rPr kumimoji="1" lang="zh-CN" altLang="en-US" sz="2000"/>
              <a:t> </a:t>
            </a:r>
            <a:r>
              <a:rPr kumimoji="1" lang="zh-CN" altLang="zh-CN" sz="2000"/>
              <a:t>alter;</a:t>
            </a:r>
            <a:r>
              <a:rPr kumimoji="1" lang="zh-CN" altLang="en-US" sz="2000"/>
              <a:t> </a:t>
            </a:r>
            <a:r>
              <a:rPr kumimoji="1" lang="zh-CN" altLang="zh-CN" sz="2000"/>
              <a:t>transform;</a:t>
            </a:r>
            <a:r>
              <a:rPr kumimoji="1" lang="zh-CN" altLang="en-US" sz="2000"/>
              <a:t> </a:t>
            </a:r>
            <a:r>
              <a:rPr kumimoji="1" lang="zh-CN" altLang="zh-CN" sz="2000"/>
              <a:t>convert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改变 不（一级） 了  </a:t>
            </a:r>
            <a:r>
              <a:rPr lang="zh-CN" altLang="zh-CN" sz="2000"/>
              <a:t>can't change</a:t>
            </a:r>
            <a:endParaRPr lang="zh-CN" altLang="en-US" sz="2000"/>
          </a:p>
          <a:p>
            <a:pPr eaLnBrk="1" hangingPunct="1"/>
            <a:r>
              <a:rPr lang="zh-CN" altLang="en-US" sz="2000"/>
              <a:t>改变 颜色（二级） </a:t>
            </a:r>
            <a:r>
              <a:rPr lang="zh-CN" altLang="zh-CN" sz="2000"/>
              <a:t>change color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对，我得努力改变自己。</a:t>
            </a:r>
            <a:endParaRPr lang="en-US" altLang="zh-CN" sz="2000"/>
          </a:p>
          <a:p>
            <a:pPr eaLnBrk="1" hangingPunct="1"/>
            <a:r>
              <a:rPr kumimoji="1" lang="zh-CN" altLang="en-US" sz="2000"/>
              <a:t>对</a:t>
            </a:r>
            <a:r>
              <a:rPr kumimoji="1" lang="en-US" altLang="zh-CN" sz="2000"/>
              <a:t>/</a:t>
            </a:r>
            <a:r>
              <a:rPr kumimoji="1" lang="zh-CN" altLang="zh-CN" sz="2000"/>
              <a:t>duì  ，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得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改变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gǎibiàn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Yes, I have to work hard to change myself. </a:t>
            </a:r>
            <a:endParaRPr kumimoji="1" lang="zh-CN" altLang="en-US" sz="2000"/>
          </a:p>
        </p:txBody>
      </p:sp>
      <p:pic>
        <p:nvPicPr>
          <p:cNvPr id="2" name="改变.wav" descr="改变.wav">
            <a:hlinkClick r:id="" action="ppaction://media"/>
            <a:extLst>
              <a:ext uri="{FF2B5EF4-FFF2-40B4-BE49-F238E27FC236}">
                <a16:creationId xmlns:a16="http://schemas.microsoft.com/office/drawing/2014/main" id="{1D9E51E1-983E-A34E-8516-49A5BCD7FD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42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改.wav" descr="改.wav">
            <a:hlinkClick r:id="" action="ppaction://media"/>
            <a:extLst>
              <a:ext uri="{FF2B5EF4-FFF2-40B4-BE49-F238E27FC236}">
                <a16:creationId xmlns:a16="http://schemas.microsoft.com/office/drawing/2014/main" id="{8A0BF1E3-BA02-C547-88C3-D7806D25A20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1233488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变.wav" descr="变.wav">
            <a:hlinkClick r:id="" action="ppaction://media"/>
            <a:extLst>
              <a:ext uri="{FF2B5EF4-FFF2-40B4-BE49-F238E27FC236}">
                <a16:creationId xmlns:a16="http://schemas.microsoft.com/office/drawing/2014/main" id="{907B71E6-284E-6149-B81F-C12AAA6ACFA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28775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改变不了.wav" descr="改变不了.wav">
            <a:hlinkClick r:id="" action="ppaction://media"/>
            <a:extLst>
              <a:ext uri="{FF2B5EF4-FFF2-40B4-BE49-F238E27FC236}">
                <a16:creationId xmlns:a16="http://schemas.microsoft.com/office/drawing/2014/main" id="{7F403062-DB3E-004E-A5C7-1EB50EE6940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8" y="2625725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改变颜色.wav" descr="改变颜色.wav">
            <a:hlinkClick r:id="" action="ppaction://media"/>
            <a:extLst>
              <a:ext uri="{FF2B5EF4-FFF2-40B4-BE49-F238E27FC236}">
                <a16:creationId xmlns:a16="http://schemas.microsoft.com/office/drawing/2014/main" id="{09EC6281-32AB-6E4F-A48F-1B4DB7FB45FC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57525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对，我得努力改变自己。.wav" descr="对，我得努力改变自己。.wav">
            <a:hlinkClick r:id="" action="ppaction://media"/>
            <a:extLst>
              <a:ext uri="{FF2B5EF4-FFF2-40B4-BE49-F238E27FC236}">
                <a16:creationId xmlns:a16="http://schemas.microsoft.com/office/drawing/2014/main" id="{076DCD81-91D3-B34E-97F6-24C6B30D33E9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733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12DFE41-A172-CB4A-9C56-265B404507DF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5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313B6C63-9D61-1C4C-A8C5-EB2AD4108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改变 </a:t>
            </a:r>
            <a:r>
              <a:rPr kumimoji="1" lang="zh-CN" altLang="zh-CN" sz="2800"/>
              <a:t>gǎibiàn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35CAFE0D-95BC-8249-B9E6-29EB0CDA70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change;</a:t>
            </a:r>
            <a:r>
              <a:rPr kumimoji="1" lang="zh-CN" altLang="en-US" sz="2000"/>
              <a:t> </a:t>
            </a:r>
            <a:r>
              <a:rPr kumimoji="1" lang="zh-CN" altLang="zh-CN" sz="2000"/>
              <a:t>alter;</a:t>
            </a:r>
            <a:r>
              <a:rPr kumimoji="1" lang="zh-CN" altLang="en-US" sz="2000"/>
              <a:t> </a:t>
            </a:r>
            <a:r>
              <a:rPr kumimoji="1" lang="zh-CN" altLang="zh-CN" sz="2000"/>
              <a:t>transform;</a:t>
            </a:r>
            <a:r>
              <a:rPr kumimoji="1" lang="zh-CN" altLang="en-US" sz="2000"/>
              <a:t> </a:t>
            </a:r>
            <a:r>
              <a:rPr kumimoji="1" lang="zh-CN" altLang="zh-CN" sz="2000"/>
              <a:t>convert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改变 不（一级） 了  </a:t>
            </a:r>
            <a:r>
              <a:rPr lang="zh-CN" altLang="zh-CN" sz="2000"/>
              <a:t>can't change</a:t>
            </a:r>
            <a:endParaRPr lang="zh-CN" altLang="en-US" sz="2000"/>
          </a:p>
          <a:p>
            <a:pPr eaLnBrk="1" hangingPunct="1"/>
            <a:r>
              <a:rPr lang="zh-CN" altLang="en-US" sz="2000"/>
              <a:t>改变 颜色（二级） </a:t>
            </a:r>
            <a:r>
              <a:rPr lang="zh-CN" altLang="zh-CN" sz="2000"/>
              <a:t>change color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对，我得努力改变自己。</a:t>
            </a:r>
            <a:endParaRPr lang="en-US" altLang="zh-CN" sz="2000"/>
          </a:p>
          <a:p>
            <a:pPr eaLnBrk="1" hangingPunct="1"/>
            <a:r>
              <a:rPr kumimoji="1" lang="zh-CN" altLang="en-US" sz="2000"/>
              <a:t>对</a:t>
            </a:r>
            <a:r>
              <a:rPr kumimoji="1" lang="en-US" altLang="zh-CN" sz="2000"/>
              <a:t>/</a:t>
            </a:r>
            <a:r>
              <a:rPr kumimoji="1" lang="zh-CN" altLang="zh-CN" sz="2000"/>
              <a:t>duì  ，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得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改变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gǎibiàn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Yes, I have to work hard to change myself. </a:t>
            </a:r>
            <a:endParaRPr kumimoji="1" lang="zh-CN" altLang="en-US" sz="2000"/>
          </a:p>
        </p:txBody>
      </p:sp>
      <p:pic>
        <p:nvPicPr>
          <p:cNvPr id="2" name="改变.wav" descr="改变.wav">
            <a:hlinkClick r:id="" action="ppaction://media"/>
            <a:extLst>
              <a:ext uri="{FF2B5EF4-FFF2-40B4-BE49-F238E27FC236}">
                <a16:creationId xmlns:a16="http://schemas.microsoft.com/office/drawing/2014/main" id="{620D25EF-D6BB-1A4C-847C-68CC3FB5689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42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改变不了.wav" descr="改变不了.wav">
            <a:hlinkClick r:id="" action="ppaction://media"/>
            <a:extLst>
              <a:ext uri="{FF2B5EF4-FFF2-40B4-BE49-F238E27FC236}">
                <a16:creationId xmlns:a16="http://schemas.microsoft.com/office/drawing/2014/main" id="{154AAB33-493B-0542-A2BA-8C7C8D462B1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050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改变颜色.wav" descr="改变颜色.wav">
            <a:hlinkClick r:id="" action="ppaction://media"/>
            <a:extLst>
              <a:ext uri="{FF2B5EF4-FFF2-40B4-BE49-F238E27FC236}">
                <a16:creationId xmlns:a16="http://schemas.microsoft.com/office/drawing/2014/main" id="{7D2DCABA-F29C-E14B-ABCF-CB51132EF5A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963" y="23368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对，我得努力改变自己。.wav" descr="对，我得努力改变自己。.wav">
            <a:hlinkClick r:id="" action="ppaction://media"/>
            <a:extLst>
              <a:ext uri="{FF2B5EF4-FFF2-40B4-BE49-F238E27FC236}">
                <a16:creationId xmlns:a16="http://schemas.microsoft.com/office/drawing/2014/main" id="{FAC2DE4D-3259-C24B-A410-80B40E50C7C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963" y="301307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2C4D880-EA87-3F4C-AF7E-81AB0BF4286E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A866C534-52EF-7744-8B9C-DA3FE7569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改变 </a:t>
            </a:r>
            <a:r>
              <a:rPr kumimoji="1" lang="zh-CN" altLang="zh-CN" sz="2800"/>
              <a:t>gǎibiàn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C02CC612-105D-1846-86F3-F59B82504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改变 不（一级） 了  </a:t>
            </a:r>
            <a:r>
              <a:rPr lang="zh-CN" altLang="zh-CN" sz="2000"/>
              <a:t>can't change</a:t>
            </a:r>
            <a:endParaRPr lang="zh-CN" altLang="en-US" sz="2000"/>
          </a:p>
          <a:p>
            <a:pPr eaLnBrk="1" hangingPunct="1"/>
            <a:r>
              <a:rPr lang="zh-CN" altLang="en-US" sz="2000"/>
              <a:t>改变 颜色（二级） </a:t>
            </a:r>
            <a:r>
              <a:rPr lang="zh-CN" altLang="zh-CN" sz="2000"/>
              <a:t>change color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对，我得努力改变自己。</a:t>
            </a:r>
            <a:endParaRPr lang="en-US" altLang="zh-CN" sz="2000"/>
          </a:p>
          <a:p>
            <a:pPr eaLnBrk="1" hangingPunct="1"/>
            <a:r>
              <a:rPr kumimoji="1" lang="zh-CN" altLang="en-US" sz="2000"/>
              <a:t>对</a:t>
            </a:r>
            <a:r>
              <a:rPr kumimoji="1" lang="en-US" altLang="zh-CN" sz="2000"/>
              <a:t>/</a:t>
            </a:r>
            <a:r>
              <a:rPr kumimoji="1" lang="zh-CN" altLang="zh-CN" sz="2000"/>
              <a:t>duì  ，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得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改变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gǎibiàn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Yes, I have to work hard to change myself. </a:t>
            </a:r>
            <a:endParaRPr kumimoji="1" lang="zh-CN" altLang="en-US" sz="2000"/>
          </a:p>
        </p:txBody>
      </p:sp>
      <p:pic>
        <p:nvPicPr>
          <p:cNvPr id="2" name="改变.wav" descr="改变.wav">
            <a:hlinkClick r:id="" action="ppaction://media"/>
            <a:extLst>
              <a:ext uri="{FF2B5EF4-FFF2-40B4-BE49-F238E27FC236}">
                <a16:creationId xmlns:a16="http://schemas.microsoft.com/office/drawing/2014/main" id="{A9CF1D04-D889-CC43-B697-BB8601BC64B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42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改变不了.wav" descr="改变不了.wav">
            <a:hlinkClick r:id="" action="ppaction://media"/>
            <a:extLst>
              <a:ext uri="{FF2B5EF4-FFF2-40B4-BE49-F238E27FC236}">
                <a16:creationId xmlns:a16="http://schemas.microsoft.com/office/drawing/2014/main" id="{ED4DE783-1F95-584B-870B-DC15501A19B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38" y="15240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改变颜色.wav" descr="改变颜色.wav">
            <a:hlinkClick r:id="" action="ppaction://media"/>
            <a:extLst>
              <a:ext uri="{FF2B5EF4-FFF2-40B4-BE49-F238E27FC236}">
                <a16:creationId xmlns:a16="http://schemas.microsoft.com/office/drawing/2014/main" id="{C71B2850-3F7A-F147-8058-B0231A872AFC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558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对，我得努力改变自己。.wav" descr="对，我得努力改变自己。.wav">
            <a:hlinkClick r:id="" action="ppaction://media"/>
            <a:extLst>
              <a:ext uri="{FF2B5EF4-FFF2-40B4-BE49-F238E27FC236}">
                <a16:creationId xmlns:a16="http://schemas.microsoft.com/office/drawing/2014/main" id="{D1BFE5E3-4A84-8C4F-A5D7-2FA97E4ABAE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3207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E16D452-6152-EE4A-B890-2545862991FA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5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7113E229-A82C-1444-ADCA-7C438B493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改变 </a:t>
            </a:r>
            <a:r>
              <a:rPr kumimoji="1" lang="zh-CN" altLang="zh-CN" sz="2800"/>
              <a:t>gǎibiàn</a:t>
            </a:r>
            <a:r>
              <a:rPr kumimoji="1" lang="zh-CN" altLang="en-US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6E668EF7-BF72-AA40-9A3D-A45619A56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lang="zh-CN" altLang="en-US" sz="2000" dirty="0"/>
              <a:t>对，我得努力改变自己。</a:t>
            </a:r>
            <a:endParaRPr lang="en-US" altLang="zh-CN" sz="2000" dirty="0"/>
          </a:p>
          <a:p>
            <a:pPr eaLnBrk="1" hangingPunct="1"/>
            <a:r>
              <a:rPr kumimoji="1" lang="zh-CN" altLang="en-US" sz="2000" dirty="0"/>
              <a:t>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duì  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努力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nǔlì  </a:t>
            </a:r>
            <a:r>
              <a:rPr kumimoji="1" lang="zh-CN" altLang="en-US" sz="2000" dirty="0"/>
              <a:t>改变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gǎibiàn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Yes, I have to work hard to change myself. </a:t>
            </a:r>
            <a:endParaRPr kumimoji="1" lang="zh-CN" altLang="en-US" sz="2000" dirty="0"/>
          </a:p>
        </p:txBody>
      </p:sp>
      <p:pic>
        <p:nvPicPr>
          <p:cNvPr id="2" name="改变.wav" descr="改变.wav">
            <a:hlinkClick r:id="" action="ppaction://media"/>
            <a:extLst>
              <a:ext uri="{FF2B5EF4-FFF2-40B4-BE49-F238E27FC236}">
                <a16:creationId xmlns:a16="http://schemas.microsoft.com/office/drawing/2014/main" id="{FB04035A-E188-3D48-A8B3-6B851867D6EB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42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对，我得努力改变自己。.wav" descr="对，我得努力改变自己。.wav">
            <a:hlinkClick r:id="" action="ppaction://media"/>
            <a:extLst>
              <a:ext uri="{FF2B5EF4-FFF2-40B4-BE49-F238E27FC236}">
                <a16:creationId xmlns:a16="http://schemas.microsoft.com/office/drawing/2014/main" id="{23C05AC0-552A-844F-9443-C1E8F110DDE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143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5910E02-3159-F64E-9770-374497E65EEE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F64B521C-51CF-924C-B5D7-4B923A46D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BF3D4FAC-F1FF-654E-B3A0-3543C6EB4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change;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alter;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transform;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convert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努力  </a:t>
            </a:r>
            <a:r>
              <a:rPr lang="en-US" altLang="zh-CN" sz="2000" dirty="0"/>
              <a:t>B.</a:t>
            </a:r>
            <a:r>
              <a:rPr lang="zh-CN" altLang="en-US" sz="2000" dirty="0"/>
              <a:t>改变  </a:t>
            </a:r>
            <a:r>
              <a:rPr lang="en-US" altLang="zh-CN" sz="2000" dirty="0"/>
              <a:t>C.</a:t>
            </a:r>
            <a:r>
              <a:rPr lang="zh-CN" altLang="en-US" sz="2000" dirty="0"/>
              <a:t>完成  </a:t>
            </a:r>
            <a:r>
              <a:rPr lang="en-US" altLang="zh-CN" sz="2000" dirty="0"/>
              <a:t>D.</a:t>
            </a:r>
            <a:r>
              <a:rPr lang="zh-CN" altLang="en-US" sz="2000" dirty="0"/>
              <a:t>世界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 Find right 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 颜色  </a:t>
            </a:r>
            <a:r>
              <a:rPr lang="en-US" altLang="zh-CN" sz="2000" dirty="0"/>
              <a:t>A.</a:t>
            </a:r>
            <a:r>
              <a:rPr lang="zh-CN" altLang="en-US" sz="2000" dirty="0"/>
              <a:t>锻炼  </a:t>
            </a:r>
            <a:r>
              <a:rPr lang="en-US" altLang="zh-CN" sz="2000" dirty="0"/>
              <a:t>B.</a:t>
            </a:r>
            <a:r>
              <a:rPr lang="zh-CN" altLang="en-US" sz="2000" dirty="0"/>
              <a:t>改变  </a:t>
            </a:r>
            <a:r>
              <a:rPr lang="en-US" altLang="zh-CN" sz="2000" dirty="0"/>
              <a:t>C.</a:t>
            </a:r>
            <a:r>
              <a:rPr lang="zh-CN" altLang="en-US" sz="2000" dirty="0"/>
              <a:t>还（动词）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打篮球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marL="1828800" lvl="4" indent="0">
              <a:buNone/>
              <a:defRPr/>
            </a:pPr>
            <a:r>
              <a:rPr lang="en-US" altLang="zh-CN" dirty="0"/>
              <a:t>B__</a:t>
            </a:r>
          </a:p>
          <a:p>
            <a:pPr>
              <a:defRPr/>
            </a:pPr>
            <a:r>
              <a:rPr lang="zh-CN" altLang="en-US" sz="2000" dirty="0"/>
              <a:t>对，我得努力改（）自己。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FD4A90F-6CEA-9D4A-90B6-382395042D41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457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597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3E9AB164-921C-FF4E-A32A-6504253B4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通过（</a:t>
            </a:r>
            <a:r>
              <a:rPr kumimoji="1" lang="en-US" altLang="zh-CN" sz="2400"/>
              <a:t>VERB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BA8AB-B1E3-6A4E-9382-1B05A7E1E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91595AE-F38D-9748-9CD7-4EB67BD00B92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B16CB44-E2D8-6548-826B-0322718DCAE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090C0CD-7D07-AD43-9E66-097A53E044BB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CE4DCE2-E737-A14C-9DDB-F510D3CF6D9B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88556E6-5250-E84D-BCEF-6A9F0499F97A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E36D1649-3651-2446-83B2-0EF7ECD0A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0D65F9DA-B8CD-9A4C-B45D-365516996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通</a:t>
            </a:r>
            <a:r>
              <a:rPr kumimoji="1" lang="zh-CN" altLang="en-US" sz="2000"/>
              <a:t> </a:t>
            </a:r>
            <a:r>
              <a:rPr kumimoji="1" lang="zh-CN" altLang="zh-CN" sz="2000"/>
              <a:t>tòng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open; through</a:t>
            </a:r>
          </a:p>
          <a:p>
            <a:r>
              <a:rPr kumimoji="1" lang="zh-CN" altLang="en-US" sz="2000"/>
              <a:t>过 </a:t>
            </a:r>
            <a:r>
              <a:rPr kumimoji="1" lang="zh-CN" altLang="zh-CN" sz="2000"/>
              <a:t>guò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cross; pass</a:t>
            </a:r>
            <a:endParaRPr kumimoji="1" lang="zh-CN" altLang="zh-CN" sz="2000"/>
          </a:p>
          <a:p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pass through;</a:t>
            </a:r>
            <a:r>
              <a:rPr kumimoji="1" lang="zh-CN" altLang="en-US" sz="2000"/>
              <a:t> </a:t>
            </a:r>
            <a:r>
              <a:rPr kumimoji="1" lang="zh-CN" altLang="zh-CN" sz="2000"/>
              <a:t>get past;</a:t>
            </a:r>
            <a:r>
              <a:rPr kumimoji="1" lang="zh-CN" altLang="en-US" sz="2000"/>
              <a:t> </a:t>
            </a:r>
            <a:r>
              <a:rPr kumimoji="1" lang="zh-CN" altLang="zh-CN" sz="2000"/>
              <a:t>traverse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考试（二级） 通过  </a:t>
            </a:r>
            <a:r>
              <a:rPr lang="zh-CN" altLang="zh-CN" sz="2000"/>
              <a:t>passing the exam</a:t>
            </a:r>
            <a:endParaRPr lang="zh-CN" altLang="en-US" sz="2000"/>
          </a:p>
          <a:p>
            <a:pPr eaLnBrk="1" hangingPunct="1"/>
            <a:r>
              <a:rPr lang="zh-CN" altLang="en-US" sz="2000"/>
              <a:t>没（没有 二级） 通过  </a:t>
            </a:r>
            <a:r>
              <a:rPr lang="zh-CN" altLang="zh-CN" sz="2000"/>
              <a:t>failed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他通过了入学考试。</a:t>
            </a:r>
            <a:endParaRPr kumimoji="1" lang="en-US" altLang="zh-CN" sz="2000"/>
          </a:p>
          <a:p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入学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rùxué  </a:t>
            </a:r>
            <a:r>
              <a:rPr kumimoji="1" lang="zh-CN" altLang="en-US" sz="2000"/>
              <a:t>考试</a:t>
            </a:r>
            <a:r>
              <a:rPr kumimoji="1" lang="en-US" altLang="zh-CN" sz="2000"/>
              <a:t>/</a:t>
            </a:r>
            <a:r>
              <a:rPr kumimoji="1" lang="zh-CN" altLang="zh-CN" sz="2000"/>
              <a:t>kǎoshì  。</a:t>
            </a:r>
            <a:endParaRPr kumimoji="1" lang="en-US" altLang="zh-CN" sz="2000"/>
          </a:p>
          <a:p>
            <a:r>
              <a:rPr kumimoji="1" lang="zh-CN" altLang="zh-CN" sz="2000"/>
              <a:t>He passed the entrance exam. </a:t>
            </a:r>
            <a:endParaRPr kumimoji="1" lang="zh-CN" altLang="en-US" sz="2000"/>
          </a:p>
        </p:txBody>
      </p:sp>
      <p:pic>
        <p:nvPicPr>
          <p:cNvPr id="3" name="通.wav" descr="通.wav">
            <a:hlinkClick r:id="" action="ppaction://media"/>
            <a:extLst>
              <a:ext uri="{FF2B5EF4-FFF2-40B4-BE49-F238E27FC236}">
                <a16:creationId xmlns:a16="http://schemas.microsoft.com/office/drawing/2014/main" id="{11C49B8C-FD4E-B144-88F8-01D3D2389AF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1938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过.wav" descr="过.wav">
            <a:hlinkClick r:id="" action="ppaction://media"/>
            <a:extLst>
              <a:ext uri="{FF2B5EF4-FFF2-40B4-BE49-F238E27FC236}">
                <a16:creationId xmlns:a16="http://schemas.microsoft.com/office/drawing/2014/main" id="{0B61CB1B-13F1-6041-A74A-7BF9F428A9A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56845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考试通过.wav" descr="考试通过.wav">
            <a:hlinkClick r:id="" action="ppaction://media"/>
            <a:extLst>
              <a:ext uri="{FF2B5EF4-FFF2-40B4-BE49-F238E27FC236}">
                <a16:creationId xmlns:a16="http://schemas.microsoft.com/office/drawing/2014/main" id="{3E34911C-F148-5F43-BC5A-02E06B605FF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667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没通过.wav" descr="没通过.wav">
            <a:hlinkClick r:id="" action="ppaction://media"/>
            <a:extLst>
              <a:ext uri="{FF2B5EF4-FFF2-40B4-BE49-F238E27FC236}">
                <a16:creationId xmlns:a16="http://schemas.microsoft.com/office/drawing/2014/main" id="{C04E3924-E5B0-4E4B-AB07-6F307BA5C15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022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通过了入学考试.wav" descr="他通过了入学考试.wav">
            <a:hlinkClick r:id="" action="ppaction://media"/>
            <a:extLst>
              <a:ext uri="{FF2B5EF4-FFF2-40B4-BE49-F238E27FC236}">
                <a16:creationId xmlns:a16="http://schemas.microsoft.com/office/drawing/2014/main" id="{8E021627-47E0-204B-9D4F-665BAAA6F652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37338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28F69069-3ED8-3F4A-9F04-9F2BF6DD4068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65113"/>
            <a:ext cx="812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73A1EF07-CA7B-0E4C-9EAE-639E977943C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2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93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55EEC9AA-4BDE-BE4F-927B-881C64C2B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D3D1F1FF-5FA2-214A-B3F6-D76DBD9F7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VERB</a:t>
            </a:r>
            <a:r>
              <a:rPr kumimoji="1" lang="zh-CN" altLang="en-US" sz="2000"/>
              <a:t>  </a:t>
            </a:r>
            <a:r>
              <a:rPr kumimoji="1" lang="zh-CN" altLang="zh-CN" sz="2000"/>
              <a:t>pass through;</a:t>
            </a:r>
            <a:r>
              <a:rPr kumimoji="1" lang="zh-CN" altLang="en-US" sz="2000"/>
              <a:t> </a:t>
            </a:r>
            <a:r>
              <a:rPr kumimoji="1" lang="zh-CN" altLang="zh-CN" sz="2000"/>
              <a:t>get past;</a:t>
            </a:r>
            <a:r>
              <a:rPr kumimoji="1" lang="zh-CN" altLang="en-US" sz="2000"/>
              <a:t> </a:t>
            </a:r>
            <a:r>
              <a:rPr kumimoji="1" lang="zh-CN" altLang="zh-CN" sz="2000"/>
              <a:t>traverse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考试（二级） 通过  </a:t>
            </a:r>
            <a:r>
              <a:rPr lang="zh-CN" altLang="zh-CN" sz="2000"/>
              <a:t>passing the exam</a:t>
            </a:r>
            <a:endParaRPr lang="zh-CN" altLang="en-US" sz="2000"/>
          </a:p>
          <a:p>
            <a:pPr eaLnBrk="1" hangingPunct="1"/>
            <a:r>
              <a:rPr lang="zh-CN" altLang="en-US" sz="2000"/>
              <a:t>没（没有 二级） 通过  </a:t>
            </a:r>
            <a:r>
              <a:rPr lang="zh-CN" altLang="zh-CN" sz="2000"/>
              <a:t>failed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他通过了入学考试。</a:t>
            </a:r>
            <a:endParaRPr kumimoji="1" lang="en-US" altLang="zh-CN" sz="2000"/>
          </a:p>
          <a:p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入学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rùxué  </a:t>
            </a:r>
            <a:r>
              <a:rPr kumimoji="1" lang="zh-CN" altLang="en-US" sz="2000"/>
              <a:t>考试</a:t>
            </a:r>
            <a:r>
              <a:rPr kumimoji="1" lang="en-US" altLang="zh-CN" sz="2000"/>
              <a:t>/</a:t>
            </a:r>
            <a:r>
              <a:rPr kumimoji="1" lang="zh-CN" altLang="zh-CN" sz="2000"/>
              <a:t>kǎoshì  。</a:t>
            </a:r>
            <a:endParaRPr kumimoji="1" lang="en-US" altLang="zh-CN" sz="2000"/>
          </a:p>
          <a:p>
            <a:r>
              <a:rPr kumimoji="1" lang="zh-CN" altLang="zh-CN" sz="2000"/>
              <a:t>He passed the entrance exam. </a:t>
            </a:r>
            <a:endParaRPr kumimoji="1" lang="zh-CN" altLang="en-US" sz="2000"/>
          </a:p>
        </p:txBody>
      </p:sp>
      <p:pic>
        <p:nvPicPr>
          <p:cNvPr id="5" name="考试通过.wav" descr="考试通过.wav">
            <a:hlinkClick r:id="" action="ppaction://media"/>
            <a:extLst>
              <a:ext uri="{FF2B5EF4-FFF2-40B4-BE49-F238E27FC236}">
                <a16:creationId xmlns:a16="http://schemas.microsoft.com/office/drawing/2014/main" id="{F6EC5F5C-3143-FA46-89C2-0A85A2C19EA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05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没通过.wav" descr="没通过.wav">
            <a:hlinkClick r:id="" action="ppaction://media"/>
            <a:extLst>
              <a:ext uri="{FF2B5EF4-FFF2-40B4-BE49-F238E27FC236}">
                <a16:creationId xmlns:a16="http://schemas.microsoft.com/office/drawing/2014/main" id="{E1132C46-0253-BD4F-A51C-9FBC1B65D4D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260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通过了入学考试.wav" descr="他通过了入学考试.wav">
            <a:hlinkClick r:id="" action="ppaction://media"/>
            <a:extLst>
              <a:ext uri="{FF2B5EF4-FFF2-40B4-BE49-F238E27FC236}">
                <a16:creationId xmlns:a16="http://schemas.microsoft.com/office/drawing/2014/main" id="{8A8AA5C8-4A5E-4942-9373-1B783A3D2D6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29718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A9BDDE3F-E9A7-7245-A34E-E5A71BAECB7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65113"/>
            <a:ext cx="812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D2327DB0-645C-A44C-A803-547A30BB7EBA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2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3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E40CD9EB-E0A1-F84C-8EE3-FA2429D9F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9D95A1B9-A06C-F040-966E-30C839EFD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考试（二级） 通过  </a:t>
            </a:r>
            <a:r>
              <a:rPr lang="zh-CN" altLang="zh-CN" sz="2000"/>
              <a:t>passing the exam</a:t>
            </a:r>
            <a:endParaRPr lang="zh-CN" altLang="en-US" sz="2000"/>
          </a:p>
          <a:p>
            <a:pPr eaLnBrk="1" hangingPunct="1"/>
            <a:r>
              <a:rPr lang="zh-CN" altLang="en-US" sz="2000"/>
              <a:t>没（没有 二级） 通过  </a:t>
            </a:r>
            <a:r>
              <a:rPr lang="zh-CN" altLang="zh-CN" sz="2000"/>
              <a:t>failed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他通过了入学考试。</a:t>
            </a:r>
            <a:endParaRPr kumimoji="1" lang="en-US" altLang="zh-CN" sz="2000"/>
          </a:p>
          <a:p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入学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rùxué  </a:t>
            </a:r>
            <a:r>
              <a:rPr kumimoji="1" lang="zh-CN" altLang="en-US" sz="2000"/>
              <a:t>考试</a:t>
            </a:r>
            <a:r>
              <a:rPr kumimoji="1" lang="en-US" altLang="zh-CN" sz="2000"/>
              <a:t>/</a:t>
            </a:r>
            <a:r>
              <a:rPr kumimoji="1" lang="zh-CN" altLang="zh-CN" sz="2000"/>
              <a:t>kǎoshì  。</a:t>
            </a:r>
            <a:endParaRPr kumimoji="1" lang="en-US" altLang="zh-CN" sz="2000"/>
          </a:p>
          <a:p>
            <a:r>
              <a:rPr kumimoji="1" lang="zh-CN" altLang="zh-CN" sz="2000"/>
              <a:t>He passed the entrance exam. </a:t>
            </a:r>
            <a:endParaRPr kumimoji="1" lang="zh-CN" altLang="en-US" sz="2000"/>
          </a:p>
        </p:txBody>
      </p:sp>
      <p:pic>
        <p:nvPicPr>
          <p:cNvPr id="5" name="考试通过.wav" descr="考试通过.wav">
            <a:hlinkClick r:id="" action="ppaction://media"/>
            <a:extLst>
              <a:ext uri="{FF2B5EF4-FFF2-40B4-BE49-F238E27FC236}">
                <a16:creationId xmlns:a16="http://schemas.microsoft.com/office/drawing/2014/main" id="{D33169DC-53DB-4B48-832E-ABC158426D9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没通过.wav" descr="没通过.wav">
            <a:hlinkClick r:id="" action="ppaction://media"/>
            <a:extLst>
              <a:ext uri="{FF2B5EF4-FFF2-40B4-BE49-F238E27FC236}">
                <a16:creationId xmlns:a16="http://schemas.microsoft.com/office/drawing/2014/main" id="{C3C31A89-069D-B44B-B939-49351C1F0F0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879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通过了入学考试.wav" descr="他通过了入学考试.wav">
            <a:hlinkClick r:id="" action="ppaction://media"/>
            <a:extLst>
              <a:ext uri="{FF2B5EF4-FFF2-40B4-BE49-F238E27FC236}">
                <a16:creationId xmlns:a16="http://schemas.microsoft.com/office/drawing/2014/main" id="{B8ADAFF5-B21E-9B45-A177-E496EE6F9748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25908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96F8488C-71F0-934D-8E7E-2025E43101B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65113"/>
            <a:ext cx="812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8D224754-4C49-744C-96EE-0ECC0E4E01D7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2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3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D5221A0F-7723-3C45-B443-B6DEF5675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69F83661-206B-E64B-BE1B-97B383ECEA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他通过了入学考试。</a:t>
            </a:r>
            <a:endParaRPr kumimoji="1" lang="en-US" altLang="zh-CN" sz="2000"/>
          </a:p>
          <a:p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入学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rùxué  </a:t>
            </a:r>
            <a:r>
              <a:rPr kumimoji="1" lang="zh-CN" altLang="en-US" sz="2000"/>
              <a:t>考试</a:t>
            </a:r>
            <a:r>
              <a:rPr kumimoji="1" lang="en-US" altLang="zh-CN" sz="2000"/>
              <a:t>/</a:t>
            </a:r>
            <a:r>
              <a:rPr kumimoji="1" lang="zh-CN" altLang="zh-CN" sz="2000"/>
              <a:t>kǎoshì  。</a:t>
            </a:r>
            <a:endParaRPr kumimoji="1" lang="en-US" altLang="zh-CN" sz="2000"/>
          </a:p>
          <a:p>
            <a:r>
              <a:rPr kumimoji="1" lang="zh-CN" altLang="zh-CN" sz="2000"/>
              <a:t>He passed the entrance exam. </a:t>
            </a:r>
            <a:endParaRPr kumimoji="1" lang="zh-CN" altLang="en-US" sz="2000"/>
          </a:p>
        </p:txBody>
      </p:sp>
      <p:pic>
        <p:nvPicPr>
          <p:cNvPr id="7" name="他通过了入学考试.wav" descr="他通过了入学考试.wav">
            <a:hlinkClick r:id="" action="ppaction://media"/>
            <a:extLst>
              <a:ext uri="{FF2B5EF4-FFF2-40B4-BE49-F238E27FC236}">
                <a16:creationId xmlns:a16="http://schemas.microsoft.com/office/drawing/2014/main" id="{BBCC631F-92BE-EA45-A3FF-6FA1D5511AF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5748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F18E2348-35FD-C249-9735-3A9249BCC63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65113"/>
            <a:ext cx="812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2450B9ED-3A3F-FF44-90A4-2DDC137A477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AD3CF00D-C6EA-C64C-A7D5-B1381D9ED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F8978595-E4D5-7C46-B7F4-01E792D94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pass through;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get past;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traverse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根据  </a:t>
            </a:r>
            <a:r>
              <a:rPr lang="en-US" altLang="zh-CN" sz="2000" dirty="0"/>
              <a:t>B.</a:t>
            </a:r>
            <a:r>
              <a:rPr lang="zh-CN" altLang="en-US" sz="2000" dirty="0"/>
              <a:t>邻居  </a:t>
            </a:r>
            <a:r>
              <a:rPr lang="en-US" altLang="zh-CN" sz="2000" dirty="0"/>
              <a:t>C.</a:t>
            </a:r>
            <a:r>
              <a:rPr lang="zh-CN" altLang="en-US" sz="2000" dirty="0"/>
              <a:t>黑  </a:t>
            </a:r>
            <a:r>
              <a:rPr lang="en-US" altLang="zh-CN" sz="2000" dirty="0"/>
              <a:t>D.</a:t>
            </a:r>
            <a:r>
              <a:rPr lang="zh-CN" altLang="en-US" sz="2000" dirty="0"/>
              <a:t>通过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 Find right 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 通过   </a:t>
            </a:r>
            <a:r>
              <a:rPr lang="en-US" altLang="zh-CN" sz="2000" dirty="0"/>
              <a:t>A.</a:t>
            </a:r>
            <a:r>
              <a:rPr lang="zh-CN" altLang="en-US" sz="2000" dirty="0"/>
              <a:t>商店  </a:t>
            </a:r>
            <a:r>
              <a:rPr lang="en-US" altLang="zh-CN" sz="2000" dirty="0"/>
              <a:t>B.</a:t>
            </a:r>
            <a:r>
              <a:rPr lang="zh-CN" altLang="en-US" sz="2000" dirty="0"/>
              <a:t>考试  </a:t>
            </a:r>
            <a:r>
              <a:rPr lang="en-US" altLang="zh-CN" sz="2000" dirty="0"/>
              <a:t>C.</a:t>
            </a:r>
            <a:r>
              <a:rPr lang="zh-CN" altLang="en-US" sz="2000" dirty="0"/>
              <a:t>西  </a:t>
            </a:r>
            <a:r>
              <a:rPr lang="en-US" altLang="zh-CN" sz="2000" dirty="0"/>
              <a:t>D.</a:t>
            </a:r>
            <a:r>
              <a:rPr lang="zh-CN" altLang="en-US" sz="2000" dirty="0"/>
              <a:t>分钟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>
              <a:defRPr/>
            </a:pPr>
            <a:r>
              <a:rPr kumimoji="1" lang="zh-CN" altLang="en-US" sz="2000" dirty="0"/>
              <a:t>他通（）了入学考试。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5A05825-8604-E24F-AF7B-6C10719DC913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681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075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C0A22D28-3B26-F74C-AD15-E88041826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通过（</a:t>
            </a:r>
            <a:r>
              <a:rPr kumimoji="1" lang="zh-CN" altLang="zh-CN" sz="2400"/>
              <a:t> PREPOSITION 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C3B8A-48D9-C740-BA75-EF9066A7A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 marL="0" indent="0">
              <a:buFontTx/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9DA4D2A-568C-CF49-8E6C-116233243908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6EEAC35-9BA2-CF44-8810-4593B6A3A96C}"/>
              </a:ext>
            </a:extLst>
          </p:cNvPr>
          <p:cNvSpPr/>
          <p:nvPr/>
        </p:nvSpPr>
        <p:spPr>
          <a:xfrm>
            <a:off x="75438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3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378750E-620B-144F-811D-3E3C6A8402E0}"/>
              </a:ext>
            </a:extLst>
          </p:cNvPr>
          <p:cNvSpPr/>
          <p:nvPr/>
        </p:nvSpPr>
        <p:spPr>
          <a:xfrm>
            <a:off x="3962400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E77F474-E167-0243-88DD-840B3F6D70E7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77664915-5030-2D41-A22D-A4BF1333A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5842" name="内容占位符 2">
            <a:extLst>
              <a:ext uri="{FF2B5EF4-FFF2-40B4-BE49-F238E27FC236}">
                <a16:creationId xmlns:a16="http://schemas.microsoft.com/office/drawing/2014/main" id="{CB241301-3419-594B-A60C-96C1F3E370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通</a:t>
            </a:r>
            <a:r>
              <a:rPr kumimoji="1" lang="zh-CN" altLang="en-US" sz="2000"/>
              <a:t> </a:t>
            </a:r>
            <a:r>
              <a:rPr kumimoji="1" lang="zh-CN" altLang="zh-CN" sz="2000"/>
              <a:t>tōng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open; through</a:t>
            </a:r>
          </a:p>
          <a:p>
            <a:r>
              <a:rPr kumimoji="1" lang="zh-CN" altLang="en-US" sz="2000"/>
              <a:t>过 </a:t>
            </a:r>
            <a:r>
              <a:rPr kumimoji="1" lang="zh-CN" altLang="zh-CN" sz="2000"/>
              <a:t>guò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cross; pass</a:t>
            </a:r>
            <a:endParaRPr kumimoji="1" lang="zh-CN" altLang="zh-CN" sz="2000"/>
          </a:p>
          <a:p>
            <a:r>
              <a:rPr kumimoji="1" lang="zh-CN" altLang="zh-CN" sz="2000"/>
              <a:t>PREPOSITION</a:t>
            </a:r>
            <a:r>
              <a:rPr kumimoji="1" lang="zh-CN" altLang="en-US" sz="2000"/>
              <a:t>  </a:t>
            </a:r>
            <a:r>
              <a:rPr kumimoji="1" lang="zh-CN" altLang="zh-CN" sz="2000"/>
              <a:t>by means of;</a:t>
            </a:r>
            <a:r>
              <a:rPr kumimoji="1" lang="zh-CN" altLang="en-US" sz="2000"/>
              <a:t> </a:t>
            </a:r>
            <a:r>
              <a:rPr kumimoji="1" lang="zh-CN" altLang="zh-CN" sz="2000"/>
              <a:t>by way of;</a:t>
            </a:r>
            <a:r>
              <a:rPr kumimoji="1" lang="zh-CN" altLang="en-US" sz="2000"/>
              <a:t> </a:t>
            </a:r>
            <a:r>
              <a:rPr kumimoji="1" lang="zh-CN" altLang="zh-CN" sz="2000"/>
              <a:t>by;</a:t>
            </a:r>
            <a:r>
              <a:rPr kumimoji="1" lang="zh-CN" altLang="en-US" sz="2000"/>
              <a:t> </a:t>
            </a:r>
            <a:r>
              <a:rPr kumimoji="1" lang="zh-CN" altLang="zh-CN" sz="2000"/>
              <a:t>through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张远：任何成功都要通过努力才能得到。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', '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’]</a:t>
            </a:r>
          </a:p>
          <a:p>
            <a:r>
              <a:rPr kumimoji="1" lang="zh-CN" altLang="en-US" sz="2000"/>
              <a:t>张远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zhāngyuǎn  ：  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/</a:t>
            </a:r>
            <a:r>
              <a:rPr kumimoji="1" lang="zh-CN" altLang="zh-CN" sz="2000"/>
              <a:t>rènhé  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chénggōng  </a:t>
            </a:r>
            <a:r>
              <a:rPr kumimoji="1" lang="zh-CN" altLang="en-US" sz="2000"/>
              <a:t>都</a:t>
            </a:r>
            <a:r>
              <a:rPr kumimoji="1" lang="en-US" altLang="zh-CN" sz="2000"/>
              <a:t>/</a:t>
            </a:r>
            <a:r>
              <a:rPr kumimoji="1" lang="zh-CN" altLang="zh-CN" sz="2000"/>
              <a:t>dōu  </a:t>
            </a:r>
            <a:r>
              <a:rPr kumimoji="1" lang="zh-CN" altLang="en-US" sz="2000"/>
              <a:t>要</a:t>
            </a:r>
            <a:r>
              <a:rPr kumimoji="1" lang="en-US" altLang="zh-CN" sz="2000"/>
              <a:t>/</a:t>
            </a:r>
            <a:r>
              <a:rPr kumimoji="1" lang="zh-CN" altLang="zh-CN" sz="2000"/>
              <a:t>yào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cáinéng  </a:t>
            </a:r>
            <a:r>
              <a:rPr kumimoji="1" lang="zh-CN" altLang="en-US" sz="2000"/>
              <a:t>得到</a:t>
            </a:r>
            <a:r>
              <a:rPr kumimoji="1" lang="en-US" altLang="zh-CN" sz="2000"/>
              <a:t>/</a:t>
            </a:r>
            <a:r>
              <a:rPr kumimoji="1" lang="zh-CN" altLang="zh-CN" sz="2000"/>
              <a:t>dédào  。</a:t>
            </a:r>
            <a:endParaRPr kumimoji="1" lang="en-US" altLang="zh-CN" sz="2000"/>
          </a:p>
          <a:p>
            <a:r>
              <a:rPr kumimoji="1" lang="zh-CN" altLang="zh-CN" sz="2000"/>
              <a:t>Zhang Yuan: Any success can only be achieved through hard work.</a:t>
            </a:r>
            <a:endParaRPr kumimoji="1" lang="zh-CN" altLang="en-US" sz="2000"/>
          </a:p>
        </p:txBody>
      </p:sp>
      <p:pic>
        <p:nvPicPr>
          <p:cNvPr id="7" name="张远：任何成功都要通过努力才能得到。.wav" descr="张远：任何成功都要通过努力才能得到。.wav">
            <a:hlinkClick r:id="" action="ppaction://media"/>
            <a:extLst>
              <a:ext uri="{FF2B5EF4-FFF2-40B4-BE49-F238E27FC236}">
                <a16:creationId xmlns:a16="http://schemas.microsoft.com/office/drawing/2014/main" id="{C90CA476-30AE-BD48-B00C-4A9E5507F1C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053E462D-6340-A948-893E-8852CE7FB34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通.wav" descr="通.wav">
            <a:hlinkClick r:id="" action="ppaction://media"/>
            <a:extLst>
              <a:ext uri="{FF2B5EF4-FFF2-40B4-BE49-F238E27FC236}">
                <a16:creationId xmlns:a16="http://schemas.microsoft.com/office/drawing/2014/main" id="{91C2BAAA-4C84-CE48-BFC9-06C734BAE01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过.wav" descr="过.wav">
            <a:hlinkClick r:id="" action="ppaction://media"/>
            <a:extLst>
              <a:ext uri="{FF2B5EF4-FFF2-40B4-BE49-F238E27FC236}">
                <a16:creationId xmlns:a16="http://schemas.microsoft.com/office/drawing/2014/main" id="{2CB8BD43-9F28-E64C-B271-6388B5CF7E61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9A80B096-654D-0C41-845E-DC032C92A30D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2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162CEA7C-BF68-734A-B7CF-38C9AF709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73DEFE1A-0633-A34E-9797-350D4E5B6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zh-CN" sz="2000"/>
              <a:t>PREPOSITION</a:t>
            </a:r>
            <a:r>
              <a:rPr kumimoji="1" lang="zh-CN" altLang="en-US" sz="2000"/>
              <a:t>  </a:t>
            </a:r>
            <a:r>
              <a:rPr kumimoji="1" lang="zh-CN" altLang="zh-CN" sz="2000"/>
              <a:t>by means of;</a:t>
            </a:r>
            <a:r>
              <a:rPr kumimoji="1" lang="zh-CN" altLang="en-US" sz="2000"/>
              <a:t> </a:t>
            </a:r>
            <a:r>
              <a:rPr kumimoji="1" lang="zh-CN" altLang="zh-CN" sz="2000"/>
              <a:t>by way of;</a:t>
            </a:r>
            <a:r>
              <a:rPr kumimoji="1" lang="zh-CN" altLang="en-US" sz="2000"/>
              <a:t> </a:t>
            </a:r>
            <a:r>
              <a:rPr kumimoji="1" lang="zh-CN" altLang="zh-CN" sz="2000"/>
              <a:t>by;</a:t>
            </a:r>
            <a:r>
              <a:rPr kumimoji="1" lang="zh-CN" altLang="en-US" sz="2000"/>
              <a:t> </a:t>
            </a:r>
            <a:r>
              <a:rPr kumimoji="1" lang="zh-CN" altLang="zh-CN" sz="2000"/>
              <a:t>through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张远：任何成功都要通过努力才能得到。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', '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’]</a:t>
            </a:r>
          </a:p>
          <a:p>
            <a:r>
              <a:rPr kumimoji="1" lang="zh-CN" altLang="en-US" sz="2000"/>
              <a:t>张远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zhāngyuǎn  ：  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/</a:t>
            </a:r>
            <a:r>
              <a:rPr kumimoji="1" lang="zh-CN" altLang="zh-CN" sz="2000"/>
              <a:t>rènhé  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chénggōng  </a:t>
            </a:r>
            <a:r>
              <a:rPr kumimoji="1" lang="zh-CN" altLang="en-US" sz="2000"/>
              <a:t>都</a:t>
            </a:r>
            <a:r>
              <a:rPr kumimoji="1" lang="en-US" altLang="zh-CN" sz="2000"/>
              <a:t>/</a:t>
            </a:r>
            <a:r>
              <a:rPr kumimoji="1" lang="zh-CN" altLang="zh-CN" sz="2000"/>
              <a:t>dōu  </a:t>
            </a:r>
            <a:r>
              <a:rPr kumimoji="1" lang="zh-CN" altLang="en-US" sz="2000"/>
              <a:t>要</a:t>
            </a:r>
            <a:r>
              <a:rPr kumimoji="1" lang="en-US" altLang="zh-CN" sz="2000"/>
              <a:t>/</a:t>
            </a:r>
            <a:r>
              <a:rPr kumimoji="1" lang="zh-CN" altLang="zh-CN" sz="2000"/>
              <a:t>yào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cáinéng  </a:t>
            </a:r>
            <a:r>
              <a:rPr kumimoji="1" lang="zh-CN" altLang="en-US" sz="2000"/>
              <a:t>得到</a:t>
            </a:r>
            <a:r>
              <a:rPr kumimoji="1" lang="en-US" altLang="zh-CN" sz="2000"/>
              <a:t>/</a:t>
            </a:r>
            <a:r>
              <a:rPr kumimoji="1" lang="zh-CN" altLang="zh-CN" sz="2000"/>
              <a:t>dédào  。</a:t>
            </a:r>
            <a:endParaRPr kumimoji="1" lang="en-US" altLang="zh-CN" sz="2000"/>
          </a:p>
          <a:p>
            <a:r>
              <a:rPr kumimoji="1" lang="zh-CN" altLang="zh-CN" sz="2000"/>
              <a:t>Zhang Yuan: Any success can only be achieved through hard work.</a:t>
            </a:r>
            <a:endParaRPr kumimoji="1" lang="zh-CN" altLang="en-US" sz="2000"/>
          </a:p>
        </p:txBody>
      </p:sp>
      <p:pic>
        <p:nvPicPr>
          <p:cNvPr id="7" name="张远：任何成功都要通过努力才能得到。.wav" descr="张远：任何成功都要通过努力才能得到。.wav">
            <a:hlinkClick r:id="" action="ppaction://media"/>
            <a:extLst>
              <a:ext uri="{FF2B5EF4-FFF2-40B4-BE49-F238E27FC236}">
                <a16:creationId xmlns:a16="http://schemas.microsoft.com/office/drawing/2014/main" id="{106E4ACF-8A76-9A44-98E4-81AA8B3DD47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5937AE9A-7496-414D-98EE-C497F28C470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圆角矩形 11">
            <a:extLst>
              <a:ext uri="{FF2B5EF4-FFF2-40B4-BE49-F238E27FC236}">
                <a16:creationId xmlns:a16="http://schemas.microsoft.com/office/drawing/2014/main" id="{16B2ADB3-37B5-A847-A95E-C5542517ADB8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1A9C091E-8666-0F43-9407-432B1C151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/>
              <a:t>通过 </a:t>
            </a:r>
            <a:r>
              <a:rPr kumimoji="1" lang="zh-CN" altLang="zh-CN" sz="2800"/>
              <a:t>tōngguò </a:t>
            </a:r>
            <a:endParaRPr kumimoji="1" lang="zh-CN" altLang="en-US" sz="2800"/>
          </a:p>
        </p:txBody>
      </p:sp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555674A7-6583-8A46-BEA2-8F5AA600F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r>
              <a:rPr kumimoji="1" lang="zh-CN" altLang="en-US" sz="2000"/>
              <a:t>张远：任何成功都要通过努力才能得到。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', '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’]</a:t>
            </a:r>
          </a:p>
          <a:p>
            <a:r>
              <a:rPr kumimoji="1" lang="zh-CN" altLang="en-US" sz="2000"/>
              <a:t>张远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zhāngyuǎn  ：  </a:t>
            </a:r>
            <a:r>
              <a:rPr kumimoji="1" lang="zh-CN" altLang="en-US" sz="2000"/>
              <a:t>任何</a:t>
            </a:r>
            <a:r>
              <a:rPr kumimoji="1" lang="en-US" altLang="zh-CN" sz="2000"/>
              <a:t>/</a:t>
            </a:r>
            <a:r>
              <a:rPr kumimoji="1" lang="zh-CN" altLang="zh-CN" sz="2000"/>
              <a:t>rènhé  </a:t>
            </a:r>
            <a:r>
              <a:rPr kumimoji="1" lang="zh-CN" altLang="en-US" sz="2000"/>
              <a:t>成功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chénggōng  </a:t>
            </a:r>
            <a:r>
              <a:rPr kumimoji="1" lang="zh-CN" altLang="en-US" sz="2000"/>
              <a:t>都</a:t>
            </a:r>
            <a:r>
              <a:rPr kumimoji="1" lang="en-US" altLang="zh-CN" sz="2000"/>
              <a:t>/</a:t>
            </a:r>
            <a:r>
              <a:rPr kumimoji="1" lang="zh-CN" altLang="zh-CN" sz="2000"/>
              <a:t>dōu  </a:t>
            </a:r>
            <a:r>
              <a:rPr kumimoji="1" lang="zh-CN" altLang="en-US" sz="2000"/>
              <a:t>要</a:t>
            </a:r>
            <a:r>
              <a:rPr kumimoji="1" lang="en-US" altLang="zh-CN" sz="2000"/>
              <a:t>/</a:t>
            </a:r>
            <a:r>
              <a:rPr kumimoji="1" lang="zh-CN" altLang="zh-CN" sz="2000"/>
              <a:t>yào  </a:t>
            </a:r>
            <a:r>
              <a:rPr kumimoji="1" lang="zh-CN" altLang="en-US" sz="2000"/>
              <a:t>通过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tōngguò  </a:t>
            </a:r>
            <a:r>
              <a:rPr kumimoji="1" lang="zh-CN" altLang="en-US" sz="2000"/>
              <a:t>努力</a:t>
            </a:r>
            <a:r>
              <a:rPr kumimoji="1" lang="en-US" altLang="zh-CN" sz="2000"/>
              <a:t>/</a:t>
            </a:r>
            <a:r>
              <a:rPr kumimoji="1" lang="zh-CN" altLang="zh-CN" sz="2000"/>
              <a:t>nǔlì  </a:t>
            </a:r>
            <a:r>
              <a:rPr kumimoji="1" lang="zh-CN" altLang="en-US" sz="2000"/>
              <a:t>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cáinéng  </a:t>
            </a:r>
            <a:r>
              <a:rPr kumimoji="1" lang="zh-CN" altLang="en-US" sz="2000"/>
              <a:t>得到</a:t>
            </a:r>
            <a:r>
              <a:rPr kumimoji="1" lang="en-US" altLang="zh-CN" sz="2000"/>
              <a:t>/</a:t>
            </a:r>
            <a:r>
              <a:rPr kumimoji="1" lang="zh-CN" altLang="zh-CN" sz="2000"/>
              <a:t>dédào  。</a:t>
            </a:r>
            <a:endParaRPr kumimoji="1" lang="en-US" altLang="zh-CN" sz="2000"/>
          </a:p>
          <a:p>
            <a:r>
              <a:rPr kumimoji="1" lang="zh-CN" altLang="zh-CN" sz="2000"/>
              <a:t>Zhang Yuan: Any success can only be achieved through hard work.</a:t>
            </a:r>
            <a:endParaRPr kumimoji="1" lang="zh-CN" altLang="en-US" sz="2000"/>
          </a:p>
        </p:txBody>
      </p:sp>
      <p:pic>
        <p:nvPicPr>
          <p:cNvPr id="7" name="张远：任何成功都要通过努力才能得到。.wav" descr="张远：任何成功都要通过努力才能得到。.wav">
            <a:hlinkClick r:id="" action="ppaction://media"/>
            <a:extLst>
              <a:ext uri="{FF2B5EF4-FFF2-40B4-BE49-F238E27FC236}">
                <a16:creationId xmlns:a16="http://schemas.microsoft.com/office/drawing/2014/main" id="{5D7F78A5-D4FA-0A40-88A5-8485FF8594E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通过.wav" descr="通过.wav">
            <a:hlinkClick r:id="" action="ppaction://media"/>
            <a:extLst>
              <a:ext uri="{FF2B5EF4-FFF2-40B4-BE49-F238E27FC236}">
                <a16:creationId xmlns:a16="http://schemas.microsoft.com/office/drawing/2014/main" id="{FF7759AE-29CD-EC40-8324-2863A8DB498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圆角矩形 11">
            <a:extLst>
              <a:ext uri="{FF2B5EF4-FFF2-40B4-BE49-F238E27FC236}">
                <a16:creationId xmlns:a16="http://schemas.microsoft.com/office/drawing/2014/main" id="{FFED256B-5E78-E446-9446-963EF3E91161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EB470320-03EA-764A-B158-C6E0B59D6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C217945C-68D2-A047-ADF0-83F718F0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kumimoji="1" lang="en" altLang="zh-CN" sz="2000" dirty="0"/>
              <a:t> by means of;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by way of;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by;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through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A.</a:t>
            </a:r>
            <a:r>
              <a:rPr lang="zh-CN" altLang="en-US" sz="2000" dirty="0"/>
              <a:t>通过  </a:t>
            </a:r>
            <a:r>
              <a:rPr lang="en-US" altLang="zh-CN" sz="2000" dirty="0"/>
              <a:t>B.</a:t>
            </a:r>
            <a:r>
              <a:rPr lang="zh-CN" altLang="en-US" sz="2000" dirty="0"/>
              <a:t>冷  </a:t>
            </a:r>
            <a:r>
              <a:rPr lang="en-US" altLang="zh-CN" sz="2000" dirty="0"/>
              <a:t>C.</a:t>
            </a:r>
            <a:r>
              <a:rPr lang="zh-CN" altLang="en-US" sz="2000" dirty="0"/>
              <a:t>上午  </a:t>
            </a:r>
            <a:r>
              <a:rPr lang="en-US" altLang="zh-CN" sz="2000" dirty="0"/>
              <a:t>D.</a:t>
            </a:r>
            <a:r>
              <a:rPr lang="zh-CN" altLang="en-US" sz="2000" dirty="0"/>
              <a:t>附近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>
              <a:defRPr/>
            </a:pPr>
            <a:r>
              <a:rPr kumimoji="1" lang="zh-CN" altLang="en-US" sz="2000" dirty="0"/>
              <a:t>张远：任何成功都要通（）努力才能得到。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43CA308-559C-5A4A-B951-D5B74707B140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625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392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123A8042-CFB4-5641-A763-06C9E32E1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看法？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591FB-0B92-8C4F-AF08-5AE8B5E6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F6527B4-23D9-9B47-815F-863BFE12BE6D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AADF5E3-BA7B-DD4B-AA5F-F620CC1C2521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A6F3556-1CD3-B941-B14B-84F868B1A947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FED5E01-6836-3C44-8A33-CEE2E0EDD6E8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78E8671-1397-C24B-94CD-AFCBF7333BBA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8FC89B76-A706-EE4B-9356-CDFED571C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看法 </a:t>
            </a:r>
            <a:r>
              <a:rPr lang="zh-CN" altLang="zh-CN"/>
              <a:t>kànfa 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0039CDA0-4EC9-2045-A714-F16A31F53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看 </a:t>
            </a:r>
            <a:r>
              <a:rPr lang="zh-CN" altLang="zh-CN" sz="2000"/>
              <a:t>kàn</a:t>
            </a:r>
            <a:r>
              <a:rPr lang="zh-CN" altLang="en-US" sz="2000"/>
              <a:t> </a:t>
            </a:r>
            <a:r>
              <a:rPr lang="en-US" altLang="zh-CN" sz="2000"/>
              <a:t>VERB think; consider; judge</a:t>
            </a:r>
          </a:p>
          <a:p>
            <a:pPr eaLnBrk="1" hangingPunct="1"/>
            <a:r>
              <a:rPr lang="zh-CN" altLang="en-US" sz="2000"/>
              <a:t>法 </a:t>
            </a:r>
            <a:r>
              <a:rPr lang="zh-CN" altLang="zh-CN" sz="2000"/>
              <a:t>fǎ</a:t>
            </a:r>
            <a:r>
              <a:rPr lang="zh-CN" altLang="en-US" sz="2000"/>
              <a:t> </a:t>
            </a:r>
            <a:r>
              <a:rPr lang="en-US" altLang="zh-CN" sz="2000"/>
              <a:t> NOUN method; way; mode</a:t>
            </a:r>
          </a:p>
          <a:p>
            <a:pPr eaLnBrk="1" hangingPunct="1"/>
            <a:r>
              <a:rPr lang="en-US" altLang="zh-CN" sz="2000"/>
              <a:t>NOUN  way of looking at a thing; (point of) view; opinion; perspective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同意（三级） 看法  </a:t>
            </a:r>
            <a:r>
              <a:rPr lang="zh-CN" altLang="zh-CN" sz="2000"/>
              <a:t>agree</a:t>
            </a:r>
            <a:endParaRPr lang="zh-CN" altLang="en-US" sz="2000"/>
          </a:p>
          <a:p>
            <a:pPr eaLnBrk="1" hangingPunct="1"/>
            <a:r>
              <a:rPr lang="zh-CN" altLang="en-US" sz="2000"/>
              <a:t>看法 一样（三级） </a:t>
            </a:r>
            <a:r>
              <a:rPr lang="en-US" altLang="zh-CN" sz="2000"/>
              <a:t>same view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我不同意这种看法。</a:t>
            </a:r>
            <a:endParaRPr lang="en-US" altLang="zh-CN" sz="2000"/>
          </a:p>
          <a:p>
            <a:pPr eaLnBrk="1" hangingPunct="1"/>
            <a:r>
              <a:rPr lang="zh-CN" altLang="en-US" sz="2000"/>
              <a:t>我</a:t>
            </a:r>
            <a:r>
              <a:rPr lang="en-US" altLang="zh-CN" sz="2000"/>
              <a:t>/</a:t>
            </a:r>
            <a:r>
              <a:rPr lang="zh-CN" altLang="zh-CN" sz="2000"/>
              <a:t>wǒ  </a:t>
            </a:r>
            <a:r>
              <a:rPr lang="zh-CN" altLang="en-US" sz="2000"/>
              <a:t>不</a:t>
            </a:r>
            <a:r>
              <a:rPr lang="en-US" altLang="zh-CN" sz="2000"/>
              <a:t>/</a:t>
            </a:r>
            <a:r>
              <a:rPr lang="zh-CN" altLang="zh-CN" sz="2000"/>
              <a:t>bù  </a:t>
            </a:r>
            <a:r>
              <a:rPr lang="zh-CN" altLang="en-US" sz="2000"/>
              <a:t>同意</a:t>
            </a:r>
            <a:r>
              <a:rPr lang="en-US" altLang="zh-CN" sz="2000"/>
              <a:t>/</a:t>
            </a:r>
            <a:r>
              <a:rPr lang="zh-CN" altLang="zh-CN" sz="2000"/>
              <a:t>tóngyì  </a:t>
            </a:r>
            <a:r>
              <a:rPr lang="zh-CN" altLang="en-US" sz="2000"/>
              <a:t>这种</a:t>
            </a:r>
            <a:r>
              <a:rPr lang="en-US" altLang="zh-CN" sz="2000"/>
              <a:t>/</a:t>
            </a:r>
            <a:r>
              <a:rPr lang="zh-CN" altLang="zh-CN" sz="2000"/>
              <a:t>zhèzhǒng  </a:t>
            </a:r>
            <a:r>
              <a:rPr lang="zh-CN" altLang="en-US" sz="2000"/>
              <a:t>看法</a:t>
            </a:r>
            <a:r>
              <a:rPr lang="en-US" altLang="zh-CN" sz="2000"/>
              <a:t>/</a:t>
            </a:r>
            <a:r>
              <a:rPr lang="zh-CN" altLang="zh-CN" sz="2000"/>
              <a:t>kànfa  。 </a:t>
            </a:r>
            <a:endParaRPr lang="en-US" altLang="zh-CN" sz="2000"/>
          </a:p>
          <a:p>
            <a:pPr eaLnBrk="1" hangingPunct="1"/>
            <a:r>
              <a:rPr lang="en-US" altLang="zh-CN" sz="2000"/>
              <a:t>I disagree with this view.</a:t>
            </a:r>
          </a:p>
          <a:p>
            <a:pPr eaLnBrk="1" hangingPunct="1"/>
            <a:endParaRPr lang="zh-CN" altLang="zh-CN" sz="2000"/>
          </a:p>
        </p:txBody>
      </p:sp>
      <p:pic>
        <p:nvPicPr>
          <p:cNvPr id="2" name="看法.wav" descr="看法.wav">
            <a:hlinkClick r:id="" action="ppaction://media"/>
            <a:extLst>
              <a:ext uri="{FF2B5EF4-FFF2-40B4-BE49-F238E27FC236}">
                <a16:creationId xmlns:a16="http://schemas.microsoft.com/office/drawing/2014/main" id="{796037E0-0658-7F49-9AED-C28D9811117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91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看.wav" descr="看.wav">
            <a:hlinkClick r:id="" action="ppaction://media"/>
            <a:extLst>
              <a:ext uri="{FF2B5EF4-FFF2-40B4-BE49-F238E27FC236}">
                <a16:creationId xmlns:a16="http://schemas.microsoft.com/office/drawing/2014/main" id="{017CD1EC-DAF0-9246-AF8C-C78045945CA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1430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法.wav" descr="法.wav">
            <a:hlinkClick r:id="" action="ppaction://media"/>
            <a:extLst>
              <a:ext uri="{FF2B5EF4-FFF2-40B4-BE49-F238E27FC236}">
                <a16:creationId xmlns:a16="http://schemas.microsoft.com/office/drawing/2014/main" id="{04ABB058-54D5-B34A-984C-F7614CC65FE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15621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看法.wav" descr="同意看法.wav">
            <a:hlinkClick r:id="" action="ppaction://media"/>
            <a:extLst>
              <a:ext uri="{FF2B5EF4-FFF2-40B4-BE49-F238E27FC236}">
                <a16:creationId xmlns:a16="http://schemas.microsoft.com/office/drawing/2014/main" id="{926B47CD-D170-4F42-8BF2-AFCC1D18B858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9337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看法一样.wav" descr="看法一样.wav">
            <a:hlinkClick r:id="" action="ppaction://media"/>
            <a:extLst>
              <a:ext uri="{FF2B5EF4-FFF2-40B4-BE49-F238E27FC236}">
                <a16:creationId xmlns:a16="http://schemas.microsoft.com/office/drawing/2014/main" id="{1D848E86-0F93-9344-BFEF-B005DCDC0B25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3147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同意这种看法。.wav" descr="我不同意这种看法。.wav">
            <a:hlinkClick r:id="" action="ppaction://media"/>
            <a:extLst>
              <a:ext uri="{FF2B5EF4-FFF2-40B4-BE49-F238E27FC236}">
                <a16:creationId xmlns:a16="http://schemas.microsoft.com/office/drawing/2014/main" id="{660972F2-7BC3-3746-91C5-D0C42F4D6E3E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5" y="40005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41291BE-B24B-3D49-A8FE-730C59B18C1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0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AE79616C-B954-0640-959A-FE7C12DE8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看法 </a:t>
            </a:r>
            <a:r>
              <a:rPr lang="zh-CN" altLang="zh-CN"/>
              <a:t>kànfa 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BB4994E-9F84-5644-AFC6-AFEE668B9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NOUN  way of looking at a thing; (point of) view; opinion; perspective</a:t>
            </a:r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同意（三级） 看法  </a:t>
            </a:r>
            <a:r>
              <a:rPr lang="zh-CN" altLang="zh-CN" sz="2000"/>
              <a:t>agree</a:t>
            </a:r>
            <a:endParaRPr lang="zh-CN" altLang="en-US" sz="2000"/>
          </a:p>
          <a:p>
            <a:pPr eaLnBrk="1" hangingPunct="1"/>
            <a:r>
              <a:rPr lang="zh-CN" altLang="en-US" sz="2000"/>
              <a:t>看法 一样（三级） </a:t>
            </a:r>
            <a:r>
              <a:rPr lang="en-US" altLang="zh-CN" sz="2000"/>
              <a:t>same view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我不同意这种看法。</a:t>
            </a:r>
            <a:endParaRPr lang="en-US" altLang="zh-CN" sz="2000"/>
          </a:p>
          <a:p>
            <a:pPr eaLnBrk="1" hangingPunct="1"/>
            <a:r>
              <a:rPr lang="zh-CN" altLang="en-US" sz="2000"/>
              <a:t>我</a:t>
            </a:r>
            <a:r>
              <a:rPr lang="en-US" altLang="zh-CN" sz="2000"/>
              <a:t>/</a:t>
            </a:r>
            <a:r>
              <a:rPr lang="zh-CN" altLang="zh-CN" sz="2000"/>
              <a:t>wǒ  </a:t>
            </a:r>
            <a:r>
              <a:rPr lang="zh-CN" altLang="en-US" sz="2000"/>
              <a:t>不</a:t>
            </a:r>
            <a:r>
              <a:rPr lang="en-US" altLang="zh-CN" sz="2000"/>
              <a:t>/</a:t>
            </a:r>
            <a:r>
              <a:rPr lang="zh-CN" altLang="zh-CN" sz="2000"/>
              <a:t>bù  </a:t>
            </a:r>
            <a:r>
              <a:rPr lang="zh-CN" altLang="en-US" sz="2000"/>
              <a:t>同意</a:t>
            </a:r>
            <a:r>
              <a:rPr lang="en-US" altLang="zh-CN" sz="2000"/>
              <a:t>/</a:t>
            </a:r>
            <a:r>
              <a:rPr lang="zh-CN" altLang="zh-CN" sz="2000"/>
              <a:t>tóngyì  </a:t>
            </a:r>
            <a:r>
              <a:rPr lang="zh-CN" altLang="en-US" sz="2000"/>
              <a:t>这种</a:t>
            </a:r>
            <a:r>
              <a:rPr lang="en-US" altLang="zh-CN" sz="2000"/>
              <a:t>/</a:t>
            </a:r>
            <a:r>
              <a:rPr lang="zh-CN" altLang="zh-CN" sz="2000"/>
              <a:t>zhèzhǒng  </a:t>
            </a:r>
            <a:r>
              <a:rPr lang="zh-CN" altLang="en-US" sz="2000"/>
              <a:t>看法</a:t>
            </a:r>
            <a:r>
              <a:rPr lang="en-US" altLang="zh-CN" sz="2000"/>
              <a:t>/</a:t>
            </a:r>
            <a:r>
              <a:rPr lang="zh-CN" altLang="zh-CN" sz="2000"/>
              <a:t>kànfa  。 </a:t>
            </a:r>
            <a:endParaRPr lang="en-US" altLang="zh-CN" sz="2000"/>
          </a:p>
          <a:p>
            <a:pPr eaLnBrk="1" hangingPunct="1"/>
            <a:r>
              <a:rPr lang="en-US" altLang="zh-CN" sz="2000"/>
              <a:t>I disagree with this view.</a:t>
            </a:r>
          </a:p>
          <a:p>
            <a:pPr eaLnBrk="1" hangingPunct="1"/>
            <a:endParaRPr lang="zh-CN" altLang="zh-CN" sz="2000"/>
          </a:p>
        </p:txBody>
      </p:sp>
      <p:pic>
        <p:nvPicPr>
          <p:cNvPr id="2" name="看法.wav" descr="看法.wav">
            <a:hlinkClick r:id="" action="ppaction://media"/>
            <a:extLst>
              <a:ext uri="{FF2B5EF4-FFF2-40B4-BE49-F238E27FC236}">
                <a16:creationId xmlns:a16="http://schemas.microsoft.com/office/drawing/2014/main" id="{19EE9570-64F0-FD4C-84CF-A83578459A4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91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看法.wav" descr="同意看法.wav">
            <a:hlinkClick r:id="" action="ppaction://media"/>
            <a:extLst>
              <a:ext uri="{FF2B5EF4-FFF2-40B4-BE49-F238E27FC236}">
                <a16:creationId xmlns:a16="http://schemas.microsoft.com/office/drawing/2014/main" id="{C7BEB4F0-4817-2C40-85F8-132F302BF15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098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看法一样.wav" descr="看法一样.wav">
            <a:hlinkClick r:id="" action="ppaction://media"/>
            <a:extLst>
              <a:ext uri="{FF2B5EF4-FFF2-40B4-BE49-F238E27FC236}">
                <a16:creationId xmlns:a16="http://schemas.microsoft.com/office/drawing/2014/main" id="{BF4059DD-F694-5447-852B-0B025017466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908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同意这种看法。.wav" descr="我不同意这种看法。.wav">
            <a:hlinkClick r:id="" action="ppaction://media"/>
            <a:extLst>
              <a:ext uri="{FF2B5EF4-FFF2-40B4-BE49-F238E27FC236}">
                <a16:creationId xmlns:a16="http://schemas.microsoft.com/office/drawing/2014/main" id="{BDF09B23-2A81-C443-BA02-D91126094DA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5" y="32766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E13DDE5-65E8-314B-9448-65FFD322E1E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0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A73C698-DFD0-E441-8481-2D861265B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看法 </a:t>
            </a:r>
            <a:r>
              <a:rPr lang="zh-CN" altLang="zh-CN"/>
              <a:t>kànfa 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C48FCDBB-AA79-7B4D-B6B1-43125FF2E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同意（三级） 看法  </a:t>
            </a:r>
            <a:r>
              <a:rPr lang="zh-CN" altLang="zh-CN" sz="2000"/>
              <a:t>agree</a:t>
            </a:r>
            <a:endParaRPr lang="zh-CN" altLang="en-US" sz="2000"/>
          </a:p>
          <a:p>
            <a:pPr eaLnBrk="1" hangingPunct="1"/>
            <a:r>
              <a:rPr lang="zh-CN" altLang="en-US" sz="2000"/>
              <a:t>看法 一样（三级） </a:t>
            </a:r>
            <a:r>
              <a:rPr lang="en-US" altLang="zh-CN" sz="2000"/>
              <a:t>same view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我不同意这种看法。</a:t>
            </a:r>
            <a:endParaRPr lang="en-US" altLang="zh-CN" sz="2000"/>
          </a:p>
          <a:p>
            <a:pPr eaLnBrk="1" hangingPunct="1"/>
            <a:r>
              <a:rPr lang="zh-CN" altLang="en-US" sz="2000"/>
              <a:t>我</a:t>
            </a:r>
            <a:r>
              <a:rPr lang="en-US" altLang="zh-CN" sz="2000"/>
              <a:t>/</a:t>
            </a:r>
            <a:r>
              <a:rPr lang="zh-CN" altLang="zh-CN" sz="2000"/>
              <a:t>wǒ  </a:t>
            </a:r>
            <a:r>
              <a:rPr lang="zh-CN" altLang="en-US" sz="2000"/>
              <a:t>不</a:t>
            </a:r>
            <a:r>
              <a:rPr lang="en-US" altLang="zh-CN" sz="2000"/>
              <a:t>/</a:t>
            </a:r>
            <a:r>
              <a:rPr lang="zh-CN" altLang="zh-CN" sz="2000"/>
              <a:t>bù  </a:t>
            </a:r>
            <a:r>
              <a:rPr lang="zh-CN" altLang="en-US" sz="2000"/>
              <a:t>同意</a:t>
            </a:r>
            <a:r>
              <a:rPr lang="en-US" altLang="zh-CN" sz="2000"/>
              <a:t>/</a:t>
            </a:r>
            <a:r>
              <a:rPr lang="zh-CN" altLang="zh-CN" sz="2000"/>
              <a:t>tóngyì  </a:t>
            </a:r>
            <a:r>
              <a:rPr lang="zh-CN" altLang="en-US" sz="2000"/>
              <a:t>这种</a:t>
            </a:r>
            <a:r>
              <a:rPr lang="en-US" altLang="zh-CN" sz="2000"/>
              <a:t>/</a:t>
            </a:r>
            <a:r>
              <a:rPr lang="zh-CN" altLang="zh-CN" sz="2000"/>
              <a:t>zhèzhǒng  </a:t>
            </a:r>
            <a:r>
              <a:rPr lang="zh-CN" altLang="en-US" sz="2000"/>
              <a:t>看法</a:t>
            </a:r>
            <a:r>
              <a:rPr lang="en-US" altLang="zh-CN" sz="2000"/>
              <a:t>/</a:t>
            </a:r>
            <a:r>
              <a:rPr lang="zh-CN" altLang="zh-CN" sz="2000"/>
              <a:t>kànfa  。 </a:t>
            </a:r>
            <a:endParaRPr lang="en-US" altLang="zh-CN" sz="2000"/>
          </a:p>
          <a:p>
            <a:pPr eaLnBrk="1" hangingPunct="1"/>
            <a:r>
              <a:rPr lang="en-US" altLang="zh-CN" sz="2000"/>
              <a:t>I disagree with this view.</a:t>
            </a:r>
          </a:p>
          <a:p>
            <a:pPr eaLnBrk="1" hangingPunct="1"/>
            <a:endParaRPr lang="zh-CN" altLang="zh-CN" sz="2000"/>
          </a:p>
        </p:txBody>
      </p:sp>
      <p:pic>
        <p:nvPicPr>
          <p:cNvPr id="2" name="看法.wav" descr="看法.wav">
            <a:hlinkClick r:id="" action="ppaction://media"/>
            <a:extLst>
              <a:ext uri="{FF2B5EF4-FFF2-40B4-BE49-F238E27FC236}">
                <a16:creationId xmlns:a16="http://schemas.microsoft.com/office/drawing/2014/main" id="{A4F9A321-9A4F-764B-9E1F-840513D6A938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91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看法.wav" descr="同意看法.wav">
            <a:hlinkClick r:id="" action="ppaction://media"/>
            <a:extLst>
              <a:ext uri="{FF2B5EF4-FFF2-40B4-BE49-F238E27FC236}">
                <a16:creationId xmlns:a16="http://schemas.microsoft.com/office/drawing/2014/main" id="{9499CCDD-A8FA-5747-B4CA-3A8AFF93BC0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5240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看法一样.wav" descr="看法一样.wav">
            <a:hlinkClick r:id="" action="ppaction://media"/>
            <a:extLst>
              <a:ext uri="{FF2B5EF4-FFF2-40B4-BE49-F238E27FC236}">
                <a16:creationId xmlns:a16="http://schemas.microsoft.com/office/drawing/2014/main" id="{68E53809-6754-074A-9D3E-1ADE4B2AD23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050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同意这种看法。.wav" descr="我不同意这种看法。.wav">
            <a:hlinkClick r:id="" action="ppaction://media"/>
            <a:extLst>
              <a:ext uri="{FF2B5EF4-FFF2-40B4-BE49-F238E27FC236}">
                <a16:creationId xmlns:a16="http://schemas.microsoft.com/office/drawing/2014/main" id="{3758793E-EBC3-0C4E-96B4-656C1BD6CE8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5" y="25908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D96A6B5-7ECF-4142-BB17-30F57BD054FF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0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5D249C89-787C-F946-8070-FF304CFF0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看法 </a:t>
            </a:r>
            <a:r>
              <a:rPr lang="zh-CN" altLang="zh-CN"/>
              <a:t>kànfa 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D4B0C29D-4BEB-A74B-BADE-3DCE09AA9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lang="zh-CN" altLang="en-US" sz="2000"/>
              <a:t>我不同意这种看法。</a:t>
            </a:r>
            <a:endParaRPr lang="en-US" altLang="zh-CN" sz="2000"/>
          </a:p>
          <a:p>
            <a:pPr eaLnBrk="1" hangingPunct="1"/>
            <a:r>
              <a:rPr lang="zh-CN" altLang="en-US" sz="2000"/>
              <a:t>我</a:t>
            </a:r>
            <a:r>
              <a:rPr lang="en-US" altLang="zh-CN" sz="2000"/>
              <a:t>/</a:t>
            </a:r>
            <a:r>
              <a:rPr lang="zh-CN" altLang="zh-CN" sz="2000"/>
              <a:t>wǒ  </a:t>
            </a:r>
            <a:r>
              <a:rPr lang="zh-CN" altLang="en-US" sz="2000"/>
              <a:t>不</a:t>
            </a:r>
            <a:r>
              <a:rPr lang="en-US" altLang="zh-CN" sz="2000"/>
              <a:t>/</a:t>
            </a:r>
            <a:r>
              <a:rPr lang="zh-CN" altLang="zh-CN" sz="2000"/>
              <a:t>bù  </a:t>
            </a:r>
            <a:r>
              <a:rPr lang="zh-CN" altLang="en-US" sz="2000"/>
              <a:t>同意</a:t>
            </a:r>
            <a:r>
              <a:rPr lang="en-US" altLang="zh-CN" sz="2000"/>
              <a:t>/</a:t>
            </a:r>
            <a:r>
              <a:rPr lang="zh-CN" altLang="zh-CN" sz="2000"/>
              <a:t>tóngyì  </a:t>
            </a:r>
            <a:r>
              <a:rPr lang="zh-CN" altLang="en-US" sz="2000"/>
              <a:t>这种</a:t>
            </a:r>
            <a:r>
              <a:rPr lang="en-US" altLang="zh-CN" sz="2000"/>
              <a:t>/</a:t>
            </a:r>
            <a:r>
              <a:rPr lang="zh-CN" altLang="zh-CN" sz="2000"/>
              <a:t>zhèzhǒng  </a:t>
            </a:r>
            <a:r>
              <a:rPr lang="zh-CN" altLang="en-US" sz="2000"/>
              <a:t>看法</a:t>
            </a:r>
            <a:r>
              <a:rPr lang="en-US" altLang="zh-CN" sz="2000"/>
              <a:t>/</a:t>
            </a:r>
            <a:r>
              <a:rPr lang="zh-CN" altLang="zh-CN" sz="2000"/>
              <a:t>kànfa  。 </a:t>
            </a:r>
            <a:endParaRPr lang="en-US" altLang="zh-CN" sz="2000"/>
          </a:p>
          <a:p>
            <a:pPr eaLnBrk="1" hangingPunct="1"/>
            <a:r>
              <a:rPr lang="en-US" altLang="zh-CN" sz="2000"/>
              <a:t>I disagree with this view.</a:t>
            </a:r>
          </a:p>
          <a:p>
            <a:pPr eaLnBrk="1" hangingPunct="1"/>
            <a:endParaRPr lang="zh-CN" altLang="zh-CN" sz="2000"/>
          </a:p>
        </p:txBody>
      </p:sp>
      <p:pic>
        <p:nvPicPr>
          <p:cNvPr id="2" name="看法.wav" descr="看法.wav">
            <a:hlinkClick r:id="" action="ppaction://media"/>
            <a:extLst>
              <a:ext uri="{FF2B5EF4-FFF2-40B4-BE49-F238E27FC236}">
                <a16:creationId xmlns:a16="http://schemas.microsoft.com/office/drawing/2014/main" id="{32B35EFF-BDCA-F048-9115-58F545D64BBB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191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同意这种看法。.wav" descr="我不同意这种看法。.wav">
            <a:hlinkClick r:id="" action="ppaction://media"/>
            <a:extLst>
              <a:ext uri="{FF2B5EF4-FFF2-40B4-BE49-F238E27FC236}">
                <a16:creationId xmlns:a16="http://schemas.microsoft.com/office/drawing/2014/main" id="{82A69930-0F94-B14E-91D9-49EFA524B04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524000"/>
            <a:ext cx="495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0E5C456-474D-3B4C-A18E-072369D2649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A899F4AC-E09F-4944-ACC7-2FD842672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practice</a:t>
            </a:r>
            <a:endParaRPr lang="zh-CN" altLang="zh-CN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41BE06B-419A-9646-BDF4-808A7018E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/>
              <a:t>way of looking at a thing; (point of) view; opinion; perspective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跟  </a:t>
            </a:r>
            <a:r>
              <a:rPr lang="en-US" altLang="zh-CN" sz="2000" dirty="0"/>
              <a:t>B.</a:t>
            </a:r>
            <a:r>
              <a:rPr lang="zh-CN" altLang="en-US" sz="2000" dirty="0"/>
              <a:t>出租车  </a:t>
            </a:r>
            <a:r>
              <a:rPr lang="en-US" altLang="zh-CN" sz="2000" dirty="0"/>
              <a:t>C.</a:t>
            </a:r>
            <a:r>
              <a:rPr lang="zh-CN" altLang="en-US" sz="2000" dirty="0"/>
              <a:t>画  </a:t>
            </a:r>
            <a:r>
              <a:rPr lang="en-US" altLang="zh-CN" sz="2000" dirty="0"/>
              <a:t>D.</a:t>
            </a:r>
            <a:r>
              <a:rPr lang="zh-CN" altLang="en-US" sz="2000" dirty="0"/>
              <a:t>看法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同意（）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看法</a:t>
            </a:r>
            <a:r>
              <a:rPr lang="en-US" altLang="zh-CN" sz="2000" dirty="0"/>
              <a:t>  B.</a:t>
            </a:r>
            <a:r>
              <a:rPr lang="zh-CN" altLang="en-US" sz="2000" dirty="0"/>
              <a:t>机场</a:t>
            </a:r>
            <a:r>
              <a:rPr lang="en-US" altLang="zh-CN" sz="2000" dirty="0"/>
              <a:t>  C.</a:t>
            </a:r>
            <a:r>
              <a:rPr lang="zh-CN" altLang="en-US" sz="2000" dirty="0"/>
              <a:t>知道  </a:t>
            </a:r>
            <a:r>
              <a:rPr lang="en-US" altLang="zh-CN" sz="2000" dirty="0"/>
              <a:t>D.</a:t>
            </a:r>
            <a:r>
              <a:rPr lang="zh-CN" altLang="en-US" sz="2000" dirty="0"/>
              <a:t>爸爸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（）一样   </a:t>
            </a:r>
            <a:r>
              <a:rPr lang="en-US" altLang="zh-CN" sz="2000" dirty="0"/>
              <a:t>A.</a:t>
            </a:r>
            <a:r>
              <a:rPr lang="zh-CN" altLang="en-US" sz="2000" dirty="0"/>
              <a:t>一共</a:t>
            </a:r>
            <a:r>
              <a:rPr lang="en-US" altLang="zh-CN" sz="2000" dirty="0"/>
              <a:t>  B.</a:t>
            </a:r>
            <a:r>
              <a:rPr lang="zh-CN" altLang="en-US" sz="2000" dirty="0"/>
              <a:t>电子邮件</a:t>
            </a:r>
            <a:r>
              <a:rPr lang="en-US" altLang="zh-CN" sz="2000" dirty="0"/>
              <a:t>  C.</a:t>
            </a:r>
            <a:r>
              <a:rPr lang="zh-CN" altLang="en-US" sz="2000" dirty="0"/>
              <a:t>老  </a:t>
            </a:r>
            <a:r>
              <a:rPr lang="en-US" altLang="zh-CN" sz="2000" dirty="0"/>
              <a:t>D.</a:t>
            </a:r>
            <a:r>
              <a:rPr lang="zh-CN" altLang="en-US" sz="2000" dirty="0"/>
              <a:t>看法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lang="zh-CN" altLang="en-US" sz="2000" dirty="0"/>
              <a:t>我不同意这种看（）。</a:t>
            </a:r>
            <a:endParaRPr lang="zh-CN" altLang="zh-CN" sz="2000" dirty="0"/>
          </a:p>
          <a:p>
            <a:pPr marL="0" indent="0" eaLnBrk="1" hangingPunct="1">
              <a:buFontTx/>
              <a:buNone/>
              <a:defRPr/>
            </a:pPr>
            <a:endParaRPr lang="zh-CN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5408402-48C3-8040-9691-60DA5174624E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0690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4355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>
            <a:extLst>
              <a:ext uri="{FF2B5EF4-FFF2-40B4-BE49-F238E27FC236}">
                <a16:creationId xmlns:a16="http://schemas.microsoft.com/office/drawing/2014/main" id="{9BEEC8B9-7B77-624C-A385-1C5E6C335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深（</a:t>
            </a:r>
            <a:r>
              <a:rPr kumimoji="1" lang="en-US" altLang="zh-CN" sz="2400"/>
              <a:t>ADJECTIVE</a:t>
            </a:r>
            <a:r>
              <a:rPr kumimoji="1" lang="zh-CN" altLang="en-US" sz="2400"/>
              <a:t> </a:t>
            </a:r>
            <a:r>
              <a:rPr kumimoji="1" lang="en-US" altLang="zh-CN" sz="2400"/>
              <a:t>deep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3AC41-D97A-D94C-B8F3-FF843F197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 marL="0" indent="0">
              <a:buFontTx/>
              <a:buNone/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19B9A4-D134-D14F-9C6F-17F37EA8CE31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D3FF6B0-E8CA-4C4C-BA60-4265645C2436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44089FB-A157-394B-8F1E-982463CA79EE}"/>
              </a:ext>
            </a:extLst>
          </p:cNvPr>
          <p:cNvSpPr/>
          <p:nvPr/>
        </p:nvSpPr>
        <p:spPr>
          <a:xfrm>
            <a:off x="3962400" y="3886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A087C80-A9FA-A544-AC3C-4010308C1103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B6AF2E48-BAA7-2045-B133-63D5901AA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深 </a:t>
            </a:r>
            <a:r>
              <a:rPr lang="zh-CN" altLang="zh-CN"/>
              <a:t>shēn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323E11F8-5A7E-8747-99E0-37C08AF9C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ADJECTIVE  deep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 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深 的（一级） 印象</a:t>
            </a:r>
            <a:r>
              <a:rPr lang="en-US" altLang="zh-CN" sz="2000">
                <a:solidFill>
                  <a:srgbClr val="000000"/>
                </a:solidFill>
              </a:rPr>
              <a:t>  deep impression</a:t>
            </a:r>
          </a:p>
          <a:p>
            <a:pPr eaLnBrk="1" hangingPunct="1"/>
            <a:endParaRPr lang="zh-CN" altLang="zh-CN"/>
          </a:p>
        </p:txBody>
      </p:sp>
      <p:pic>
        <p:nvPicPr>
          <p:cNvPr id="2" name="深.wav" descr="深.wav">
            <a:hlinkClick r:id="" action="ppaction://media"/>
            <a:extLst>
              <a:ext uri="{FF2B5EF4-FFF2-40B4-BE49-F238E27FC236}">
                <a16:creationId xmlns:a16="http://schemas.microsoft.com/office/drawing/2014/main" id="{B7AE441F-8D97-DF4C-8257-4242F4DFCBF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7513"/>
            <a:ext cx="57308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深的印象.wav" descr="深的印象.wav">
            <a:hlinkClick r:id="" action="ppaction://media"/>
            <a:extLst>
              <a:ext uri="{FF2B5EF4-FFF2-40B4-BE49-F238E27FC236}">
                <a16:creationId xmlns:a16="http://schemas.microsoft.com/office/drawing/2014/main" id="{DB3ECF9C-99B5-0E42-9826-A09F293809E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050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30914113-4712-F84E-A06D-83A427E8E98E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D8B61CF5-AB67-5641-B9DB-801D58E4A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深 </a:t>
            </a:r>
            <a:r>
              <a:rPr lang="zh-CN" altLang="zh-CN"/>
              <a:t>shēn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C6A0E2C2-BD1A-5C46-B0A9-74F9447C1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 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深 的（一级） 印象</a:t>
            </a:r>
            <a:r>
              <a:rPr lang="en-US" altLang="zh-CN" sz="2000" dirty="0">
                <a:solidFill>
                  <a:srgbClr val="000000"/>
                </a:solidFill>
              </a:rPr>
              <a:t>  deep impression</a:t>
            </a:r>
          </a:p>
          <a:p>
            <a:pPr eaLnBrk="1" hangingPunct="1">
              <a:defRPr/>
            </a:pPr>
            <a:endParaRPr lang="zh-CN" altLang="zh-CN" dirty="0"/>
          </a:p>
        </p:txBody>
      </p:sp>
      <p:pic>
        <p:nvPicPr>
          <p:cNvPr id="2" name="深.wav" descr="深.wav">
            <a:hlinkClick r:id="" action="ppaction://media"/>
            <a:extLst>
              <a:ext uri="{FF2B5EF4-FFF2-40B4-BE49-F238E27FC236}">
                <a16:creationId xmlns:a16="http://schemas.microsoft.com/office/drawing/2014/main" id="{C72DDDE9-8E22-BB4D-ADF0-EE546F84F28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17513"/>
            <a:ext cx="57308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深的印象.wav" descr="深的印象.wav">
            <a:hlinkClick r:id="" action="ppaction://media"/>
            <a:extLst>
              <a:ext uri="{FF2B5EF4-FFF2-40B4-BE49-F238E27FC236}">
                <a16:creationId xmlns:a16="http://schemas.microsoft.com/office/drawing/2014/main" id="{DBF073B2-002F-484C-9649-CD2A749974C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050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8CE4A67B-9533-184C-8CAF-0C7DC20EDF2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标题 1">
            <a:extLst>
              <a:ext uri="{FF2B5EF4-FFF2-40B4-BE49-F238E27FC236}">
                <a16:creationId xmlns:a16="http://schemas.microsoft.com/office/drawing/2014/main" id="{894E02F3-168A-5244-888E-0569C25A8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BEF05-DB77-834E-9685-275DB7DBC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/>
              <a:t>deep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衣服  </a:t>
            </a:r>
            <a:r>
              <a:rPr lang="en-US" altLang="zh-CN" sz="2000" dirty="0"/>
              <a:t>B.</a:t>
            </a:r>
            <a:r>
              <a:rPr lang="zh-CN" altLang="en-US" sz="2000" dirty="0"/>
              <a:t>又  </a:t>
            </a:r>
            <a:r>
              <a:rPr lang="en-US" altLang="zh-CN" sz="2000" dirty="0"/>
              <a:t>C.</a:t>
            </a:r>
            <a:r>
              <a:rPr lang="zh-CN" altLang="en-US" sz="2000" dirty="0"/>
              <a:t>深  </a:t>
            </a:r>
            <a:r>
              <a:rPr lang="en-US" altLang="zh-CN" sz="2000" dirty="0"/>
              <a:t>D.</a:t>
            </a:r>
            <a:r>
              <a:rPr lang="zh-CN" altLang="en-US" sz="2000" dirty="0"/>
              <a:t>自己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（）的印象   </a:t>
            </a:r>
            <a:r>
              <a:rPr lang="en-US" altLang="zh-CN" sz="2000" dirty="0"/>
              <a:t>A.</a:t>
            </a:r>
            <a:r>
              <a:rPr lang="zh-CN" altLang="en-US" sz="2000" dirty="0"/>
              <a:t>旁边</a:t>
            </a:r>
            <a:r>
              <a:rPr lang="en-US" altLang="zh-CN" sz="2000" dirty="0"/>
              <a:t>  B.</a:t>
            </a:r>
            <a:r>
              <a:rPr lang="zh-CN" altLang="en-US" sz="2000" dirty="0"/>
              <a:t>深</a:t>
            </a:r>
            <a:r>
              <a:rPr lang="en-US" altLang="zh-CN" sz="2000" dirty="0"/>
              <a:t>  C.</a:t>
            </a:r>
            <a:r>
              <a:rPr lang="zh-CN" altLang="en-US" sz="2000" dirty="0"/>
              <a:t>故事  </a:t>
            </a:r>
            <a:r>
              <a:rPr lang="en-US" altLang="zh-CN" sz="2000" dirty="0"/>
              <a:t>D.</a:t>
            </a:r>
            <a:r>
              <a:rPr lang="zh-CN" altLang="en-US" sz="2000" dirty="0"/>
              <a:t>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C5FD34A-23E3-B144-A928-9A9E31E499D9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1864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8076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>
            <a:extLst>
              <a:ext uri="{FF2B5EF4-FFF2-40B4-BE49-F238E27FC236}">
                <a16:creationId xmlns:a16="http://schemas.microsoft.com/office/drawing/2014/main" id="{2202C46E-8235-1C4E-9E6B-6B757CC39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深（</a:t>
            </a:r>
            <a:r>
              <a:rPr kumimoji="1" lang="en-US" altLang="zh-CN" sz="2400"/>
              <a:t>ADJECTIVE</a:t>
            </a:r>
            <a:r>
              <a:rPr kumimoji="1" lang="zh-CN" altLang="en-US" sz="2400"/>
              <a:t>  </a:t>
            </a:r>
            <a:r>
              <a:rPr kumimoji="1" lang="en-US" altLang="zh-CN" sz="2400"/>
              <a:t>close</a:t>
            </a:r>
            <a:r>
              <a:rPr kumimoji="1" lang="zh-CN" altLang="en-US" sz="2400"/>
              <a:t>）？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A8536-328E-D447-8220-DE6C2A1AE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D84ECC3-22E7-C246-A527-0ABD472B77DE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3B15DF5-B28C-A346-A3E6-E158674E086B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5C75B4-446B-7045-BEDB-C841C1CA3616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27CFDB6-4877-A349-8A71-51924F01D69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21212FD-AFBB-3842-9F9E-1D5CBB664DD3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>
            <a:extLst>
              <a:ext uri="{FF2B5EF4-FFF2-40B4-BE49-F238E27FC236}">
                <a16:creationId xmlns:a16="http://schemas.microsoft.com/office/drawing/2014/main" id="{8C28C736-C985-C642-AC6E-9F07ADE81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深 </a:t>
            </a:r>
            <a:r>
              <a:rPr kumimoji="1" lang="zh-CN" altLang="zh-CN"/>
              <a:t>shēn</a:t>
            </a:r>
            <a:endParaRPr kumimoji="1" lang="zh-CN" altLang="en-US"/>
          </a:p>
        </p:txBody>
      </p:sp>
      <p:sp>
        <p:nvSpPr>
          <p:cNvPr id="51202" name="内容占位符 2">
            <a:extLst>
              <a:ext uri="{FF2B5EF4-FFF2-40B4-BE49-F238E27FC236}">
                <a16:creationId xmlns:a16="http://schemas.microsoft.com/office/drawing/2014/main" id="{1F7CBCCE-407B-F84B-B864-BCBCC9D56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ADJECTIVE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zh-CN" altLang="zh-CN" sz="2000">
                <a:solidFill>
                  <a:srgbClr val="000000"/>
                </a:solidFill>
              </a:rPr>
              <a:t>(of relations or feelings)close; intimate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深 的（一级） 感情  </a:t>
            </a:r>
            <a:r>
              <a:rPr lang="zh-CN" altLang="zh-CN" sz="2000">
                <a:solidFill>
                  <a:srgbClr val="000000"/>
                </a:solidFill>
              </a:rPr>
              <a:t>deep affection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/>
              <a:t>他们之间的感情已经很深了。</a:t>
            </a:r>
            <a:r>
              <a:rPr kumimoji="1" lang="en-US" altLang="zh-CN" sz="2000"/>
              <a:t>[‘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他们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tāmen  </a:t>
            </a:r>
            <a:r>
              <a:rPr kumimoji="1" lang="zh-CN" altLang="en-US" sz="2000"/>
              <a:t>之间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zhījiān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gǎnqíng  </a:t>
            </a:r>
            <a:r>
              <a:rPr kumimoji="1" lang="zh-CN" altLang="en-US" sz="2000"/>
              <a:t>已经</a:t>
            </a:r>
            <a:r>
              <a:rPr kumimoji="1" lang="en-US" altLang="zh-CN" sz="2000"/>
              <a:t>/</a:t>
            </a:r>
            <a:r>
              <a:rPr kumimoji="1" lang="zh-CN" altLang="zh-CN" sz="2000"/>
              <a:t>yǐjīng  </a:t>
            </a:r>
            <a:r>
              <a:rPr kumimoji="1" lang="zh-CN" altLang="en-US" sz="2000"/>
              <a:t>很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  </a:t>
            </a:r>
            <a:r>
              <a:rPr kumimoji="1" lang="zh-CN" altLang="en-US" sz="2000"/>
              <a:t>深</a:t>
            </a:r>
            <a:r>
              <a:rPr kumimoji="1" lang="en-US" altLang="zh-CN" sz="2000"/>
              <a:t>/</a:t>
            </a:r>
            <a:r>
              <a:rPr kumimoji="1" lang="zh-CN" altLang="zh-CN" sz="2000"/>
              <a:t>shēn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</a:t>
            </a:r>
          </a:p>
          <a:p>
            <a:pPr eaLnBrk="1" hangingPunct="1"/>
            <a:r>
              <a:rPr kumimoji="1" lang="zh-CN" altLang="zh-CN" sz="2000"/>
              <a:t>The relationship between them is already very deep.</a:t>
            </a:r>
            <a:endParaRPr kumimoji="1" lang="zh-CN" altLang="en-US" sz="2000"/>
          </a:p>
        </p:txBody>
      </p:sp>
      <p:pic>
        <p:nvPicPr>
          <p:cNvPr id="4" name="深.wav" descr="深.wav">
            <a:hlinkClick r:id="" action="ppaction://media"/>
            <a:extLst>
              <a:ext uri="{FF2B5EF4-FFF2-40B4-BE49-F238E27FC236}">
                <a16:creationId xmlns:a16="http://schemas.microsoft.com/office/drawing/2014/main" id="{8E00CB2D-88D0-E243-A384-47B7C30634E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63550"/>
            <a:ext cx="450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深的感情.wav" descr="深的感情.wav">
            <a:hlinkClick r:id="" action="ppaction://media"/>
            <a:extLst>
              <a:ext uri="{FF2B5EF4-FFF2-40B4-BE49-F238E27FC236}">
                <a16:creationId xmlns:a16="http://schemas.microsoft.com/office/drawing/2014/main" id="{68F0E1DA-4D76-E94C-A8B7-5255C3B2F31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79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他们之间的感情已经很深了。.wav" descr="他们之间的感情已经很深了。.wav">
            <a:hlinkClick r:id="" action="ppaction://media"/>
            <a:extLst>
              <a:ext uri="{FF2B5EF4-FFF2-40B4-BE49-F238E27FC236}">
                <a16:creationId xmlns:a16="http://schemas.microsoft.com/office/drawing/2014/main" id="{367CDFBD-9385-7249-912E-45D6DF1E25D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2641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0549D86B-4949-8741-B76C-0720F594423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8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>
            <a:extLst>
              <a:ext uri="{FF2B5EF4-FFF2-40B4-BE49-F238E27FC236}">
                <a16:creationId xmlns:a16="http://schemas.microsoft.com/office/drawing/2014/main" id="{AFD2E1F4-40C3-1E47-801E-D9EA70BA8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深 </a:t>
            </a:r>
            <a:r>
              <a:rPr kumimoji="1" lang="zh-CN" altLang="zh-CN"/>
              <a:t>shēn</a:t>
            </a:r>
            <a:endParaRPr kumimoji="1" lang="zh-CN" altLang="en-US"/>
          </a:p>
        </p:txBody>
      </p:sp>
      <p:sp>
        <p:nvSpPr>
          <p:cNvPr id="52226" name="内容占位符 2">
            <a:extLst>
              <a:ext uri="{FF2B5EF4-FFF2-40B4-BE49-F238E27FC236}">
                <a16:creationId xmlns:a16="http://schemas.microsoft.com/office/drawing/2014/main" id="{7ACC8DD1-DBA3-414E-B45F-7E44BB7B2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深 的（一级） 感情  </a:t>
            </a:r>
            <a:r>
              <a:rPr lang="zh-CN" altLang="zh-CN" sz="2000">
                <a:solidFill>
                  <a:srgbClr val="000000"/>
                </a:solidFill>
              </a:rPr>
              <a:t>deep affection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/>
              <a:t>他们之间的感情已经很深了。</a:t>
            </a:r>
            <a:r>
              <a:rPr kumimoji="1" lang="en-US" altLang="zh-CN" sz="2000"/>
              <a:t>[‘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他们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tāmen  </a:t>
            </a:r>
            <a:r>
              <a:rPr kumimoji="1" lang="zh-CN" altLang="en-US" sz="2000"/>
              <a:t>之间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zhījiān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gǎnqíng  </a:t>
            </a:r>
            <a:r>
              <a:rPr kumimoji="1" lang="zh-CN" altLang="en-US" sz="2000"/>
              <a:t>已经</a:t>
            </a:r>
            <a:r>
              <a:rPr kumimoji="1" lang="en-US" altLang="zh-CN" sz="2000"/>
              <a:t>/</a:t>
            </a:r>
            <a:r>
              <a:rPr kumimoji="1" lang="zh-CN" altLang="zh-CN" sz="2000"/>
              <a:t>yǐjīng  </a:t>
            </a:r>
            <a:r>
              <a:rPr kumimoji="1" lang="zh-CN" altLang="en-US" sz="2000"/>
              <a:t>很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  </a:t>
            </a:r>
            <a:r>
              <a:rPr kumimoji="1" lang="zh-CN" altLang="en-US" sz="2000"/>
              <a:t>深</a:t>
            </a:r>
            <a:r>
              <a:rPr kumimoji="1" lang="en-US" altLang="zh-CN" sz="2000"/>
              <a:t>/</a:t>
            </a:r>
            <a:r>
              <a:rPr kumimoji="1" lang="zh-CN" altLang="zh-CN" sz="2000"/>
              <a:t>shēn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</a:t>
            </a:r>
          </a:p>
          <a:p>
            <a:pPr eaLnBrk="1" hangingPunct="1"/>
            <a:r>
              <a:rPr kumimoji="1" lang="zh-CN" altLang="zh-CN" sz="2000"/>
              <a:t>The relationship between them is already very deep.</a:t>
            </a:r>
            <a:endParaRPr kumimoji="1" lang="zh-CN" altLang="en-US" sz="2000"/>
          </a:p>
        </p:txBody>
      </p:sp>
      <p:pic>
        <p:nvPicPr>
          <p:cNvPr id="4" name="深.wav" descr="深.wav">
            <a:hlinkClick r:id="" action="ppaction://media"/>
            <a:extLst>
              <a:ext uri="{FF2B5EF4-FFF2-40B4-BE49-F238E27FC236}">
                <a16:creationId xmlns:a16="http://schemas.microsoft.com/office/drawing/2014/main" id="{992AEC9E-4BC8-5340-BB62-D3BCCE62C52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63550"/>
            <a:ext cx="450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深的感情.wav" descr="深的感情.wav">
            <a:hlinkClick r:id="" action="ppaction://media"/>
            <a:extLst>
              <a:ext uri="{FF2B5EF4-FFF2-40B4-BE49-F238E27FC236}">
                <a16:creationId xmlns:a16="http://schemas.microsoft.com/office/drawing/2014/main" id="{D20089F0-5AE9-4741-8B06-DB39A0E1790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498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他们之间的感情已经很深了。.wav" descr="他们之间的感情已经很深了。.wav">
            <a:hlinkClick r:id="" action="ppaction://media"/>
            <a:extLst>
              <a:ext uri="{FF2B5EF4-FFF2-40B4-BE49-F238E27FC236}">
                <a16:creationId xmlns:a16="http://schemas.microsoft.com/office/drawing/2014/main" id="{D79F7679-E8C3-E84F-B602-648865CEFB6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22606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7699D36-91B2-354F-A8BC-619BD0CAEFC3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8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>
            <a:extLst>
              <a:ext uri="{FF2B5EF4-FFF2-40B4-BE49-F238E27FC236}">
                <a16:creationId xmlns:a16="http://schemas.microsoft.com/office/drawing/2014/main" id="{8E75FEDC-F24E-6643-9498-A84D28EEC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深 </a:t>
            </a:r>
            <a:r>
              <a:rPr kumimoji="1" lang="zh-CN" altLang="zh-CN"/>
              <a:t>shēn</a:t>
            </a:r>
            <a:endParaRPr kumimoji="1" lang="zh-CN" altLang="en-US"/>
          </a:p>
        </p:txBody>
      </p:sp>
      <p:sp>
        <p:nvSpPr>
          <p:cNvPr id="53250" name="内容占位符 2">
            <a:extLst>
              <a:ext uri="{FF2B5EF4-FFF2-40B4-BE49-F238E27FC236}">
                <a16:creationId xmlns:a16="http://schemas.microsoft.com/office/drawing/2014/main" id="{08B4DAA9-ECD6-DD42-9125-8C6665B550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/>
              <a:t>他们之间的感情已经很深了。</a:t>
            </a:r>
            <a:r>
              <a:rPr kumimoji="1" lang="en-US" altLang="zh-CN" sz="2000"/>
              <a:t>[‘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他们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tāmen  </a:t>
            </a:r>
            <a:r>
              <a:rPr kumimoji="1" lang="zh-CN" altLang="en-US" sz="2000"/>
              <a:t>之间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zhījiān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感情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gǎnqíng  </a:t>
            </a:r>
            <a:r>
              <a:rPr kumimoji="1" lang="zh-CN" altLang="en-US" sz="2000"/>
              <a:t>已经</a:t>
            </a:r>
            <a:r>
              <a:rPr kumimoji="1" lang="en-US" altLang="zh-CN" sz="2000"/>
              <a:t>/</a:t>
            </a:r>
            <a:r>
              <a:rPr kumimoji="1" lang="zh-CN" altLang="zh-CN" sz="2000"/>
              <a:t>yǐjīng  </a:t>
            </a:r>
            <a:r>
              <a:rPr kumimoji="1" lang="zh-CN" altLang="en-US" sz="2000"/>
              <a:t>很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  </a:t>
            </a:r>
            <a:r>
              <a:rPr kumimoji="1" lang="zh-CN" altLang="en-US" sz="2000"/>
              <a:t>深</a:t>
            </a:r>
            <a:r>
              <a:rPr kumimoji="1" lang="en-US" altLang="zh-CN" sz="2000"/>
              <a:t>/</a:t>
            </a:r>
            <a:r>
              <a:rPr kumimoji="1" lang="zh-CN" altLang="zh-CN" sz="2000"/>
              <a:t>shēn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</a:t>
            </a:r>
          </a:p>
          <a:p>
            <a:pPr eaLnBrk="1" hangingPunct="1"/>
            <a:r>
              <a:rPr kumimoji="1" lang="zh-CN" altLang="zh-CN" sz="2000"/>
              <a:t>The relationship between them is already very deep.</a:t>
            </a:r>
            <a:endParaRPr kumimoji="1" lang="zh-CN" altLang="en-US" sz="2000"/>
          </a:p>
        </p:txBody>
      </p:sp>
      <p:pic>
        <p:nvPicPr>
          <p:cNvPr id="4" name="深.wav" descr="深.wav">
            <a:hlinkClick r:id="" action="ppaction://media"/>
            <a:extLst>
              <a:ext uri="{FF2B5EF4-FFF2-40B4-BE49-F238E27FC236}">
                <a16:creationId xmlns:a16="http://schemas.microsoft.com/office/drawing/2014/main" id="{2E6D8E7E-C698-F449-A0D2-0CC5509C5AD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63550"/>
            <a:ext cx="4508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他们之间的感情已经很深了。.wav" descr="他们之间的感情已经很深了。.wav">
            <a:hlinkClick r:id="" action="ppaction://media"/>
            <a:extLst>
              <a:ext uri="{FF2B5EF4-FFF2-40B4-BE49-F238E27FC236}">
                <a16:creationId xmlns:a16="http://schemas.microsoft.com/office/drawing/2014/main" id="{EEDFA2A3-F19A-5D4B-B7B6-E947E5515C9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1524000"/>
            <a:ext cx="4826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06870007-89BB-4748-BA85-56459A58B46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">
            <a:extLst>
              <a:ext uri="{FF2B5EF4-FFF2-40B4-BE49-F238E27FC236}">
                <a16:creationId xmlns:a16="http://schemas.microsoft.com/office/drawing/2014/main" id="{9D081D43-4420-9E4C-BF50-0A1BFCF85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DA228-5A2F-0745-9D8A-E91D58AA0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>
                <a:solidFill>
                  <a:srgbClr val="000000"/>
                </a:solidFill>
              </a:rPr>
              <a:t>(of relations or feelings)close; intimate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怎么  </a:t>
            </a:r>
            <a:r>
              <a:rPr lang="en-US" altLang="zh-CN" sz="2000" dirty="0"/>
              <a:t>B.</a:t>
            </a:r>
            <a:r>
              <a:rPr lang="zh-CN" altLang="en-US" sz="2000" dirty="0"/>
              <a:t>呢  </a:t>
            </a:r>
            <a:r>
              <a:rPr lang="en-US" altLang="zh-CN" sz="2000" dirty="0"/>
              <a:t>C.</a:t>
            </a:r>
            <a:r>
              <a:rPr lang="zh-CN" altLang="en-US" sz="2000" dirty="0"/>
              <a:t>世界  </a:t>
            </a:r>
            <a:r>
              <a:rPr lang="en-US" altLang="zh-CN" sz="2000" dirty="0"/>
              <a:t>D.</a:t>
            </a:r>
            <a:r>
              <a:rPr lang="zh-CN" altLang="en-US" sz="2000" dirty="0"/>
              <a:t>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（）的感情   </a:t>
            </a:r>
            <a:r>
              <a:rPr lang="en-US" altLang="zh-CN" sz="2000" dirty="0"/>
              <a:t>A.</a:t>
            </a:r>
            <a:r>
              <a:rPr lang="zh-CN" altLang="en-US" sz="2000" dirty="0"/>
              <a:t>结婚</a:t>
            </a:r>
            <a:r>
              <a:rPr lang="en-US" altLang="zh-CN" sz="2000" dirty="0"/>
              <a:t>  B.</a:t>
            </a:r>
            <a:r>
              <a:rPr lang="zh-CN" altLang="en-US" sz="2000" dirty="0"/>
              <a:t>谢谢</a:t>
            </a:r>
            <a:r>
              <a:rPr lang="en-US" altLang="zh-CN" sz="2000" dirty="0"/>
              <a:t>  C.</a:t>
            </a:r>
            <a:r>
              <a:rPr lang="zh-CN" altLang="en-US" sz="2000" dirty="0"/>
              <a:t>洗  </a:t>
            </a:r>
            <a:r>
              <a:rPr lang="en-US" altLang="zh-CN" sz="2000" dirty="0"/>
              <a:t>D.</a:t>
            </a:r>
            <a:r>
              <a:rPr lang="zh-CN" altLang="en-US" sz="2000" dirty="0"/>
              <a:t>深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s___		</a:t>
            </a:r>
            <a:r>
              <a:rPr lang="zh-CN" altLang="en-US" sz="2000" dirty="0"/>
              <a:t>     </a:t>
            </a:r>
            <a:endParaRPr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他们之间的感情已经很（）了。</a:t>
            </a:r>
            <a:endParaRPr lang="zh-CN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409955B-959B-F546-96FA-6F0678DE29A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2949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5681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>
            <a:extLst>
              <a:ext uri="{FF2B5EF4-FFF2-40B4-BE49-F238E27FC236}">
                <a16:creationId xmlns:a16="http://schemas.microsoft.com/office/drawing/2014/main" id="{B4837175-BE62-7846-9DD6-6198446D2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降低？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79DE8-50F8-AC49-B521-5A812BFC8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6A9C204-E75E-1140-8ED7-37C35586562C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E99EE0E-39F0-A441-83E9-B3957E3D99A4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962F271-A145-8342-A8C7-1D399B85A896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70BF373-04EE-D641-B420-2A18BCAB3C01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DD74088-2880-FD40-9B29-6207DF36B6D6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>
            <a:extLst>
              <a:ext uri="{FF2B5EF4-FFF2-40B4-BE49-F238E27FC236}">
                <a16:creationId xmlns:a16="http://schemas.microsoft.com/office/drawing/2014/main" id="{0809D587-AABA-E242-A55E-29ABC12D4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降低 </a:t>
            </a:r>
            <a:r>
              <a:rPr kumimoji="1" lang="zh-CN" altLang="zh-CN"/>
              <a:t>jiàngdī </a:t>
            </a:r>
            <a:endParaRPr kumimoji="1" lang="zh-CN" altLang="en-US"/>
          </a:p>
        </p:txBody>
      </p:sp>
      <p:sp>
        <p:nvSpPr>
          <p:cNvPr id="56322" name="内容占位符 2">
            <a:extLst>
              <a:ext uri="{FF2B5EF4-FFF2-40B4-BE49-F238E27FC236}">
                <a16:creationId xmlns:a16="http://schemas.microsoft.com/office/drawing/2014/main" id="{98F30B5A-ACA7-C547-A071-979AB7DCF5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降 </a:t>
            </a:r>
            <a:r>
              <a:rPr kumimoji="1" lang="zh-CN" altLang="zh-CN" sz="2000"/>
              <a:t>jiàng</a:t>
            </a:r>
            <a:r>
              <a:rPr kumimoji="1" lang="zh-CN" altLang="en-US" sz="2000"/>
              <a:t> </a:t>
            </a:r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 reduce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低</a:t>
            </a:r>
            <a:r>
              <a:rPr lang="en-US" altLang="zh-CN" sz="2000">
                <a:solidFill>
                  <a:srgbClr val="000000"/>
                </a:solidFill>
              </a:rPr>
              <a:t> dī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ADJECTIVE  low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reduce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降低 到（二级） </a:t>
            </a:r>
            <a:r>
              <a:rPr lang="zh-CN" altLang="zh-CN" sz="2000">
                <a:solidFill>
                  <a:srgbClr val="000000"/>
                </a:solidFill>
              </a:rPr>
              <a:t>Reduce to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技术部研究一下，能不能降低成本，尽快把方案拿出来。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技术部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jìshùbù  </a:t>
            </a:r>
            <a:r>
              <a:rPr kumimoji="1" lang="zh-CN" altLang="en-US" sz="2000"/>
              <a:t>研究</a:t>
            </a:r>
            <a:r>
              <a:rPr kumimoji="1" lang="en-US" altLang="zh-CN" sz="2000"/>
              <a:t>/</a:t>
            </a:r>
            <a:r>
              <a:rPr kumimoji="1" lang="zh-CN" altLang="zh-CN" sz="2000"/>
              <a:t>yánjiū  </a:t>
            </a:r>
            <a:r>
              <a:rPr kumimoji="1" lang="zh-CN" altLang="en-US" sz="2000"/>
              <a:t>一下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yīxià  ，  </a:t>
            </a:r>
            <a:r>
              <a:rPr kumimoji="1" lang="zh-CN" altLang="en-US" sz="2000"/>
              <a:t>能不能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néngbùnéng  </a:t>
            </a:r>
            <a:r>
              <a:rPr kumimoji="1" lang="zh-CN" altLang="en-US" sz="2000"/>
              <a:t>降低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jiàngdī  </a:t>
            </a:r>
            <a:r>
              <a:rPr kumimoji="1" lang="zh-CN" altLang="en-US" sz="2000"/>
              <a:t>成本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chéngběn  ，  </a:t>
            </a:r>
            <a:r>
              <a:rPr kumimoji="1" lang="zh-CN" altLang="en-US" sz="2000"/>
              <a:t>尽快</a:t>
            </a:r>
            <a:r>
              <a:rPr kumimoji="1" lang="en-US" altLang="zh-CN" sz="2000"/>
              <a:t>/</a:t>
            </a:r>
            <a:r>
              <a:rPr kumimoji="1" lang="zh-CN" altLang="zh-CN" sz="2000"/>
              <a:t>jǐnkuài  </a:t>
            </a:r>
            <a:r>
              <a:rPr kumimoji="1" lang="zh-CN" altLang="en-US" sz="2000"/>
              <a:t>把</a:t>
            </a:r>
            <a:r>
              <a:rPr kumimoji="1" lang="en-US" altLang="zh-CN" sz="2000"/>
              <a:t>/</a:t>
            </a:r>
            <a:r>
              <a:rPr kumimoji="1" lang="zh-CN" altLang="zh-CN" sz="2000"/>
              <a:t>bǎ  </a:t>
            </a:r>
            <a:r>
              <a:rPr kumimoji="1" lang="zh-CN" altLang="en-US" sz="2000"/>
              <a:t>方案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fāngàn  </a:t>
            </a:r>
            <a:r>
              <a:rPr kumimoji="1" lang="zh-CN" altLang="en-US" sz="2000"/>
              <a:t>拿</a:t>
            </a:r>
            <a:r>
              <a:rPr kumimoji="1" lang="en-US" altLang="zh-CN" sz="2000"/>
              <a:t>/</a:t>
            </a:r>
            <a:r>
              <a:rPr kumimoji="1" lang="zh-CN" altLang="zh-CN" sz="2000"/>
              <a:t>ná  </a:t>
            </a:r>
            <a:r>
              <a:rPr kumimoji="1" lang="zh-CN" altLang="en-US" sz="2000"/>
              <a:t>出来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chūlái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 technical department will study whether it can reduce the cost and come up with the plan as soon as possible.</a:t>
            </a:r>
            <a:endParaRPr kumimoji="1" lang="zh-CN" altLang="en-US" sz="2000"/>
          </a:p>
        </p:txBody>
      </p:sp>
      <p:pic>
        <p:nvPicPr>
          <p:cNvPr id="2" name="降低.wav" descr="降低.wav">
            <a:hlinkClick r:id="" action="ppaction://media"/>
            <a:extLst>
              <a:ext uri="{FF2B5EF4-FFF2-40B4-BE49-F238E27FC236}">
                <a16:creationId xmlns:a16="http://schemas.microsoft.com/office/drawing/2014/main" id="{9244AC20-E8D9-6E43-9F33-E57CFB13A81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降.wav" descr="降.wav">
            <a:hlinkClick r:id="" action="ppaction://media"/>
            <a:extLst>
              <a:ext uri="{FF2B5EF4-FFF2-40B4-BE49-F238E27FC236}">
                <a16:creationId xmlns:a16="http://schemas.microsoft.com/office/drawing/2014/main" id="{07F32B52-5D46-5D4B-A772-37BD54CBC4B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144588"/>
            <a:ext cx="531812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低.wav" descr="低.wav">
            <a:hlinkClick r:id="" action="ppaction://media"/>
            <a:extLst>
              <a:ext uri="{FF2B5EF4-FFF2-40B4-BE49-F238E27FC236}">
                <a16:creationId xmlns:a16="http://schemas.microsoft.com/office/drawing/2014/main" id="{D444EA6B-1F23-BA43-8D7F-8871F691750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988" y="1524000"/>
            <a:ext cx="531812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降低到.wav" descr="降低到.wav">
            <a:hlinkClick r:id="" action="ppaction://media"/>
            <a:extLst>
              <a:ext uri="{FF2B5EF4-FFF2-40B4-BE49-F238E27FC236}">
                <a16:creationId xmlns:a16="http://schemas.microsoft.com/office/drawing/2014/main" id="{0C33D62A-7CB9-374F-88FD-5E01850CF9D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592388"/>
            <a:ext cx="531813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技术部研究一下，能不能降低成本，尽快把方案拿出来。.wav" descr="技术部研究一下，能不能降低成本，尽快把方案拿出来。.wav">
            <a:hlinkClick r:id="" action="ppaction://media"/>
            <a:extLst>
              <a:ext uri="{FF2B5EF4-FFF2-40B4-BE49-F238E27FC236}">
                <a16:creationId xmlns:a16="http://schemas.microsoft.com/office/drawing/2014/main" id="{4F7AEACA-F219-B74E-8E00-A40D4E22B44F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278188"/>
            <a:ext cx="531813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8927AB6D-398B-1A4D-8701-156C5A61AE38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</a:t>
            </a:r>
            <a:r>
              <a:rPr kumimoji="1" lang="zh-CN" altLang="en-US" dirty="0">
                <a:hlinkClick r:id="rId13" action="ppaction://hlinksldjump"/>
              </a:rPr>
              <a:t> </a:t>
            </a:r>
            <a:r>
              <a:rPr kumimoji="1" lang="en-US" altLang="zh-CN" dirty="0">
                <a:hlinkClick r:id="rId13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5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>
            <a:extLst>
              <a:ext uri="{FF2B5EF4-FFF2-40B4-BE49-F238E27FC236}">
                <a16:creationId xmlns:a16="http://schemas.microsoft.com/office/drawing/2014/main" id="{1516B79A-11D9-814E-B080-ECCB7D3AE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降低 </a:t>
            </a:r>
            <a:r>
              <a:rPr kumimoji="1" lang="zh-CN" altLang="zh-CN"/>
              <a:t>jiàngdī </a:t>
            </a:r>
            <a:endParaRPr kumimoji="1" lang="zh-CN" altLang="en-US"/>
          </a:p>
        </p:txBody>
      </p:sp>
      <p:sp>
        <p:nvSpPr>
          <p:cNvPr id="57346" name="内容占位符 2">
            <a:extLst>
              <a:ext uri="{FF2B5EF4-FFF2-40B4-BE49-F238E27FC236}">
                <a16:creationId xmlns:a16="http://schemas.microsoft.com/office/drawing/2014/main" id="{170A81CC-CBB8-F44C-92E6-F1840D36D2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reduce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降低 到（二级） </a:t>
            </a:r>
            <a:r>
              <a:rPr lang="zh-CN" altLang="zh-CN" sz="2000">
                <a:solidFill>
                  <a:srgbClr val="000000"/>
                </a:solidFill>
              </a:rPr>
              <a:t>Reduce to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技术部研究一下，能不能降低成本，尽快把方案拿出来。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技术部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jìshùbù  </a:t>
            </a:r>
            <a:r>
              <a:rPr kumimoji="1" lang="zh-CN" altLang="en-US" sz="2000"/>
              <a:t>研究</a:t>
            </a:r>
            <a:r>
              <a:rPr kumimoji="1" lang="en-US" altLang="zh-CN" sz="2000"/>
              <a:t>/</a:t>
            </a:r>
            <a:r>
              <a:rPr kumimoji="1" lang="zh-CN" altLang="zh-CN" sz="2000"/>
              <a:t>yánjiū  </a:t>
            </a:r>
            <a:r>
              <a:rPr kumimoji="1" lang="zh-CN" altLang="en-US" sz="2000"/>
              <a:t>一下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yīxià  ，  </a:t>
            </a:r>
            <a:r>
              <a:rPr kumimoji="1" lang="zh-CN" altLang="en-US" sz="2000"/>
              <a:t>能不能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néngbùnéng  </a:t>
            </a:r>
            <a:r>
              <a:rPr kumimoji="1" lang="zh-CN" altLang="en-US" sz="2000"/>
              <a:t>降低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jiàngdī  </a:t>
            </a:r>
            <a:r>
              <a:rPr kumimoji="1" lang="zh-CN" altLang="en-US" sz="2000"/>
              <a:t>成本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chéngběn  ，  </a:t>
            </a:r>
            <a:r>
              <a:rPr kumimoji="1" lang="zh-CN" altLang="en-US" sz="2000"/>
              <a:t>尽快</a:t>
            </a:r>
            <a:r>
              <a:rPr kumimoji="1" lang="en-US" altLang="zh-CN" sz="2000"/>
              <a:t>/</a:t>
            </a:r>
            <a:r>
              <a:rPr kumimoji="1" lang="zh-CN" altLang="zh-CN" sz="2000"/>
              <a:t>jǐnkuài  </a:t>
            </a:r>
            <a:r>
              <a:rPr kumimoji="1" lang="zh-CN" altLang="en-US" sz="2000"/>
              <a:t>把</a:t>
            </a:r>
            <a:r>
              <a:rPr kumimoji="1" lang="en-US" altLang="zh-CN" sz="2000"/>
              <a:t>/</a:t>
            </a:r>
            <a:r>
              <a:rPr kumimoji="1" lang="zh-CN" altLang="zh-CN" sz="2000"/>
              <a:t>bǎ  </a:t>
            </a:r>
            <a:r>
              <a:rPr kumimoji="1" lang="zh-CN" altLang="en-US" sz="2000"/>
              <a:t>方案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fāngàn  </a:t>
            </a:r>
            <a:r>
              <a:rPr kumimoji="1" lang="zh-CN" altLang="en-US" sz="2000"/>
              <a:t>拿</a:t>
            </a:r>
            <a:r>
              <a:rPr kumimoji="1" lang="en-US" altLang="zh-CN" sz="2000"/>
              <a:t>/</a:t>
            </a:r>
            <a:r>
              <a:rPr kumimoji="1" lang="zh-CN" altLang="zh-CN" sz="2000"/>
              <a:t>ná  </a:t>
            </a:r>
            <a:r>
              <a:rPr kumimoji="1" lang="zh-CN" altLang="en-US" sz="2000"/>
              <a:t>出来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chūlái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 technical department will study whether it can reduce the cost and come up with the plan as soon as possible.</a:t>
            </a:r>
            <a:endParaRPr kumimoji="1" lang="zh-CN" altLang="en-US" sz="2000"/>
          </a:p>
        </p:txBody>
      </p:sp>
      <p:pic>
        <p:nvPicPr>
          <p:cNvPr id="2" name="降低.wav" descr="降低.wav">
            <a:hlinkClick r:id="" action="ppaction://media"/>
            <a:extLst>
              <a:ext uri="{FF2B5EF4-FFF2-40B4-BE49-F238E27FC236}">
                <a16:creationId xmlns:a16="http://schemas.microsoft.com/office/drawing/2014/main" id="{356BE587-7F48-9046-9A3B-C4FDF663E6F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降低到.wav" descr="降低到.wav">
            <a:hlinkClick r:id="" action="ppaction://media"/>
            <a:extLst>
              <a:ext uri="{FF2B5EF4-FFF2-40B4-BE49-F238E27FC236}">
                <a16:creationId xmlns:a16="http://schemas.microsoft.com/office/drawing/2014/main" id="{4A44BA20-E0CF-9E49-912D-D49E1509249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05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技术部研究一下，能不能降低成本，尽快把方案拿出来。.wav" descr="技术部研究一下，能不能降低成本，尽快把方案拿出来。.wav">
            <a:hlinkClick r:id="" action="ppaction://media"/>
            <a:extLst>
              <a:ext uri="{FF2B5EF4-FFF2-40B4-BE49-F238E27FC236}">
                <a16:creationId xmlns:a16="http://schemas.microsoft.com/office/drawing/2014/main" id="{E19E0ED8-21A7-A24C-AF12-4B4741F4A02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5908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A726C9C-1365-D949-9BD8-62F849EC9F96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>
            <a:extLst>
              <a:ext uri="{FF2B5EF4-FFF2-40B4-BE49-F238E27FC236}">
                <a16:creationId xmlns:a16="http://schemas.microsoft.com/office/drawing/2014/main" id="{5AA97CF5-098A-5A47-AAC0-36D572C07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降低 </a:t>
            </a:r>
            <a:r>
              <a:rPr kumimoji="1" lang="zh-CN" altLang="zh-CN"/>
              <a:t>jiàngdī </a:t>
            </a:r>
            <a:endParaRPr kumimoji="1" lang="zh-CN" altLang="en-US"/>
          </a:p>
        </p:txBody>
      </p:sp>
      <p:sp>
        <p:nvSpPr>
          <p:cNvPr id="58370" name="内容占位符 2">
            <a:extLst>
              <a:ext uri="{FF2B5EF4-FFF2-40B4-BE49-F238E27FC236}">
                <a16:creationId xmlns:a16="http://schemas.microsoft.com/office/drawing/2014/main" id="{829B91C8-1CA3-264F-A6E0-16CB1C967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降低 到（二级） </a:t>
            </a:r>
            <a:r>
              <a:rPr lang="zh-CN" altLang="zh-CN" sz="2000">
                <a:solidFill>
                  <a:srgbClr val="000000"/>
                </a:solidFill>
              </a:rPr>
              <a:t>Reduce to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技术部研究一下，能不能降低成本，尽快把方案拿出来。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技术部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jìshùbù  </a:t>
            </a:r>
            <a:r>
              <a:rPr kumimoji="1" lang="zh-CN" altLang="en-US" sz="2000"/>
              <a:t>研究</a:t>
            </a:r>
            <a:r>
              <a:rPr kumimoji="1" lang="en-US" altLang="zh-CN" sz="2000"/>
              <a:t>/</a:t>
            </a:r>
            <a:r>
              <a:rPr kumimoji="1" lang="zh-CN" altLang="zh-CN" sz="2000"/>
              <a:t>yánjiū  </a:t>
            </a:r>
            <a:r>
              <a:rPr kumimoji="1" lang="zh-CN" altLang="en-US" sz="2000"/>
              <a:t>一下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yīxià  ，  </a:t>
            </a:r>
            <a:r>
              <a:rPr kumimoji="1" lang="zh-CN" altLang="en-US" sz="2000"/>
              <a:t>能不能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néngbùnéng  </a:t>
            </a:r>
            <a:r>
              <a:rPr kumimoji="1" lang="zh-CN" altLang="en-US" sz="2000"/>
              <a:t>降低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jiàngdī  </a:t>
            </a:r>
            <a:r>
              <a:rPr kumimoji="1" lang="zh-CN" altLang="en-US" sz="2000"/>
              <a:t>成本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chéngběn  ，  </a:t>
            </a:r>
            <a:r>
              <a:rPr kumimoji="1" lang="zh-CN" altLang="en-US" sz="2000"/>
              <a:t>尽快</a:t>
            </a:r>
            <a:r>
              <a:rPr kumimoji="1" lang="en-US" altLang="zh-CN" sz="2000"/>
              <a:t>/</a:t>
            </a:r>
            <a:r>
              <a:rPr kumimoji="1" lang="zh-CN" altLang="zh-CN" sz="2000"/>
              <a:t>jǐnkuài  </a:t>
            </a:r>
            <a:r>
              <a:rPr kumimoji="1" lang="zh-CN" altLang="en-US" sz="2000"/>
              <a:t>把</a:t>
            </a:r>
            <a:r>
              <a:rPr kumimoji="1" lang="en-US" altLang="zh-CN" sz="2000"/>
              <a:t>/</a:t>
            </a:r>
            <a:r>
              <a:rPr kumimoji="1" lang="zh-CN" altLang="zh-CN" sz="2000"/>
              <a:t>bǎ  </a:t>
            </a:r>
            <a:r>
              <a:rPr kumimoji="1" lang="zh-CN" altLang="en-US" sz="2000"/>
              <a:t>方案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fāngàn  </a:t>
            </a:r>
            <a:r>
              <a:rPr kumimoji="1" lang="zh-CN" altLang="en-US" sz="2000"/>
              <a:t>拿</a:t>
            </a:r>
            <a:r>
              <a:rPr kumimoji="1" lang="en-US" altLang="zh-CN" sz="2000"/>
              <a:t>/</a:t>
            </a:r>
            <a:r>
              <a:rPr kumimoji="1" lang="zh-CN" altLang="zh-CN" sz="2000"/>
              <a:t>ná  </a:t>
            </a:r>
            <a:r>
              <a:rPr kumimoji="1" lang="zh-CN" altLang="en-US" sz="2000"/>
              <a:t>出来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chūlái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 technical department will study whether it can reduce the cost and come up with the plan as soon as possible.</a:t>
            </a:r>
            <a:endParaRPr kumimoji="1" lang="zh-CN" altLang="en-US" sz="2000"/>
          </a:p>
        </p:txBody>
      </p:sp>
      <p:pic>
        <p:nvPicPr>
          <p:cNvPr id="2" name="降低.wav" descr="降低.wav">
            <a:hlinkClick r:id="" action="ppaction://media"/>
            <a:extLst>
              <a:ext uri="{FF2B5EF4-FFF2-40B4-BE49-F238E27FC236}">
                <a16:creationId xmlns:a16="http://schemas.microsoft.com/office/drawing/2014/main" id="{C967BFB1-AE8E-1E46-8383-106D8EB3C55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降低到.wav" descr="降低到.wav">
            <a:hlinkClick r:id="" action="ppaction://media"/>
            <a:extLst>
              <a:ext uri="{FF2B5EF4-FFF2-40B4-BE49-F238E27FC236}">
                <a16:creationId xmlns:a16="http://schemas.microsoft.com/office/drawing/2014/main" id="{349DD8FF-EA36-714E-9ECC-82B6064C0C7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524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技术部研究一下，能不能降低成本，尽快把方案拿出来。.wav" descr="技术部研究一下，能不能降低成本，尽快把方案拿出来。.wav">
            <a:hlinkClick r:id="" action="ppaction://media"/>
            <a:extLst>
              <a:ext uri="{FF2B5EF4-FFF2-40B4-BE49-F238E27FC236}">
                <a16:creationId xmlns:a16="http://schemas.microsoft.com/office/drawing/2014/main" id="{F9606400-8C6B-D849-B0EF-B56B13900E7C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2098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2C00CCD6-0408-B34B-A420-3DCAD51DBAE0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>
            <a:extLst>
              <a:ext uri="{FF2B5EF4-FFF2-40B4-BE49-F238E27FC236}">
                <a16:creationId xmlns:a16="http://schemas.microsoft.com/office/drawing/2014/main" id="{C4DC4326-AE78-7F47-8559-FBB8C763F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降低 </a:t>
            </a:r>
            <a:r>
              <a:rPr kumimoji="1" lang="zh-CN" altLang="zh-CN"/>
              <a:t>jiàngdī </a:t>
            </a:r>
            <a:endParaRPr kumimoji="1" lang="zh-CN" altLang="en-US"/>
          </a:p>
        </p:txBody>
      </p:sp>
      <p:sp>
        <p:nvSpPr>
          <p:cNvPr id="59394" name="内容占位符 2">
            <a:extLst>
              <a:ext uri="{FF2B5EF4-FFF2-40B4-BE49-F238E27FC236}">
                <a16:creationId xmlns:a16="http://schemas.microsoft.com/office/drawing/2014/main" id="{1CB96231-6781-9544-8F07-0337F868D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技术部研究一下，能不能降低成本，尽快把方案拿出来。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技术部</a:t>
            </a:r>
            <a:r>
              <a:rPr kumimoji="1" lang="en-US" altLang="zh-CN" sz="2000"/>
              <a:t>/</a:t>
            </a:r>
            <a:r>
              <a:rPr kumimoji="1" lang="zh-CN" altLang="zh-CN" sz="2000"/>
              <a:t>jìshùbù  </a:t>
            </a:r>
            <a:r>
              <a:rPr kumimoji="1" lang="zh-CN" altLang="en-US" sz="2000"/>
              <a:t>研究</a:t>
            </a:r>
            <a:r>
              <a:rPr kumimoji="1" lang="en-US" altLang="zh-CN" sz="2000"/>
              <a:t>/</a:t>
            </a:r>
            <a:r>
              <a:rPr kumimoji="1" lang="zh-CN" altLang="zh-CN" sz="2000"/>
              <a:t>yánjiū  </a:t>
            </a:r>
            <a:r>
              <a:rPr kumimoji="1" lang="zh-CN" altLang="en-US" sz="2000"/>
              <a:t>一下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yīxià  ，  </a:t>
            </a:r>
            <a:r>
              <a:rPr kumimoji="1" lang="zh-CN" altLang="en-US" sz="2000"/>
              <a:t>能不能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néngbùnéng  </a:t>
            </a:r>
            <a:r>
              <a:rPr kumimoji="1" lang="zh-CN" altLang="en-US" sz="2000"/>
              <a:t>降低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jiàngdī  </a:t>
            </a:r>
            <a:r>
              <a:rPr kumimoji="1" lang="zh-CN" altLang="en-US" sz="2000"/>
              <a:t>成本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chéngběn  ，  </a:t>
            </a:r>
            <a:r>
              <a:rPr kumimoji="1" lang="zh-CN" altLang="en-US" sz="2000"/>
              <a:t>尽快</a:t>
            </a:r>
            <a:r>
              <a:rPr kumimoji="1" lang="en-US" altLang="zh-CN" sz="2000"/>
              <a:t>/</a:t>
            </a:r>
            <a:r>
              <a:rPr kumimoji="1" lang="zh-CN" altLang="zh-CN" sz="2000"/>
              <a:t>jǐnkuài  </a:t>
            </a:r>
            <a:r>
              <a:rPr kumimoji="1" lang="zh-CN" altLang="en-US" sz="2000"/>
              <a:t>把</a:t>
            </a:r>
            <a:r>
              <a:rPr kumimoji="1" lang="en-US" altLang="zh-CN" sz="2000"/>
              <a:t>/</a:t>
            </a:r>
            <a:r>
              <a:rPr kumimoji="1" lang="zh-CN" altLang="zh-CN" sz="2000"/>
              <a:t>bǎ  </a:t>
            </a:r>
            <a:r>
              <a:rPr kumimoji="1" lang="zh-CN" altLang="en-US" sz="2000"/>
              <a:t>方案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fāngàn  </a:t>
            </a:r>
            <a:r>
              <a:rPr kumimoji="1" lang="zh-CN" altLang="en-US" sz="2000"/>
              <a:t>拿</a:t>
            </a:r>
            <a:r>
              <a:rPr kumimoji="1" lang="en-US" altLang="zh-CN" sz="2000"/>
              <a:t>/</a:t>
            </a:r>
            <a:r>
              <a:rPr kumimoji="1" lang="zh-CN" altLang="zh-CN" sz="2000"/>
              <a:t>ná  </a:t>
            </a:r>
            <a:r>
              <a:rPr kumimoji="1" lang="zh-CN" altLang="en-US" sz="2000"/>
              <a:t>出来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chūlái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 technical department will study whether it can reduce the cost and come up with the plan as soon as possible.</a:t>
            </a:r>
            <a:endParaRPr kumimoji="1" lang="zh-CN" altLang="en-US" sz="2000"/>
          </a:p>
        </p:txBody>
      </p:sp>
      <p:pic>
        <p:nvPicPr>
          <p:cNvPr id="2" name="降低.wav" descr="降低.wav">
            <a:hlinkClick r:id="" action="ppaction://media"/>
            <a:extLst>
              <a:ext uri="{FF2B5EF4-FFF2-40B4-BE49-F238E27FC236}">
                <a16:creationId xmlns:a16="http://schemas.microsoft.com/office/drawing/2014/main" id="{3D20D0F4-4343-964C-B566-FD3C43B4502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技术部研究一下，能不能降低成本，尽快把方案拿出来。.wav" descr="技术部研究一下，能不能降低成本，尽快把方案拿出来。.wav">
            <a:hlinkClick r:id="" action="ppaction://media"/>
            <a:extLst>
              <a:ext uri="{FF2B5EF4-FFF2-40B4-BE49-F238E27FC236}">
                <a16:creationId xmlns:a16="http://schemas.microsoft.com/office/drawing/2014/main" id="{E1780B0B-57B2-354F-A378-176EC41AF97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524000"/>
            <a:ext cx="5318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B767ED45-902D-D448-A893-A7728D87A12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>
            <a:extLst>
              <a:ext uri="{FF2B5EF4-FFF2-40B4-BE49-F238E27FC236}">
                <a16:creationId xmlns:a16="http://schemas.microsoft.com/office/drawing/2014/main" id="{6018BD10-FB4E-5D4E-997F-8A2FBED29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B7E70-0002-5E42-BB85-E1C1A3E21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reduce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降低  </a:t>
            </a:r>
            <a:r>
              <a:rPr lang="en-US" altLang="zh-CN" sz="2000" dirty="0"/>
              <a:t>B.</a:t>
            </a:r>
            <a:r>
              <a:rPr lang="zh-CN" altLang="en-US" sz="2000" dirty="0"/>
              <a:t>认识  </a:t>
            </a:r>
            <a:r>
              <a:rPr lang="en-US" altLang="zh-CN" sz="2000" dirty="0"/>
              <a:t>C.</a:t>
            </a:r>
            <a:r>
              <a:rPr lang="zh-CN" altLang="en-US" sz="2000" dirty="0"/>
              <a:t>司机  </a:t>
            </a:r>
            <a:r>
              <a:rPr lang="en-US" altLang="zh-CN" sz="2000" dirty="0"/>
              <a:t>D.</a:t>
            </a:r>
            <a:r>
              <a:rPr lang="zh-CN" altLang="en-US" sz="2000" dirty="0"/>
              <a:t>想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（）到   </a:t>
            </a:r>
            <a:r>
              <a:rPr lang="en-US" altLang="zh-CN" sz="2000" dirty="0"/>
              <a:t>A.</a:t>
            </a:r>
            <a:r>
              <a:rPr lang="zh-CN" altLang="en-US" sz="2000" dirty="0"/>
              <a:t>九</a:t>
            </a:r>
            <a:r>
              <a:rPr lang="en-US" altLang="zh-CN" sz="2000" dirty="0"/>
              <a:t>  B.</a:t>
            </a:r>
            <a:r>
              <a:rPr lang="zh-CN" altLang="en-US" sz="2000" dirty="0"/>
              <a:t>叫</a:t>
            </a:r>
            <a:r>
              <a:rPr lang="en-US" altLang="zh-CN" sz="2000" dirty="0"/>
              <a:t>  C.</a:t>
            </a:r>
            <a:r>
              <a:rPr lang="zh-CN" altLang="en-US" sz="2000" dirty="0"/>
              <a:t>小  </a:t>
            </a:r>
            <a:r>
              <a:rPr lang="en-US" altLang="zh-CN" sz="2000" dirty="0"/>
              <a:t>D.</a:t>
            </a:r>
            <a:r>
              <a:rPr lang="zh-CN" altLang="en-US" sz="2000" dirty="0"/>
              <a:t>降低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技术部研究一下，能不能降（）成本，尽快把方案拿出来。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07D9A97-1D2E-324D-8D32-A4AD57306C19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76226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41016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>
            <a:extLst>
              <a:ext uri="{FF2B5EF4-FFF2-40B4-BE49-F238E27FC236}">
                <a16:creationId xmlns:a16="http://schemas.microsoft.com/office/drawing/2014/main" id="{89A1820E-39BC-CF4B-BC48-6A600CF89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重视？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34B54B-8E62-1047-AE65-E4BE25A2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B757F68-CFF2-9149-A396-5A0989FA258C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CC2F00-6A71-6942-BB7A-45D285E849E4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C00EAF0-5FE0-5E4A-9DE5-09CCB1FD34AC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7D97E58-7B74-7142-BDEB-7F75B3FB64A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1FE9366-A760-9F46-BA3C-4B12A19A41B0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>
            <a:extLst>
              <a:ext uri="{FF2B5EF4-FFF2-40B4-BE49-F238E27FC236}">
                <a16:creationId xmlns:a16="http://schemas.microsoft.com/office/drawing/2014/main" id="{1A4981FF-4A26-8446-981F-990657271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重视 </a:t>
            </a:r>
            <a:r>
              <a:rPr kumimoji="1" lang="zh-CN" altLang="zh-CN"/>
              <a:t>zhòngshì </a:t>
            </a:r>
            <a:endParaRPr kumimoji="1" lang="zh-CN" altLang="en-US"/>
          </a:p>
        </p:txBody>
      </p:sp>
      <p:sp>
        <p:nvSpPr>
          <p:cNvPr id="62466" name="内容占位符 2">
            <a:extLst>
              <a:ext uri="{FF2B5EF4-FFF2-40B4-BE49-F238E27FC236}">
                <a16:creationId xmlns:a16="http://schemas.microsoft.com/office/drawing/2014/main" id="{3DE2A454-1C04-4346-BBFF-F590E7E84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重 </a:t>
            </a:r>
            <a:r>
              <a:rPr kumimoji="1" lang="zh-CN" altLang="zh-CN" sz="2000"/>
              <a:t>zhòng</a:t>
            </a:r>
            <a:r>
              <a:rPr kumimoji="1" lang="zh-CN" altLang="en-US" sz="2000"/>
              <a:t> </a:t>
            </a:r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 attach importance to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视</a:t>
            </a:r>
            <a:r>
              <a:rPr lang="en-US" altLang="zh-CN" sz="2000">
                <a:solidFill>
                  <a:srgbClr val="000000"/>
                </a:solidFill>
              </a:rPr>
              <a:t> shì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VERB  regard; look upon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attach importance to; pay attention to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重视 文化（三级） </a:t>
            </a:r>
            <a:r>
              <a:rPr lang="zh-CN" altLang="zh-CN" sz="2000">
                <a:solidFill>
                  <a:srgbClr val="000000"/>
                </a:solidFill>
              </a:rPr>
              <a:t>pay attention to culture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非常（二级） 重视 </a:t>
            </a:r>
            <a:r>
              <a:rPr lang="zh-CN" altLang="zh-CN" sz="2000">
                <a:solidFill>
                  <a:srgbClr val="000000"/>
                </a:solidFill>
              </a:rPr>
              <a:t>take seriously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他重视同学情义，而我们忽略了他的情感。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而</a:t>
            </a:r>
            <a:r>
              <a:rPr kumimoji="1" lang="en-US" altLang="zh-CN" sz="2000">
                <a:solidFill>
                  <a:srgbClr val="000000"/>
                </a:solidFill>
              </a:rPr>
              <a:t>', '</a:t>
            </a:r>
            <a:r>
              <a:rPr kumimoji="1" lang="zh-CN" altLang="en-US" sz="2000">
                <a:solidFill>
                  <a:srgbClr val="000000"/>
                </a:solidFill>
              </a:rPr>
              <a:t>忽略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重视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zhòngshì  </a:t>
            </a:r>
            <a:r>
              <a:rPr kumimoji="1" lang="zh-CN" altLang="en-US" sz="2000"/>
              <a:t>同学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tóngxué  </a:t>
            </a:r>
            <a:r>
              <a:rPr kumimoji="1" lang="zh-CN" altLang="en-US" sz="2000"/>
              <a:t>情义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qíngyì  ，  </a:t>
            </a:r>
            <a:r>
              <a:rPr kumimoji="1" lang="zh-CN" altLang="en-US" sz="2000"/>
              <a:t>而</a:t>
            </a:r>
            <a:r>
              <a:rPr kumimoji="1" lang="en-US" altLang="zh-CN" sz="2000"/>
              <a:t>/</a:t>
            </a:r>
            <a:r>
              <a:rPr kumimoji="1" lang="zh-CN" altLang="zh-CN" sz="2000"/>
              <a:t>ér  </a:t>
            </a:r>
            <a:r>
              <a:rPr kumimoji="1" lang="zh-CN" altLang="en-US" sz="2000"/>
              <a:t>我们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wǒmen  </a:t>
            </a:r>
            <a:r>
              <a:rPr kumimoji="1" lang="zh-CN" altLang="en-US" sz="2000"/>
              <a:t>忽略</a:t>
            </a:r>
            <a:r>
              <a:rPr kumimoji="1" lang="en-US" altLang="zh-CN" sz="2000"/>
              <a:t>/</a:t>
            </a:r>
            <a:r>
              <a:rPr kumimoji="1" lang="zh-CN" altLang="zh-CN" sz="2000"/>
              <a:t>hūlüè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情感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qínggǎn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He attaches great importance to the friendship of his classmates, and we ignore his emotions.</a:t>
            </a:r>
            <a:endParaRPr kumimoji="1" lang="zh-CN" altLang="en-US" sz="2000"/>
          </a:p>
        </p:txBody>
      </p:sp>
      <p:pic>
        <p:nvPicPr>
          <p:cNvPr id="2" name="重视.wav" descr="重视.wav">
            <a:hlinkClick r:id="" action="ppaction://media"/>
            <a:extLst>
              <a:ext uri="{FF2B5EF4-FFF2-40B4-BE49-F238E27FC236}">
                <a16:creationId xmlns:a16="http://schemas.microsoft.com/office/drawing/2014/main" id="{25423A1C-03DA-5342-874C-25250808261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254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重.wav" descr="重.wav">
            <a:hlinkClick r:id="" action="ppaction://media"/>
            <a:extLst>
              <a:ext uri="{FF2B5EF4-FFF2-40B4-BE49-F238E27FC236}">
                <a16:creationId xmlns:a16="http://schemas.microsoft.com/office/drawing/2014/main" id="{C454029E-D4A5-2946-9440-21575772F9D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11176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视.wav" descr="视.wav">
            <a:hlinkClick r:id="" action="ppaction://media"/>
            <a:extLst>
              <a:ext uri="{FF2B5EF4-FFF2-40B4-BE49-F238E27FC236}">
                <a16:creationId xmlns:a16="http://schemas.microsoft.com/office/drawing/2014/main" id="{3E2FBDB1-9D51-2A4D-B2F9-BBC6675A172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15240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重视文化.wav" descr="重视文化.wav">
            <a:hlinkClick r:id="" action="ppaction://media"/>
            <a:extLst>
              <a:ext uri="{FF2B5EF4-FFF2-40B4-BE49-F238E27FC236}">
                <a16:creationId xmlns:a16="http://schemas.microsoft.com/office/drawing/2014/main" id="{8053F565-7550-EC4B-9466-8C2C35D8307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6162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非常重视.wav" descr="非常重视.wav">
            <a:hlinkClick r:id="" action="ppaction://media"/>
            <a:extLst>
              <a:ext uri="{FF2B5EF4-FFF2-40B4-BE49-F238E27FC236}">
                <a16:creationId xmlns:a16="http://schemas.microsoft.com/office/drawing/2014/main" id="{3B2A9652-6B65-F641-9E5C-0342238FEA0E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30559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重视同学情义，而我们忽略了他的情感。.wav" descr="他重视同学情义，而我们忽略了他的情感。.wav">
            <a:hlinkClick r:id="" action="ppaction://media"/>
            <a:extLst>
              <a:ext uri="{FF2B5EF4-FFF2-40B4-BE49-F238E27FC236}">
                <a16:creationId xmlns:a16="http://schemas.microsoft.com/office/drawing/2014/main" id="{D5091F88-4AB1-CE4F-AF9F-FD0A821ADB87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37084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AD101BC-8B23-BB49-905B-D5787FB6F0F9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>
            <a:extLst>
              <a:ext uri="{FF2B5EF4-FFF2-40B4-BE49-F238E27FC236}">
                <a16:creationId xmlns:a16="http://schemas.microsoft.com/office/drawing/2014/main" id="{8BA2815F-D901-3D4B-AF30-B6328778D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重视 </a:t>
            </a:r>
            <a:r>
              <a:rPr kumimoji="1" lang="zh-CN" altLang="zh-CN"/>
              <a:t>zhòngshì </a:t>
            </a:r>
            <a:endParaRPr kumimoji="1" lang="zh-CN" altLang="en-US"/>
          </a:p>
        </p:txBody>
      </p:sp>
      <p:sp>
        <p:nvSpPr>
          <p:cNvPr id="63490" name="内容占位符 2">
            <a:extLst>
              <a:ext uri="{FF2B5EF4-FFF2-40B4-BE49-F238E27FC236}">
                <a16:creationId xmlns:a16="http://schemas.microsoft.com/office/drawing/2014/main" id="{48B4F727-7536-3C4A-945D-0BC6E08A5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VERB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en-US" altLang="zh-CN" sz="2000">
                <a:solidFill>
                  <a:srgbClr val="000000"/>
                </a:solidFill>
              </a:rPr>
              <a:t>attach importance to; pay attention to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重视 文化（三级） </a:t>
            </a:r>
            <a:r>
              <a:rPr lang="zh-CN" altLang="zh-CN" sz="2000">
                <a:solidFill>
                  <a:srgbClr val="000000"/>
                </a:solidFill>
              </a:rPr>
              <a:t>pay attention to culture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非常（二级） 重视 </a:t>
            </a:r>
            <a:r>
              <a:rPr lang="zh-CN" altLang="zh-CN" sz="2000">
                <a:solidFill>
                  <a:srgbClr val="000000"/>
                </a:solidFill>
              </a:rPr>
              <a:t>take seriously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他重视同学情义，而我们忽略了他的情感。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而</a:t>
            </a:r>
            <a:r>
              <a:rPr kumimoji="1" lang="en-US" altLang="zh-CN" sz="2000">
                <a:solidFill>
                  <a:srgbClr val="000000"/>
                </a:solidFill>
              </a:rPr>
              <a:t>', '</a:t>
            </a:r>
            <a:r>
              <a:rPr kumimoji="1" lang="zh-CN" altLang="en-US" sz="2000">
                <a:solidFill>
                  <a:srgbClr val="000000"/>
                </a:solidFill>
              </a:rPr>
              <a:t>忽略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重视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zhòngshì  </a:t>
            </a:r>
            <a:r>
              <a:rPr kumimoji="1" lang="zh-CN" altLang="en-US" sz="2000"/>
              <a:t>同学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tóngxué  </a:t>
            </a:r>
            <a:r>
              <a:rPr kumimoji="1" lang="zh-CN" altLang="en-US" sz="2000"/>
              <a:t>情义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qíngyì  ，  </a:t>
            </a:r>
            <a:r>
              <a:rPr kumimoji="1" lang="zh-CN" altLang="en-US" sz="2000"/>
              <a:t>而</a:t>
            </a:r>
            <a:r>
              <a:rPr kumimoji="1" lang="en-US" altLang="zh-CN" sz="2000"/>
              <a:t>/</a:t>
            </a:r>
            <a:r>
              <a:rPr kumimoji="1" lang="zh-CN" altLang="zh-CN" sz="2000"/>
              <a:t>ér  </a:t>
            </a:r>
            <a:r>
              <a:rPr kumimoji="1" lang="zh-CN" altLang="en-US" sz="2000"/>
              <a:t>我们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wǒmen  </a:t>
            </a:r>
            <a:r>
              <a:rPr kumimoji="1" lang="zh-CN" altLang="en-US" sz="2000"/>
              <a:t>忽略</a:t>
            </a:r>
            <a:r>
              <a:rPr kumimoji="1" lang="en-US" altLang="zh-CN" sz="2000"/>
              <a:t>/</a:t>
            </a:r>
            <a:r>
              <a:rPr kumimoji="1" lang="zh-CN" altLang="zh-CN" sz="2000"/>
              <a:t>hūlüè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情感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qínggǎn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He attaches great importance to the friendship of his classmates, and we ignore his emotions.</a:t>
            </a:r>
            <a:endParaRPr kumimoji="1" lang="zh-CN" altLang="en-US" sz="2000"/>
          </a:p>
        </p:txBody>
      </p:sp>
      <p:pic>
        <p:nvPicPr>
          <p:cNvPr id="2" name="重视.wav" descr="重视.wav">
            <a:hlinkClick r:id="" action="ppaction://media"/>
            <a:extLst>
              <a:ext uri="{FF2B5EF4-FFF2-40B4-BE49-F238E27FC236}">
                <a16:creationId xmlns:a16="http://schemas.microsoft.com/office/drawing/2014/main" id="{C7E76E0B-0A70-C946-ACAE-1F38F0CD791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254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重视文化.wav" descr="重视文化.wav">
            <a:hlinkClick r:id="" action="ppaction://media"/>
            <a:extLst>
              <a:ext uri="{FF2B5EF4-FFF2-40B4-BE49-F238E27FC236}">
                <a16:creationId xmlns:a16="http://schemas.microsoft.com/office/drawing/2014/main" id="{A06D9F17-D064-9145-B956-5794989B9D8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8288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非常重视.wav" descr="非常重视.wav">
            <a:hlinkClick r:id="" action="ppaction://media"/>
            <a:extLst>
              <a:ext uri="{FF2B5EF4-FFF2-40B4-BE49-F238E27FC236}">
                <a16:creationId xmlns:a16="http://schemas.microsoft.com/office/drawing/2014/main" id="{F0764D4E-32A7-C34D-A358-43A5207FD99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22685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重视同学情义，而我们忽略了他的情感。.wav" descr="他重视同学情义，而我们忽略了他的情感。.wav">
            <a:hlinkClick r:id="" action="ppaction://media"/>
            <a:extLst>
              <a:ext uri="{FF2B5EF4-FFF2-40B4-BE49-F238E27FC236}">
                <a16:creationId xmlns:a16="http://schemas.microsoft.com/office/drawing/2014/main" id="{B3FBD52B-61FB-554A-8C22-03C9029B574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29210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E955510F-1B93-EE40-920A-E1B9CF9BBCFA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>
            <a:extLst>
              <a:ext uri="{FF2B5EF4-FFF2-40B4-BE49-F238E27FC236}">
                <a16:creationId xmlns:a16="http://schemas.microsoft.com/office/drawing/2014/main" id="{D0DA95B1-8F7E-8340-BFD4-9199F9E2C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重视 </a:t>
            </a:r>
            <a:r>
              <a:rPr kumimoji="1" lang="zh-CN" altLang="zh-CN"/>
              <a:t>zhòngshì </a:t>
            </a:r>
            <a:endParaRPr kumimoji="1" lang="zh-CN" altLang="en-US"/>
          </a:p>
        </p:txBody>
      </p:sp>
      <p:sp>
        <p:nvSpPr>
          <p:cNvPr id="64514" name="内容占位符 2">
            <a:extLst>
              <a:ext uri="{FF2B5EF4-FFF2-40B4-BE49-F238E27FC236}">
                <a16:creationId xmlns:a16="http://schemas.microsoft.com/office/drawing/2014/main" id="{C5D4EA36-1050-DE43-94BA-632E59A04B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重视 文化（三级） </a:t>
            </a:r>
            <a:r>
              <a:rPr lang="zh-CN" altLang="zh-CN" sz="2000">
                <a:solidFill>
                  <a:srgbClr val="000000"/>
                </a:solidFill>
              </a:rPr>
              <a:t>pay attention to culture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非常（二级） 重视 </a:t>
            </a:r>
            <a:r>
              <a:rPr lang="zh-CN" altLang="zh-CN" sz="2000">
                <a:solidFill>
                  <a:srgbClr val="000000"/>
                </a:solidFill>
              </a:rPr>
              <a:t>take seriously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他重视同学情义，而我们忽略了他的情感。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而</a:t>
            </a:r>
            <a:r>
              <a:rPr kumimoji="1" lang="en-US" altLang="zh-CN" sz="2000">
                <a:solidFill>
                  <a:srgbClr val="000000"/>
                </a:solidFill>
              </a:rPr>
              <a:t>', '</a:t>
            </a:r>
            <a:r>
              <a:rPr kumimoji="1" lang="zh-CN" altLang="en-US" sz="2000">
                <a:solidFill>
                  <a:srgbClr val="000000"/>
                </a:solidFill>
              </a:rPr>
              <a:t>忽略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重视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zhòngshì  </a:t>
            </a:r>
            <a:r>
              <a:rPr kumimoji="1" lang="zh-CN" altLang="en-US" sz="2000"/>
              <a:t>同学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tóngxué  </a:t>
            </a:r>
            <a:r>
              <a:rPr kumimoji="1" lang="zh-CN" altLang="en-US" sz="2000"/>
              <a:t>情义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qíngyì  ，  </a:t>
            </a:r>
            <a:r>
              <a:rPr kumimoji="1" lang="zh-CN" altLang="en-US" sz="2000"/>
              <a:t>而</a:t>
            </a:r>
            <a:r>
              <a:rPr kumimoji="1" lang="en-US" altLang="zh-CN" sz="2000"/>
              <a:t>/</a:t>
            </a:r>
            <a:r>
              <a:rPr kumimoji="1" lang="zh-CN" altLang="zh-CN" sz="2000"/>
              <a:t>ér  </a:t>
            </a:r>
            <a:r>
              <a:rPr kumimoji="1" lang="zh-CN" altLang="en-US" sz="2000"/>
              <a:t>我们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wǒmen  </a:t>
            </a:r>
            <a:r>
              <a:rPr kumimoji="1" lang="zh-CN" altLang="en-US" sz="2000"/>
              <a:t>忽略</a:t>
            </a:r>
            <a:r>
              <a:rPr kumimoji="1" lang="en-US" altLang="zh-CN" sz="2000"/>
              <a:t>/</a:t>
            </a:r>
            <a:r>
              <a:rPr kumimoji="1" lang="zh-CN" altLang="zh-CN" sz="2000"/>
              <a:t>hūlüè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情感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qínggǎn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He attaches great importance to the friendship of his classmates, and we ignore his emotions.</a:t>
            </a:r>
            <a:endParaRPr kumimoji="1" lang="zh-CN" altLang="en-US" sz="2000"/>
          </a:p>
        </p:txBody>
      </p:sp>
      <p:pic>
        <p:nvPicPr>
          <p:cNvPr id="2" name="重视.wav" descr="重视.wav">
            <a:hlinkClick r:id="" action="ppaction://media"/>
            <a:extLst>
              <a:ext uri="{FF2B5EF4-FFF2-40B4-BE49-F238E27FC236}">
                <a16:creationId xmlns:a16="http://schemas.microsoft.com/office/drawing/2014/main" id="{9F8B8E2A-644E-7C48-9E7F-D69D6FDD39C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254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重视文化.wav" descr="重视文化.wav">
            <a:hlinkClick r:id="" action="ppaction://media"/>
            <a:extLst>
              <a:ext uri="{FF2B5EF4-FFF2-40B4-BE49-F238E27FC236}">
                <a16:creationId xmlns:a16="http://schemas.microsoft.com/office/drawing/2014/main" id="{C016FA22-C12C-0942-B2EA-B9D76B1C11D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732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非常重视.wav" descr="非常重视.wav">
            <a:hlinkClick r:id="" action="ppaction://media"/>
            <a:extLst>
              <a:ext uri="{FF2B5EF4-FFF2-40B4-BE49-F238E27FC236}">
                <a16:creationId xmlns:a16="http://schemas.microsoft.com/office/drawing/2014/main" id="{8A9439E6-447B-C94B-A925-2FB75F9EECA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19129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重视同学情义，而我们忽略了他的情感。.wav" descr="他重视同学情义，而我们忽略了他的情感。.wav">
            <a:hlinkClick r:id="" action="ppaction://media"/>
            <a:extLst>
              <a:ext uri="{FF2B5EF4-FFF2-40B4-BE49-F238E27FC236}">
                <a16:creationId xmlns:a16="http://schemas.microsoft.com/office/drawing/2014/main" id="{8E8A0F45-64FB-8E49-96CA-8DEACB62F5E7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25654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9509D956-81CD-8842-81A6-45F2ED4F850F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标题 1">
            <a:extLst>
              <a:ext uri="{FF2B5EF4-FFF2-40B4-BE49-F238E27FC236}">
                <a16:creationId xmlns:a16="http://schemas.microsoft.com/office/drawing/2014/main" id="{32B940B1-27B3-9048-ADEA-7A26E5E80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重视 </a:t>
            </a:r>
            <a:r>
              <a:rPr kumimoji="1" lang="zh-CN" altLang="zh-CN"/>
              <a:t>zhòngshì </a:t>
            </a:r>
            <a:endParaRPr kumimoji="1" lang="zh-CN" altLang="en-US"/>
          </a:p>
        </p:txBody>
      </p:sp>
      <p:sp>
        <p:nvSpPr>
          <p:cNvPr id="65538" name="内容占位符 2">
            <a:extLst>
              <a:ext uri="{FF2B5EF4-FFF2-40B4-BE49-F238E27FC236}">
                <a16:creationId xmlns:a16="http://schemas.microsoft.com/office/drawing/2014/main" id="{82B64E8C-34B2-D446-9D62-BC6E3C495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他重视同学情义，而我们忽略了他的情感。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而</a:t>
            </a:r>
            <a:r>
              <a:rPr kumimoji="1" lang="en-US" altLang="zh-CN" sz="2000">
                <a:solidFill>
                  <a:srgbClr val="000000"/>
                </a:solidFill>
              </a:rPr>
              <a:t>', '</a:t>
            </a:r>
            <a:r>
              <a:rPr kumimoji="1" lang="zh-CN" altLang="en-US" sz="2000">
                <a:solidFill>
                  <a:srgbClr val="000000"/>
                </a:solidFill>
              </a:rPr>
              <a:t>忽略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重视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zhòngshì  </a:t>
            </a:r>
            <a:r>
              <a:rPr kumimoji="1" lang="zh-CN" altLang="en-US" sz="2000"/>
              <a:t>同学</a:t>
            </a:r>
            <a:r>
              <a:rPr kumimoji="1" lang="en-US" altLang="zh-CN" sz="2000"/>
              <a:t>/</a:t>
            </a:r>
            <a:r>
              <a:rPr kumimoji="1" lang="zh-CN" altLang="zh-CN" sz="2000"/>
              <a:t>tóngxué  </a:t>
            </a:r>
            <a:r>
              <a:rPr kumimoji="1" lang="zh-CN" altLang="en-US" sz="2000"/>
              <a:t>情义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qíngyì  ，  </a:t>
            </a:r>
            <a:r>
              <a:rPr kumimoji="1" lang="zh-CN" altLang="en-US" sz="2000"/>
              <a:t>而</a:t>
            </a:r>
            <a:r>
              <a:rPr kumimoji="1" lang="en-US" altLang="zh-CN" sz="2000"/>
              <a:t>/</a:t>
            </a:r>
            <a:r>
              <a:rPr kumimoji="1" lang="zh-CN" altLang="zh-CN" sz="2000"/>
              <a:t>ér  </a:t>
            </a:r>
            <a:r>
              <a:rPr kumimoji="1" lang="zh-CN" altLang="en-US" sz="2000"/>
              <a:t>我们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wǒmen  </a:t>
            </a:r>
            <a:r>
              <a:rPr kumimoji="1" lang="zh-CN" altLang="en-US" sz="2000"/>
              <a:t>忽略</a:t>
            </a:r>
            <a:r>
              <a:rPr kumimoji="1" lang="en-US" altLang="zh-CN" sz="2000"/>
              <a:t>/</a:t>
            </a:r>
            <a:r>
              <a:rPr kumimoji="1" lang="zh-CN" altLang="zh-CN" sz="2000"/>
              <a:t>hūlüè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情感</a:t>
            </a:r>
            <a:r>
              <a:rPr kumimoji="1" lang="en-US" altLang="zh-CN" sz="2000"/>
              <a:t>/</a:t>
            </a:r>
            <a:r>
              <a:rPr kumimoji="1" lang="zh-CN" altLang="zh-CN" sz="2000"/>
              <a:t>qínggǎn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He attaches great importance to the friendship of his classmates, and we ignore his emotions.</a:t>
            </a:r>
            <a:endParaRPr kumimoji="1" lang="zh-CN" altLang="en-US" sz="2000"/>
          </a:p>
        </p:txBody>
      </p:sp>
      <p:pic>
        <p:nvPicPr>
          <p:cNvPr id="2" name="重视.wav" descr="重视.wav">
            <a:hlinkClick r:id="" action="ppaction://media"/>
            <a:extLst>
              <a:ext uri="{FF2B5EF4-FFF2-40B4-BE49-F238E27FC236}">
                <a16:creationId xmlns:a16="http://schemas.microsoft.com/office/drawing/2014/main" id="{35006FC0-310C-CC47-B985-F7644975C19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25438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他重视同学情义，而我们忽略了他的情感。.wav" descr="他重视同学情义，而我们忽略了他的情感。.wav">
            <a:hlinkClick r:id="" action="ppaction://media"/>
            <a:extLst>
              <a:ext uri="{FF2B5EF4-FFF2-40B4-BE49-F238E27FC236}">
                <a16:creationId xmlns:a16="http://schemas.microsoft.com/office/drawing/2014/main" id="{A48D46C8-04F7-5E40-A8DF-513ED87A684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1498600"/>
            <a:ext cx="558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E1A7D47F-C036-AF4B-9758-B6FCD00BD4B5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>
            <a:extLst>
              <a:ext uri="{FF2B5EF4-FFF2-40B4-BE49-F238E27FC236}">
                <a16:creationId xmlns:a16="http://schemas.microsoft.com/office/drawing/2014/main" id="{497ABA90-D547-4041-A8F3-4A9BBE1226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B81C9-7864-5746-BF31-FF16EE145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attach importance to; pay attention to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重视  </a:t>
            </a:r>
            <a:r>
              <a:rPr lang="en-US" altLang="zh-CN" sz="2000" dirty="0"/>
              <a:t>B.</a:t>
            </a:r>
            <a:r>
              <a:rPr lang="zh-CN" altLang="en-US" sz="2000" dirty="0"/>
              <a:t>愿意  </a:t>
            </a:r>
            <a:r>
              <a:rPr lang="en-US" altLang="zh-CN" sz="2000" dirty="0"/>
              <a:t>C.</a:t>
            </a:r>
            <a:r>
              <a:rPr lang="zh-CN" altLang="en-US" sz="2000" dirty="0"/>
              <a:t>半  </a:t>
            </a:r>
            <a:r>
              <a:rPr lang="en-US" altLang="zh-CN" sz="2000" dirty="0"/>
              <a:t>D.</a:t>
            </a:r>
            <a:r>
              <a:rPr lang="zh-CN" altLang="en-US" sz="2000" dirty="0"/>
              <a:t>小心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（）文化   </a:t>
            </a:r>
            <a:r>
              <a:rPr lang="en-US" altLang="zh-CN" sz="2000" dirty="0"/>
              <a:t>A.</a:t>
            </a:r>
            <a:r>
              <a:rPr lang="zh-CN" altLang="en-US" sz="2000" dirty="0"/>
              <a:t>照顾</a:t>
            </a:r>
            <a:r>
              <a:rPr lang="en-US" altLang="zh-CN" sz="2000" dirty="0"/>
              <a:t>  B.</a:t>
            </a:r>
            <a:r>
              <a:rPr lang="zh-CN" altLang="en-US" sz="2000" dirty="0"/>
              <a:t>其实</a:t>
            </a:r>
            <a:r>
              <a:rPr lang="en-US" altLang="zh-CN" sz="2000" dirty="0"/>
              <a:t>  C.</a:t>
            </a:r>
            <a:r>
              <a:rPr lang="zh-CN" altLang="en-US" sz="2000" dirty="0"/>
              <a:t>带  </a:t>
            </a:r>
            <a:r>
              <a:rPr lang="en-US" altLang="zh-CN" sz="2000" dirty="0"/>
              <a:t>D.</a:t>
            </a:r>
            <a:r>
              <a:rPr lang="zh-CN" altLang="en-US" sz="2000" dirty="0"/>
              <a:t>重视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非常（）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个子</a:t>
            </a:r>
            <a:r>
              <a:rPr lang="en-US" altLang="zh-CN" sz="2000" dirty="0"/>
              <a:t>  B.</a:t>
            </a:r>
            <a:r>
              <a:rPr lang="zh-CN" altLang="en-US" sz="2000" dirty="0"/>
              <a:t>重视</a:t>
            </a:r>
            <a:r>
              <a:rPr lang="en-US" altLang="zh-CN" sz="2000" dirty="0"/>
              <a:t>  C.</a:t>
            </a:r>
            <a:r>
              <a:rPr lang="zh-CN" altLang="en-US" sz="2000" dirty="0"/>
              <a:t>站  </a:t>
            </a:r>
            <a:r>
              <a:rPr lang="en-US" altLang="zh-CN" sz="2000" dirty="0"/>
              <a:t>D.</a:t>
            </a:r>
            <a:r>
              <a:rPr lang="zh-CN" altLang="en-US" sz="2000" dirty="0"/>
              <a:t>结束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他重（）同学情义，而我们忽略了他的情感。</a:t>
            </a:r>
            <a:endParaRPr lang="en-US" altLang="zh-CN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3192D36-00A0-0D4F-9585-2C235FE88715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9682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39543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D4E60AC0-87B8-874E-B8CA-E1E14BF19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学期？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801E25-9E13-3E4A-A954-91A9746B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964CA7C-AD4D-F24F-BFD1-21CC2FF63A90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F9D5D5C-7398-3A4D-891A-EACBF4555A2B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C03FB7B-959B-1946-897B-BEBEFB3B7E37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546DD41-8F65-F54D-A9A6-5B5DF19D6871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028C462-A477-7E49-9015-147F4561C3C1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>
            <a:extLst>
              <a:ext uri="{FF2B5EF4-FFF2-40B4-BE49-F238E27FC236}">
                <a16:creationId xmlns:a16="http://schemas.microsoft.com/office/drawing/2014/main" id="{74A6238A-42EB-AC4D-83A8-5E0CEC125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学期 </a:t>
            </a:r>
            <a:r>
              <a:rPr kumimoji="1" lang="zh-CN" altLang="zh-CN"/>
              <a:t>xuéqī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911B3-53C9-0342-80E1-09485B18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学 </a:t>
            </a:r>
            <a:r>
              <a:rPr kumimoji="1" lang="en" altLang="zh-CN" sz="2000" dirty="0" err="1"/>
              <a:t>xué</a:t>
            </a:r>
            <a:r>
              <a:rPr kumimoji="1" lang="zh-CN" altLang="en-US" sz="2000" dirty="0"/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study; learn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期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 err="1"/>
              <a:t>qī</a:t>
            </a:r>
            <a:r>
              <a:rPr kumimoji="1" lang="zh-CN" altLang="en-US" sz="2000" dirty="0"/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NOUN  a period of time; phase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  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term; semester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学期 结束（三级） 了</a:t>
            </a:r>
            <a:r>
              <a:rPr lang="en-US" altLang="zh-CN" sz="2000" dirty="0">
                <a:solidFill>
                  <a:srgbClr val="000000"/>
                </a:solidFill>
              </a:rPr>
              <a:t>  semester is over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新（二级） 学期</a:t>
            </a:r>
            <a:r>
              <a:rPr lang="en-US" altLang="zh-CN" sz="2000" dirty="0">
                <a:solidFill>
                  <a:srgbClr val="000000"/>
                </a:solidFill>
              </a:rPr>
              <a:t>   new semester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我和妹妹和着泪挨过了断断续续的两个学期。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妹妹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mèimei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着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lèi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挨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āi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-US" sz="2000" dirty="0"/>
              <a:t>断断续续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duànduànxùxù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两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liǎng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学期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xuéqī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My sister and I endured two semesters on and off with tears.</a:t>
            </a:r>
            <a:endParaRPr kumimoji="1" lang="zh-CN" altLang="en-US" sz="2000" dirty="0"/>
          </a:p>
        </p:txBody>
      </p:sp>
      <p:pic>
        <p:nvPicPr>
          <p:cNvPr id="2" name="学期.wav" descr="学期.wav">
            <a:hlinkClick r:id="" action="ppaction://media"/>
            <a:extLst>
              <a:ext uri="{FF2B5EF4-FFF2-40B4-BE49-F238E27FC236}">
                <a16:creationId xmlns:a16="http://schemas.microsoft.com/office/drawing/2014/main" id="{8A2F55E2-D636-A347-B4D8-BF07370D59D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2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学.wav" descr="学.wav">
            <a:hlinkClick r:id="" action="ppaction://media"/>
            <a:extLst>
              <a:ext uri="{FF2B5EF4-FFF2-40B4-BE49-F238E27FC236}">
                <a16:creationId xmlns:a16="http://schemas.microsoft.com/office/drawing/2014/main" id="{336345F9-A39E-8A41-9A8C-DD38012B3AF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154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期.wav" descr="期.wav">
            <a:hlinkClick r:id="" action="ppaction://media"/>
            <a:extLst>
              <a:ext uri="{FF2B5EF4-FFF2-40B4-BE49-F238E27FC236}">
                <a16:creationId xmlns:a16="http://schemas.microsoft.com/office/drawing/2014/main" id="{507C18FF-5761-194E-B13F-043DA98CAAA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35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学期结束了.wav" descr="学期结束了.wav">
            <a:hlinkClick r:id="" action="ppaction://media"/>
            <a:extLst>
              <a:ext uri="{FF2B5EF4-FFF2-40B4-BE49-F238E27FC236}">
                <a16:creationId xmlns:a16="http://schemas.microsoft.com/office/drawing/2014/main" id="{0CE3ADF7-0D92-DE41-8FBA-9C35FF096DE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13" y="25908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新学期.wav" descr="新学期.wav">
            <a:hlinkClick r:id="" action="ppaction://media"/>
            <a:extLst>
              <a:ext uri="{FF2B5EF4-FFF2-40B4-BE49-F238E27FC236}">
                <a16:creationId xmlns:a16="http://schemas.microsoft.com/office/drawing/2014/main" id="{9878C41B-46A8-2B4B-9571-33DF5CA1EC83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30226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我和妹妹和着泪挨过了断断续续的两个学期。.wav" descr="我和妹妹和着泪挨过了断断续续的两个学期。.wav">
            <a:hlinkClick r:id="" action="ppaction://media"/>
            <a:extLst>
              <a:ext uri="{FF2B5EF4-FFF2-40B4-BE49-F238E27FC236}">
                <a16:creationId xmlns:a16="http://schemas.microsoft.com/office/drawing/2014/main" id="{B67DA6E5-79B1-734B-B235-6F12348BFAFA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763" y="36576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906CDA7-7D87-584C-9E83-951B14C05812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5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1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7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标题 1">
            <a:extLst>
              <a:ext uri="{FF2B5EF4-FFF2-40B4-BE49-F238E27FC236}">
                <a16:creationId xmlns:a16="http://schemas.microsoft.com/office/drawing/2014/main" id="{25F95375-DD2A-5F46-8C51-5FFBF7FD7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学期 </a:t>
            </a:r>
            <a:r>
              <a:rPr kumimoji="1" lang="zh-CN" altLang="zh-CN"/>
              <a:t>xuéqī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808F7-92C9-5B46-9D60-30142E6C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  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term; semester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学期 结束（三级） 了</a:t>
            </a:r>
            <a:r>
              <a:rPr lang="en-US" altLang="zh-CN" sz="2000" dirty="0">
                <a:solidFill>
                  <a:srgbClr val="000000"/>
                </a:solidFill>
              </a:rPr>
              <a:t>  semester is over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新（二级） 学期</a:t>
            </a:r>
            <a:r>
              <a:rPr lang="en-US" altLang="zh-CN" sz="2000" dirty="0">
                <a:solidFill>
                  <a:srgbClr val="000000"/>
                </a:solidFill>
              </a:rPr>
              <a:t>   new semester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我和妹妹和着泪挨过了断断续续的两个学期。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妹妹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mèimei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着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lèi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挨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āi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-US" sz="2000" dirty="0"/>
              <a:t>断断续续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duànduànxùxù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两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liǎng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学期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xuéqī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My sister and I endured two semesters on and off with tears.</a:t>
            </a:r>
            <a:endParaRPr kumimoji="1" lang="zh-CN" altLang="en-US" sz="2000" dirty="0"/>
          </a:p>
        </p:txBody>
      </p:sp>
      <p:pic>
        <p:nvPicPr>
          <p:cNvPr id="2" name="学期.wav" descr="学期.wav">
            <a:hlinkClick r:id="" action="ppaction://media"/>
            <a:extLst>
              <a:ext uri="{FF2B5EF4-FFF2-40B4-BE49-F238E27FC236}">
                <a16:creationId xmlns:a16="http://schemas.microsoft.com/office/drawing/2014/main" id="{3C4B5EB3-07C9-4841-9CB6-D26313ADB22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2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学期结束了.wav" descr="学期结束了.wav">
            <a:hlinkClick r:id="" action="ppaction://media"/>
            <a:extLst>
              <a:ext uri="{FF2B5EF4-FFF2-40B4-BE49-F238E27FC236}">
                <a16:creationId xmlns:a16="http://schemas.microsoft.com/office/drawing/2014/main" id="{5C3EFE6B-7E47-2646-A23B-C00C5DF9A1D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13" y="1839913"/>
            <a:ext cx="522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新学期.wav" descr="新学期.wav">
            <a:hlinkClick r:id="" action="ppaction://media"/>
            <a:extLst>
              <a:ext uri="{FF2B5EF4-FFF2-40B4-BE49-F238E27FC236}">
                <a16:creationId xmlns:a16="http://schemas.microsoft.com/office/drawing/2014/main" id="{0F91A90B-3143-3544-831A-9889DD6F26A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2271713"/>
            <a:ext cx="522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我和妹妹和着泪挨过了断断续续的两个学期。.wav" descr="我和妹妹和着泪挨过了断断续续的两个学期。.wav">
            <a:hlinkClick r:id="" action="ppaction://media"/>
            <a:extLst>
              <a:ext uri="{FF2B5EF4-FFF2-40B4-BE49-F238E27FC236}">
                <a16:creationId xmlns:a16="http://schemas.microsoft.com/office/drawing/2014/main" id="{1243FF9A-AE7F-9A4A-BEED-3D0BA0860DD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763" y="2906713"/>
            <a:ext cx="522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4C1B759-BAFA-884C-9EDE-7FE9FB697A6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7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">
            <a:extLst>
              <a:ext uri="{FF2B5EF4-FFF2-40B4-BE49-F238E27FC236}">
                <a16:creationId xmlns:a16="http://schemas.microsoft.com/office/drawing/2014/main" id="{FC217D4A-3D61-DE4A-A612-43DD076A8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学期 </a:t>
            </a:r>
            <a:r>
              <a:rPr kumimoji="1" lang="zh-CN" altLang="zh-CN"/>
              <a:t>xuéqī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2BADA-1E9D-894F-8E34-E980B88B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学期 结束（三级） 了</a:t>
            </a:r>
            <a:r>
              <a:rPr lang="en-US" altLang="zh-CN" sz="2000" dirty="0">
                <a:solidFill>
                  <a:srgbClr val="000000"/>
                </a:solidFill>
              </a:rPr>
              <a:t>  semester is over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新（二级） 学期</a:t>
            </a:r>
            <a:r>
              <a:rPr lang="en-US" altLang="zh-CN" sz="2000" dirty="0">
                <a:solidFill>
                  <a:srgbClr val="000000"/>
                </a:solidFill>
              </a:rPr>
              <a:t>   new semester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我和妹妹和着泪挨过了断断续续的两个学期。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妹妹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mèimei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着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lèi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挨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āi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-US" sz="2000" dirty="0"/>
              <a:t>断断续续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duànduànxùxù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两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liǎng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学期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xuéqī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My sister and I endured two semesters on and off with tears.</a:t>
            </a:r>
            <a:endParaRPr kumimoji="1" lang="zh-CN" altLang="en-US" sz="2000" dirty="0"/>
          </a:p>
        </p:txBody>
      </p:sp>
      <p:pic>
        <p:nvPicPr>
          <p:cNvPr id="2" name="学期.wav" descr="学期.wav">
            <a:hlinkClick r:id="" action="ppaction://media"/>
            <a:extLst>
              <a:ext uri="{FF2B5EF4-FFF2-40B4-BE49-F238E27FC236}">
                <a16:creationId xmlns:a16="http://schemas.microsoft.com/office/drawing/2014/main" id="{121EE576-0D2A-484B-985A-1F7C5D20A55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2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学期结束了.wav" descr="学期结束了.wav">
            <a:hlinkClick r:id="" action="ppaction://media"/>
            <a:extLst>
              <a:ext uri="{FF2B5EF4-FFF2-40B4-BE49-F238E27FC236}">
                <a16:creationId xmlns:a16="http://schemas.microsoft.com/office/drawing/2014/main" id="{DE8B7388-92B7-2B4D-89BA-7FFC4DADA28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13" y="14478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新学期.wav" descr="新学期.wav">
            <a:hlinkClick r:id="" action="ppaction://media"/>
            <a:extLst>
              <a:ext uri="{FF2B5EF4-FFF2-40B4-BE49-F238E27FC236}">
                <a16:creationId xmlns:a16="http://schemas.microsoft.com/office/drawing/2014/main" id="{FAF3D7BF-4179-AE4D-9F83-7813245CBC8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18796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我和妹妹和着泪挨过了断断续续的两个学期。.wav" descr="我和妹妹和着泪挨过了断断续续的两个学期。.wav">
            <a:hlinkClick r:id="" action="ppaction://media"/>
            <a:extLst>
              <a:ext uri="{FF2B5EF4-FFF2-40B4-BE49-F238E27FC236}">
                <a16:creationId xmlns:a16="http://schemas.microsoft.com/office/drawing/2014/main" id="{7C50017C-CD62-1B4A-9B5F-796120B4AA5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763" y="2514600"/>
            <a:ext cx="522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E08A013-8698-5742-A0BB-C0D4A4A55FA3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7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>
            <a:extLst>
              <a:ext uri="{FF2B5EF4-FFF2-40B4-BE49-F238E27FC236}">
                <a16:creationId xmlns:a16="http://schemas.microsoft.com/office/drawing/2014/main" id="{C94614F0-4913-9749-9DC2-3B5210EAF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学期 </a:t>
            </a:r>
            <a:r>
              <a:rPr kumimoji="1" lang="zh-CN" altLang="zh-CN"/>
              <a:t>xuéqī </a:t>
            </a:r>
            <a:endParaRPr kumimoji="1" lang="zh-CN" altLang="en-US"/>
          </a:p>
        </p:txBody>
      </p:sp>
      <p:sp>
        <p:nvSpPr>
          <p:cNvPr id="71682" name="内容占位符 2">
            <a:extLst>
              <a:ext uri="{FF2B5EF4-FFF2-40B4-BE49-F238E27FC236}">
                <a16:creationId xmlns:a16="http://schemas.microsoft.com/office/drawing/2014/main" id="{E83696C1-AED5-CD40-A364-5A1431FEB5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</a:pPr>
            <a:r>
              <a:rPr kumimoji="1" lang="zh-CN" altLang="en-US" sz="2000">
                <a:solidFill>
                  <a:srgbClr val="000000"/>
                </a:solidFill>
              </a:rPr>
              <a:t>我和妹妹和着泪挨过了断断续续的两个学期。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</a:pP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和</a:t>
            </a:r>
            <a:r>
              <a:rPr kumimoji="1" lang="en-US" altLang="zh-CN" sz="2000"/>
              <a:t>/</a:t>
            </a:r>
            <a:r>
              <a:rPr kumimoji="1" lang="zh-CN" altLang="zh-CN" sz="2000"/>
              <a:t>hé  </a:t>
            </a:r>
            <a:r>
              <a:rPr kumimoji="1" lang="zh-CN" altLang="en-US" sz="2000"/>
              <a:t>妹妹</a:t>
            </a:r>
            <a:r>
              <a:rPr kumimoji="1" lang="en-US" altLang="zh-CN" sz="2000"/>
              <a:t>/</a:t>
            </a:r>
            <a:r>
              <a:rPr kumimoji="1" lang="zh-CN" altLang="zh-CN" sz="2000"/>
              <a:t>mèimei  </a:t>
            </a:r>
            <a:r>
              <a:rPr kumimoji="1" lang="zh-CN" altLang="en-US" sz="2000"/>
              <a:t>和</a:t>
            </a:r>
            <a:r>
              <a:rPr kumimoji="1" lang="en-US" altLang="zh-CN" sz="2000"/>
              <a:t>/</a:t>
            </a:r>
            <a:r>
              <a:rPr kumimoji="1" lang="zh-CN" altLang="zh-CN" sz="2000"/>
              <a:t>hé  </a:t>
            </a:r>
            <a:r>
              <a:rPr kumimoji="1" lang="zh-CN" altLang="en-US" sz="2000"/>
              <a:t>着</a:t>
            </a:r>
            <a:r>
              <a:rPr kumimoji="1" lang="en-US" altLang="zh-CN" sz="2000"/>
              <a:t>/</a:t>
            </a:r>
            <a:r>
              <a:rPr kumimoji="1" lang="zh-CN" altLang="zh-CN" sz="2000"/>
              <a:t>zhe  </a:t>
            </a:r>
            <a:r>
              <a:rPr kumimoji="1" lang="zh-CN" altLang="en-US" sz="2000"/>
              <a:t>泪</a:t>
            </a:r>
            <a:r>
              <a:rPr kumimoji="1" lang="en-US" altLang="zh-CN" sz="2000"/>
              <a:t>/</a:t>
            </a:r>
            <a:r>
              <a:rPr kumimoji="1" lang="zh-CN" altLang="zh-CN" sz="2000"/>
              <a:t>lèi  </a:t>
            </a:r>
            <a:r>
              <a:rPr kumimoji="1" lang="zh-CN" altLang="en-US" sz="2000"/>
              <a:t>挨</a:t>
            </a:r>
            <a:r>
              <a:rPr kumimoji="1" lang="en-US" altLang="zh-CN" sz="2000"/>
              <a:t>/</a:t>
            </a:r>
            <a:r>
              <a:rPr kumimoji="1" lang="zh-CN" altLang="zh-CN" sz="2000"/>
              <a:t>āi  </a:t>
            </a:r>
            <a:r>
              <a:rPr kumimoji="1" lang="zh-CN" altLang="en-US" sz="2000"/>
              <a:t>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断断续续</a:t>
            </a:r>
            <a:r>
              <a:rPr kumimoji="1" lang="en-US" altLang="zh-CN" sz="2000"/>
              <a:t>/</a:t>
            </a:r>
            <a:r>
              <a:rPr kumimoji="1" lang="zh-CN" altLang="zh-CN" sz="2000"/>
              <a:t>duànduànxùxù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两</a:t>
            </a:r>
            <a:r>
              <a:rPr kumimoji="1" lang="en-US" altLang="zh-CN" sz="2000"/>
              <a:t>/</a:t>
            </a:r>
            <a:r>
              <a:rPr kumimoji="1" lang="zh-CN" altLang="zh-CN" sz="2000"/>
              <a:t>liǎng  </a:t>
            </a:r>
            <a:r>
              <a:rPr kumimoji="1" lang="zh-CN" altLang="en-US" sz="2000"/>
              <a:t>个</a:t>
            </a:r>
            <a:r>
              <a:rPr kumimoji="1" lang="en-US" altLang="zh-CN" sz="2000"/>
              <a:t>/</a:t>
            </a:r>
            <a:r>
              <a:rPr kumimoji="1" lang="zh-CN" altLang="zh-CN" sz="2000"/>
              <a:t>gè  </a:t>
            </a:r>
            <a:r>
              <a:rPr kumimoji="1" lang="zh-CN" altLang="en-US" sz="2000"/>
              <a:t>学期</a:t>
            </a:r>
            <a:r>
              <a:rPr kumimoji="1" lang="en-US" altLang="zh-CN" sz="2000"/>
              <a:t>/</a:t>
            </a:r>
            <a:r>
              <a:rPr kumimoji="1" lang="zh-CN" altLang="zh-CN" sz="2000"/>
              <a:t>xuéqī  。 </a:t>
            </a:r>
            <a:endParaRPr kumimoji="1" lang="en-US" altLang="zh-CN" sz="2000"/>
          </a:p>
          <a:p>
            <a:pPr marL="0" indent="0" eaLnBrk="1" hangingPunct="1">
              <a:buFontTx/>
              <a:buNone/>
            </a:pPr>
            <a:r>
              <a:rPr kumimoji="1" lang="zh-CN" altLang="zh-CN" sz="2000"/>
              <a:t>My sister and I endured two semesters on and off with tears.</a:t>
            </a:r>
            <a:endParaRPr kumimoji="1" lang="zh-CN" altLang="en-US" sz="2000"/>
          </a:p>
        </p:txBody>
      </p:sp>
      <p:pic>
        <p:nvPicPr>
          <p:cNvPr id="2" name="学期.wav" descr="学期.wav">
            <a:hlinkClick r:id="" action="ppaction://media"/>
            <a:extLst>
              <a:ext uri="{FF2B5EF4-FFF2-40B4-BE49-F238E27FC236}">
                <a16:creationId xmlns:a16="http://schemas.microsoft.com/office/drawing/2014/main" id="{AF316EA4-BB14-4D4E-A12B-267E1C16266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2113"/>
            <a:ext cx="522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我和妹妹和着泪挨过了断断续续的两个学期。.wav" descr="我和妹妹和着泪挨过了断断续续的两个学期。.wav">
            <a:hlinkClick r:id="" action="ppaction://media"/>
            <a:extLst>
              <a:ext uri="{FF2B5EF4-FFF2-40B4-BE49-F238E27FC236}">
                <a16:creationId xmlns:a16="http://schemas.microsoft.com/office/drawing/2014/main" id="{9E7889DB-2C1C-494D-83F9-F8931647AD0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1524000"/>
            <a:ext cx="522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4FB88066-9717-F544-9B75-ADCB3C1A17C7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7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>
            <a:extLst>
              <a:ext uri="{FF2B5EF4-FFF2-40B4-BE49-F238E27FC236}">
                <a16:creationId xmlns:a16="http://schemas.microsoft.com/office/drawing/2014/main" id="{94E7542B-9498-5B4C-9744-46A6C5A8D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5D17A-62AE-3B49-8487-7F9998B41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term; semester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学期  </a:t>
            </a:r>
            <a:r>
              <a:rPr lang="en" altLang="zh-CN" sz="2000" dirty="0"/>
              <a:t>B.</a:t>
            </a:r>
            <a:r>
              <a:rPr lang="zh-CN" altLang="en-US" sz="2000" dirty="0"/>
              <a:t>腿  </a:t>
            </a:r>
            <a:r>
              <a:rPr lang="en" altLang="zh-CN" sz="2000" dirty="0"/>
              <a:t>C.</a:t>
            </a:r>
            <a:r>
              <a:rPr lang="zh-CN" altLang="en-US" sz="2000" dirty="0"/>
              <a:t>经理  </a:t>
            </a:r>
            <a:r>
              <a:rPr lang="en" altLang="zh-CN" sz="2000" dirty="0"/>
              <a:t>D.</a:t>
            </a:r>
            <a:r>
              <a:rPr lang="zh-CN" altLang="en-US" sz="2000" dirty="0"/>
              <a:t>耳朵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（）结束了  </a:t>
            </a:r>
            <a:r>
              <a:rPr lang="en" altLang="zh-CN" sz="2000" dirty="0"/>
              <a:t>A.</a:t>
            </a:r>
            <a:r>
              <a:rPr lang="zh-CN" altLang="en-US" sz="2000" dirty="0"/>
              <a:t>二   </a:t>
            </a:r>
            <a:r>
              <a:rPr lang="en" altLang="zh-CN" sz="2000" dirty="0"/>
              <a:t>B.</a:t>
            </a:r>
            <a:r>
              <a:rPr lang="zh-CN" altLang="en-US" sz="2000" dirty="0"/>
              <a:t>学期  </a:t>
            </a:r>
            <a:r>
              <a:rPr lang="en" altLang="zh-CN" sz="2000" dirty="0"/>
              <a:t>C.</a:t>
            </a:r>
            <a:r>
              <a:rPr lang="zh-CN" altLang="en-US" sz="2000" dirty="0"/>
              <a:t>去  </a:t>
            </a:r>
            <a:r>
              <a:rPr lang="en" altLang="zh-CN" sz="2000" dirty="0"/>
              <a:t>D.</a:t>
            </a:r>
            <a:r>
              <a:rPr lang="zh-CN" altLang="en-US" sz="2000" dirty="0"/>
              <a:t>换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新（） </a:t>
            </a:r>
            <a:r>
              <a:rPr lang="en" altLang="zh-CN" sz="2000" dirty="0"/>
              <a:t>A.</a:t>
            </a:r>
            <a:r>
              <a:rPr lang="zh-CN" altLang="en-US" sz="2000" dirty="0"/>
              <a:t>旧  </a:t>
            </a:r>
            <a:r>
              <a:rPr lang="en" altLang="zh-CN" sz="2000" dirty="0"/>
              <a:t>B.</a:t>
            </a:r>
            <a:r>
              <a:rPr lang="zh-CN" altLang="en-US" sz="2000" dirty="0"/>
              <a:t>奇怪  </a:t>
            </a:r>
            <a:r>
              <a:rPr lang="en" altLang="zh-CN" sz="2000" dirty="0"/>
              <a:t>C.</a:t>
            </a:r>
            <a:r>
              <a:rPr lang="zh-CN" altLang="en-US" sz="2000" dirty="0"/>
              <a:t>学期  </a:t>
            </a:r>
            <a:r>
              <a:rPr lang="en" altLang="zh-CN" sz="2000" dirty="0"/>
              <a:t>D.</a:t>
            </a:r>
            <a:r>
              <a:rPr lang="zh-CN" altLang="en-US" sz="2000" dirty="0"/>
              <a:t>数学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q__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我和妹妹和着泪挨过了断断续续的两个学（）。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3D9C48C-3ABD-1E46-B308-93C856E8E9ED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10019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3097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">
            <a:extLst>
              <a:ext uri="{FF2B5EF4-FFF2-40B4-BE49-F238E27FC236}">
                <a16:creationId xmlns:a16="http://schemas.microsoft.com/office/drawing/2014/main" id="{C9A6FF69-75F4-2E46-8BAD-3CB67231F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pPr algn="l"/>
            <a:r>
              <a:rPr kumimoji="1" lang="en-US" altLang="zh-CN" sz="2400"/>
              <a:t>How about you know </a:t>
            </a:r>
            <a:r>
              <a:rPr kumimoji="1" lang="zh-CN" altLang="en-US" sz="2400"/>
              <a:t>约会？</a:t>
            </a:r>
            <a:br>
              <a:rPr kumimoji="1" lang="en-US" altLang="zh-CN" sz="2400"/>
            </a:br>
            <a:r>
              <a:rPr kumimoji="1" lang="en-US" altLang="zh-CN" sz="2400"/>
              <a:t>Please</a:t>
            </a:r>
            <a:r>
              <a:rPr kumimoji="1" lang="zh-CN" altLang="en-US" sz="2400"/>
              <a:t> </a:t>
            </a:r>
            <a:r>
              <a:rPr kumimoji="1" lang="en-US" altLang="zh-CN" sz="2400"/>
              <a:t>write down the choice on your page and click the choice to jump to the corresponding page</a:t>
            </a:r>
            <a:endParaRPr kumimoji="1" lang="zh-CN" altLang="en-US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111DF-F756-1C41-8FD3-94331E4D1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400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FontTx/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1AEBFC3-5E35-FB48-9A75-FF1E733F3F34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E0B1BE7-AE16-EA4B-BB0B-A02B8C689AAD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CB0625D-224B-B046-B14B-78F51DEEB102}"/>
              </a:ext>
            </a:extLst>
          </p:cNvPr>
          <p:cNvSpPr/>
          <p:nvPr/>
        </p:nvSpPr>
        <p:spPr>
          <a:xfrm>
            <a:off x="7543800" y="427355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4" action="ppaction://hlinksldjump"/>
              </a:rPr>
              <a:t>D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B736E40-3199-A54E-A8BA-8068E79787FA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050F7EB-BF29-0843-AFA5-D69FFFAFF441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6" action="ppaction://hlinksldjump"/>
              </a:rPr>
              <a:t>B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6AD9B5D8-7A5E-5744-9A84-EE5BF2E83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约会 </a:t>
            </a:r>
            <a:r>
              <a:rPr kumimoji="1" lang="zh-CN" altLang="zh-CN"/>
              <a:t>yuēhuì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0D4D5-9784-6B42-B9C7-0B20F6EDA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约 </a:t>
            </a:r>
            <a:r>
              <a:rPr kumimoji="1" lang="en" altLang="zh-CN" sz="2000" dirty="0" err="1"/>
              <a:t>yuē</a:t>
            </a:r>
            <a:r>
              <a:rPr kumimoji="1" lang="zh-CN" altLang="en-US" sz="2000" dirty="0"/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make an appointment; arrange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会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 err="1"/>
              <a:t>huì</a:t>
            </a:r>
            <a:r>
              <a:rPr kumimoji="1" lang="zh-CN" altLang="en-US" sz="2000" dirty="0"/>
              <a:t>  </a:t>
            </a:r>
            <a:r>
              <a:rPr lang="en-US" altLang="zh-CN" sz="2000" dirty="0">
                <a:solidFill>
                  <a:srgbClr val="000000"/>
                </a:solidFill>
              </a:rPr>
              <a:t>VERB  meet; see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</a:rPr>
              <a:t>arrange a meeting; make an appointment 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有（一级） 约会</a:t>
            </a:r>
            <a:r>
              <a:rPr lang="en-US" altLang="zh-CN" sz="2000" dirty="0">
                <a:solidFill>
                  <a:srgbClr val="000000"/>
                </a:solidFill>
              </a:rPr>
              <a:t>  have a date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跟（三级）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约会</a:t>
            </a:r>
            <a:r>
              <a:rPr lang="en-US" altLang="zh-CN" sz="2000" dirty="0">
                <a:solidFill>
                  <a:srgbClr val="000000"/>
                </a:solidFill>
              </a:rPr>
              <a:t>  dating X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他们约会过我，我没去。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tāmen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约会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yuēhuì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méi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They dated me and I didn't go.</a:t>
            </a:r>
            <a:endParaRPr kumimoji="1" lang="zh-CN" altLang="en-US" sz="2000" dirty="0"/>
          </a:p>
        </p:txBody>
      </p:sp>
      <p:pic>
        <p:nvPicPr>
          <p:cNvPr id="2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06C30B74-4004-EC48-AB50-D6C05BC2DB4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33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约.wav" descr="约.wav">
            <a:hlinkClick r:id="" action="ppaction://media"/>
            <a:extLst>
              <a:ext uri="{FF2B5EF4-FFF2-40B4-BE49-F238E27FC236}">
                <a16:creationId xmlns:a16="http://schemas.microsoft.com/office/drawing/2014/main" id="{1288855C-B3C1-E945-80BD-1C614D59EA8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1953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会.wav" descr="会.wav">
            <a:hlinkClick r:id="" action="ppaction://media"/>
            <a:extLst>
              <a:ext uri="{FF2B5EF4-FFF2-40B4-BE49-F238E27FC236}">
                <a16:creationId xmlns:a16="http://schemas.microsoft.com/office/drawing/2014/main" id="{7DD9A76D-58CA-0C4C-A734-7A9F0726F16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524000"/>
            <a:ext cx="557213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4FE0EB6A-CD2A-C640-8755-29AB4593182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25669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跟X约会.wav" descr="跟X约会.wav">
            <a:hlinkClick r:id="" action="ppaction://media"/>
            <a:extLst>
              <a:ext uri="{FF2B5EF4-FFF2-40B4-BE49-F238E27FC236}">
                <a16:creationId xmlns:a16="http://schemas.microsoft.com/office/drawing/2014/main" id="{5FD5FE99-F729-0841-A3A2-78C117715E2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30241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B47D12E8-388E-3245-8277-633B3D1CEF7F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3709988"/>
            <a:ext cx="558800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4DEEE68-53DD-0844-A26A-6FC4F4EFA364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</a:t>
            </a:r>
            <a:r>
              <a:rPr kumimoji="1" lang="zh-CN" altLang="en-US" dirty="0">
                <a:hlinkClick r:id="rId13" action="ppaction://hlinksldjump"/>
              </a:rPr>
              <a:t> </a:t>
            </a:r>
            <a:r>
              <a:rPr kumimoji="1" lang="en-US" altLang="zh-CN" dirty="0">
                <a:hlinkClick r:id="rId13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8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82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>
            <a:extLst>
              <a:ext uri="{FF2B5EF4-FFF2-40B4-BE49-F238E27FC236}">
                <a16:creationId xmlns:a16="http://schemas.microsoft.com/office/drawing/2014/main" id="{513EC965-714A-534C-98D6-248B7F195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约会 </a:t>
            </a:r>
            <a:r>
              <a:rPr kumimoji="1" lang="zh-CN" altLang="zh-CN"/>
              <a:t>yuēhuì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C8D7F-E531-5243-B5F2-B6AF01D30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</a:rPr>
              <a:t>arrange a meeting; make an appointment 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有（一级） 约会</a:t>
            </a:r>
            <a:r>
              <a:rPr lang="en-US" altLang="zh-CN" sz="2000" dirty="0">
                <a:solidFill>
                  <a:srgbClr val="000000"/>
                </a:solidFill>
              </a:rPr>
              <a:t>  have a date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跟（三级）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约会</a:t>
            </a:r>
            <a:r>
              <a:rPr lang="en-US" altLang="zh-CN" sz="2000" dirty="0">
                <a:solidFill>
                  <a:srgbClr val="000000"/>
                </a:solidFill>
              </a:rPr>
              <a:t>  dating X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他们约会过我，我没去。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tāmen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约会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yuēhuì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méi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They dated me and I didn't go.</a:t>
            </a:r>
            <a:endParaRPr kumimoji="1" lang="zh-CN" altLang="en-US" sz="2000" dirty="0"/>
          </a:p>
        </p:txBody>
      </p:sp>
      <p:pic>
        <p:nvPicPr>
          <p:cNvPr id="2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F18A5480-1FA4-8F49-AD5F-1C53C5CC595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33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B55421ED-59CD-4D4F-99B4-8B0BC02006C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25669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跟X约会.wav" descr="跟X约会.wav">
            <a:hlinkClick r:id="" action="ppaction://media"/>
            <a:extLst>
              <a:ext uri="{FF2B5EF4-FFF2-40B4-BE49-F238E27FC236}">
                <a16:creationId xmlns:a16="http://schemas.microsoft.com/office/drawing/2014/main" id="{89B739F9-7FFA-C941-8B78-11AFC5B4755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30241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41A26C96-1BF6-EB43-84B8-1BF95E5FB66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3709988"/>
            <a:ext cx="558800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0FAEAC4-78CF-124C-BD66-CE4E9D2F8A6B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82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>
            <a:extLst>
              <a:ext uri="{FF2B5EF4-FFF2-40B4-BE49-F238E27FC236}">
                <a16:creationId xmlns:a16="http://schemas.microsoft.com/office/drawing/2014/main" id="{5868224D-CF5E-C940-884A-12AC9DB63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约会 </a:t>
            </a:r>
            <a:r>
              <a:rPr kumimoji="1" lang="zh-CN" altLang="zh-CN"/>
              <a:t>yuēhuì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7A06F-9966-FD43-91CC-02F93500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有（一级） 约会</a:t>
            </a:r>
            <a:r>
              <a:rPr lang="en-US" altLang="zh-CN" sz="2000" dirty="0">
                <a:solidFill>
                  <a:srgbClr val="000000"/>
                </a:solidFill>
              </a:rPr>
              <a:t>  have a date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跟（三级）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约会</a:t>
            </a:r>
            <a:r>
              <a:rPr lang="en-US" altLang="zh-CN" sz="2000" dirty="0">
                <a:solidFill>
                  <a:srgbClr val="000000"/>
                </a:solidFill>
              </a:rPr>
              <a:t>  dating X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他们约会过我，我没去。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他们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tāmen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约会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yuēhuì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méi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They dated me and I didn't go.</a:t>
            </a:r>
            <a:endParaRPr kumimoji="1" lang="zh-CN" altLang="en-US" sz="2000" dirty="0"/>
          </a:p>
        </p:txBody>
      </p:sp>
      <p:pic>
        <p:nvPicPr>
          <p:cNvPr id="2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DDAECFD5-CD9C-BD42-BC2E-1106B38EB33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33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C6013E57-51AF-8146-B394-894CA68ECC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25" y="13477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跟X约会.wav" descr="跟X约会.wav">
            <a:hlinkClick r:id="" action="ppaction://media"/>
            <a:extLst>
              <a:ext uri="{FF2B5EF4-FFF2-40B4-BE49-F238E27FC236}">
                <a16:creationId xmlns:a16="http://schemas.microsoft.com/office/drawing/2014/main" id="{E287C0DC-37D4-CE4D-BA89-D32F3E20D77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18049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6EEC8C7E-E9A9-5743-83DD-847125D6260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5" y="2490788"/>
            <a:ext cx="558800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4CFA8DF-7001-344D-807F-FE8D225B9CCC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7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82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>
            <a:extLst>
              <a:ext uri="{FF2B5EF4-FFF2-40B4-BE49-F238E27FC236}">
                <a16:creationId xmlns:a16="http://schemas.microsoft.com/office/drawing/2014/main" id="{87F7EE95-A690-DE49-818B-934F62444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约会 </a:t>
            </a:r>
            <a:r>
              <a:rPr kumimoji="1" lang="zh-CN" altLang="zh-CN"/>
              <a:t>yuēhuì </a:t>
            </a:r>
            <a:endParaRPr kumimoji="1" lang="zh-CN" altLang="en-US"/>
          </a:p>
        </p:txBody>
      </p:sp>
      <p:sp>
        <p:nvSpPr>
          <p:cNvPr id="77826" name="内容占位符 2">
            <a:extLst>
              <a:ext uri="{FF2B5EF4-FFF2-40B4-BE49-F238E27FC236}">
                <a16:creationId xmlns:a16="http://schemas.microsoft.com/office/drawing/2014/main" id="{46290CBD-D518-AC4E-A608-A841BBDE5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</a:pPr>
            <a:r>
              <a:rPr kumimoji="1" lang="zh-CN" altLang="en-US" sz="2000">
                <a:solidFill>
                  <a:srgbClr val="000000"/>
                </a:solidFill>
              </a:rPr>
              <a:t>他们约会过我，我没去。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</a:pPr>
            <a:r>
              <a:rPr kumimoji="1" lang="zh-CN" altLang="en-US" sz="2000"/>
              <a:t>他们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tāmen  </a:t>
            </a:r>
            <a:r>
              <a:rPr kumimoji="1" lang="zh-CN" altLang="en-US" sz="2000"/>
              <a:t>约会</a:t>
            </a:r>
            <a:r>
              <a:rPr kumimoji="1" lang="en-US" altLang="zh-CN" sz="2000"/>
              <a:t>/</a:t>
            </a:r>
            <a:r>
              <a:rPr kumimoji="1" lang="zh-CN" altLang="zh-CN" sz="2000"/>
              <a:t>yuēhuì  </a:t>
            </a:r>
            <a:r>
              <a:rPr kumimoji="1" lang="zh-CN" altLang="en-US" sz="2000"/>
              <a:t>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guò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，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没</a:t>
            </a:r>
            <a:r>
              <a:rPr kumimoji="1" lang="en-US" altLang="zh-CN" sz="2000"/>
              <a:t>/</a:t>
            </a:r>
            <a:r>
              <a:rPr kumimoji="1" lang="zh-CN" altLang="zh-CN" sz="2000"/>
              <a:t>méi  </a:t>
            </a:r>
            <a:r>
              <a:rPr kumimoji="1" lang="zh-CN" altLang="en-US" sz="2000"/>
              <a:t>去</a:t>
            </a:r>
            <a:r>
              <a:rPr kumimoji="1" lang="en-US" altLang="zh-CN" sz="2000"/>
              <a:t>/</a:t>
            </a:r>
            <a:r>
              <a:rPr kumimoji="1" lang="zh-CN" altLang="zh-CN" sz="2000"/>
              <a:t>qù  。 </a:t>
            </a:r>
            <a:endParaRPr kumimoji="1" lang="en-US" altLang="zh-CN" sz="2000"/>
          </a:p>
          <a:p>
            <a:pPr marL="0" indent="0" eaLnBrk="1" hangingPunct="1">
              <a:buFontTx/>
              <a:buNone/>
            </a:pPr>
            <a:r>
              <a:rPr kumimoji="1" lang="zh-CN" altLang="zh-CN" sz="2000"/>
              <a:t>They dated me and I didn't go.</a:t>
            </a:r>
            <a:endParaRPr kumimoji="1" lang="zh-CN" altLang="en-US" sz="2000"/>
          </a:p>
        </p:txBody>
      </p:sp>
      <p:pic>
        <p:nvPicPr>
          <p:cNvPr id="2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5B01DE49-1FFB-6647-A7FE-B75190A7F9EB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3388"/>
            <a:ext cx="557213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约会.wav" descr="约会.wav">
            <a:hlinkClick r:id="" action="ppaction://media"/>
            <a:extLst>
              <a:ext uri="{FF2B5EF4-FFF2-40B4-BE49-F238E27FC236}">
                <a16:creationId xmlns:a16="http://schemas.microsoft.com/office/drawing/2014/main" id="{A277C11B-AC48-ED4C-A2D5-D5C14BF9E5E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47800"/>
            <a:ext cx="558800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1E898FE-CC49-2A4C-BD06-CD3526FB8AC4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2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>
            <a:extLst>
              <a:ext uri="{FF2B5EF4-FFF2-40B4-BE49-F238E27FC236}">
                <a16:creationId xmlns:a16="http://schemas.microsoft.com/office/drawing/2014/main" id="{B2CB94E0-DB48-AD44-AFEC-72CFB63E0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180A4-7324-A549-A1B2-E4D5A5275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arrange a meeting; make an appointment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约会  </a:t>
            </a:r>
            <a:r>
              <a:rPr lang="en" altLang="zh-CN" sz="2000" dirty="0"/>
              <a:t>B.</a:t>
            </a:r>
            <a:r>
              <a:rPr lang="zh-CN" altLang="en-US" sz="2000" dirty="0"/>
              <a:t>带  </a:t>
            </a:r>
            <a:r>
              <a:rPr lang="en" altLang="zh-CN" sz="2000" dirty="0"/>
              <a:t>C.</a:t>
            </a:r>
            <a:r>
              <a:rPr lang="zh-CN" altLang="en-US" sz="2000" dirty="0"/>
              <a:t>妹妹  </a:t>
            </a:r>
            <a:r>
              <a:rPr lang="en" altLang="zh-CN" sz="2000" dirty="0"/>
              <a:t>D.</a:t>
            </a:r>
            <a:r>
              <a:rPr lang="zh-CN" altLang="en-US" sz="2000" dirty="0"/>
              <a:t>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有（） </a:t>
            </a:r>
            <a:r>
              <a:rPr lang="en" altLang="zh-CN" sz="2000" dirty="0"/>
              <a:t>A.</a:t>
            </a:r>
            <a:r>
              <a:rPr lang="zh-CN" altLang="en-US" sz="2000" dirty="0"/>
              <a:t>容易  </a:t>
            </a:r>
            <a:r>
              <a:rPr lang="en" altLang="zh-CN" sz="2000" dirty="0"/>
              <a:t>B.</a:t>
            </a:r>
            <a:r>
              <a:rPr lang="zh-CN" altLang="en-US" sz="2000" dirty="0"/>
              <a:t>现在  </a:t>
            </a:r>
            <a:r>
              <a:rPr lang="en" altLang="zh-CN" sz="2000" dirty="0"/>
              <a:t>C.</a:t>
            </a:r>
            <a:r>
              <a:rPr lang="zh-CN" altLang="en-US" sz="2000" dirty="0"/>
              <a:t>约会  </a:t>
            </a:r>
            <a:r>
              <a:rPr lang="en" altLang="zh-CN" sz="2000" dirty="0"/>
              <a:t>D.</a:t>
            </a:r>
            <a:r>
              <a:rPr lang="zh-CN" altLang="en-US" sz="2000" dirty="0"/>
              <a:t>然后 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跟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（） </a:t>
            </a:r>
            <a:r>
              <a:rPr lang="en" altLang="zh-CN" sz="2000" dirty="0"/>
              <a:t>A.</a:t>
            </a:r>
            <a:r>
              <a:rPr lang="zh-CN" altLang="en-US" sz="2000" dirty="0"/>
              <a:t>您 </a:t>
            </a:r>
            <a:r>
              <a:rPr lang="en" altLang="zh-CN" sz="2000" dirty="0"/>
              <a:t>B.</a:t>
            </a:r>
            <a:r>
              <a:rPr lang="zh-CN" altLang="en-US" sz="2000" dirty="0"/>
              <a:t>约会 </a:t>
            </a:r>
            <a:r>
              <a:rPr lang="en" altLang="zh-CN" sz="2000" dirty="0"/>
              <a:t>C.</a:t>
            </a:r>
            <a:r>
              <a:rPr lang="zh-CN" altLang="en-US" sz="2000" dirty="0"/>
              <a:t>季节 </a:t>
            </a:r>
            <a:r>
              <a:rPr lang="en" altLang="zh-CN" sz="2000" dirty="0"/>
              <a:t>D.</a:t>
            </a:r>
            <a:r>
              <a:rPr lang="zh-CN" altLang="en-US" sz="2000" dirty="0"/>
              <a:t>西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       </a:t>
            </a:r>
            <a:r>
              <a:rPr lang="en-US" altLang="zh-CN" sz="2000" dirty="0"/>
              <a:t>h__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>
                <a:solidFill>
                  <a:srgbClr val="000000"/>
                </a:solidFill>
              </a:rPr>
              <a:t>他们约（）过</a:t>
            </a:r>
            <a:r>
              <a:rPr kumimoji="1" lang="zh-CN" altLang="en-US" sz="2000" dirty="0">
                <a:solidFill>
                  <a:srgbClr val="000000"/>
                </a:solidFill>
              </a:rPr>
              <a:t>我，我没去。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074AE17-3070-CA48-93C8-DFDD0D1BE6E7}"/>
              </a:ext>
            </a:extLst>
          </p:cNvPr>
          <p:cNvSpPr/>
          <p:nvPr/>
        </p:nvSpPr>
        <p:spPr>
          <a:xfrm>
            <a:off x="6346825" y="519271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End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2242</TotalTime>
  <Words>6425</Words>
  <Application>Microsoft Macintosh PowerPoint</Application>
  <PresentationFormat>全屏显示(4:3)</PresentationFormat>
  <Paragraphs>803</Paragraphs>
  <Slides>98</Slides>
  <Notes>0</Notes>
  <HiddenSlides>0</HiddenSlides>
  <MMClips>169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98</vt:i4>
      </vt:variant>
    </vt:vector>
  </HeadingPairs>
  <TitlesOfParts>
    <vt:vector size="102" baseType="lpstr">
      <vt:lpstr>Arial</vt:lpstr>
      <vt:lpstr>正文</vt:lpstr>
      <vt:lpstr>首页</vt:lpstr>
      <vt:lpstr>致谢</vt:lpstr>
      <vt:lpstr>第一次学习</vt:lpstr>
      <vt:lpstr>Start time of learning a word </vt:lpstr>
      <vt:lpstr>How about you know 发生？ Please write down the choice on your page and click the choice to jump to the corresponding page</vt:lpstr>
      <vt:lpstr>发生 fāshēng </vt:lpstr>
      <vt:lpstr>发生 fāshēng </vt:lpstr>
      <vt:lpstr>发生 fāshēng </vt:lpstr>
      <vt:lpstr>发生 fāshēng </vt:lpstr>
      <vt:lpstr>practice</vt:lpstr>
      <vt:lpstr>End time of learning a word </vt:lpstr>
      <vt:lpstr>Start time of learning a word </vt:lpstr>
      <vt:lpstr>How about you know 最好（adjective）？ Please write down the choice on your page and click the choice to jump to the corresponding page</vt:lpstr>
      <vt:lpstr>最好 zuìhǎo </vt:lpstr>
      <vt:lpstr>最好 zuìhǎo </vt:lpstr>
      <vt:lpstr>最好 zuìhǎo </vt:lpstr>
      <vt:lpstr>practice</vt:lpstr>
      <vt:lpstr>End time of learning a word </vt:lpstr>
      <vt:lpstr>Start time of learning a word </vt:lpstr>
      <vt:lpstr>How about you know 最好（adverb）？ Please write down the choice on your page and click the choice to jump to the corresponding page</vt:lpstr>
      <vt:lpstr>最好 zuìhǎo</vt:lpstr>
      <vt:lpstr>最好 zuìhǎo</vt:lpstr>
      <vt:lpstr>最好 zuìhǎo</vt:lpstr>
      <vt:lpstr>最好 zuìhǎo</vt:lpstr>
      <vt:lpstr>practice</vt:lpstr>
      <vt:lpstr>How about you know 改变？ Please write down the choice on your page and click the choice to jump to the corresponding page</vt:lpstr>
      <vt:lpstr>改变 gǎibiàn  </vt:lpstr>
      <vt:lpstr>改变 gǎibiàn  </vt:lpstr>
      <vt:lpstr>改变 gǎibiàn  </vt:lpstr>
      <vt:lpstr>改变 gǎibiàn  </vt:lpstr>
      <vt:lpstr>practice</vt:lpstr>
      <vt:lpstr>End time of learning a word </vt:lpstr>
      <vt:lpstr>Start time of learning a word </vt:lpstr>
      <vt:lpstr>How about you know 通过（VERB）？ Please write down the choice on your page and click the choice to jump to the corresponding page</vt:lpstr>
      <vt:lpstr>通过 tōngguò </vt:lpstr>
      <vt:lpstr>通过 tōngguò </vt:lpstr>
      <vt:lpstr>通过 tōngguò </vt:lpstr>
      <vt:lpstr>通过 tōngguò </vt:lpstr>
      <vt:lpstr>practice</vt:lpstr>
      <vt:lpstr>End time of learning a word </vt:lpstr>
      <vt:lpstr>Start time of learning a word </vt:lpstr>
      <vt:lpstr>How about you know 通过（ PREPOSITION ）？ Please write down the choice on your page and click the choice to jump to the corresponding page</vt:lpstr>
      <vt:lpstr>通过 tōngguò </vt:lpstr>
      <vt:lpstr>通过 tōngguò </vt:lpstr>
      <vt:lpstr>通过 tōngguò </vt:lpstr>
      <vt:lpstr>practice</vt:lpstr>
      <vt:lpstr>End time of learning a word </vt:lpstr>
      <vt:lpstr>Start time of learning a word </vt:lpstr>
      <vt:lpstr>How about you know 看法？ Please write down the choice on your page and click the choice to jump to the corresponding page</vt:lpstr>
      <vt:lpstr>看法 kànfa </vt:lpstr>
      <vt:lpstr>看法 kànfa </vt:lpstr>
      <vt:lpstr>看法 kànfa </vt:lpstr>
      <vt:lpstr>看法 kànfa </vt:lpstr>
      <vt:lpstr>practice</vt:lpstr>
      <vt:lpstr>End time of learning a word </vt:lpstr>
      <vt:lpstr>Start time of learning a word </vt:lpstr>
      <vt:lpstr>How about you know 深（ADJECTIVE deep）？ Please write down the choice on your page and click the choice to jump to the corresponding page</vt:lpstr>
      <vt:lpstr>深 shēn</vt:lpstr>
      <vt:lpstr>深 shēn</vt:lpstr>
      <vt:lpstr>practice</vt:lpstr>
      <vt:lpstr>End time of learning a word </vt:lpstr>
      <vt:lpstr>Start time of learning a word </vt:lpstr>
      <vt:lpstr>How about you know 深（ADJECTIVE  close）？ Please write down the choice on your page and click the choice to jump to the corresponding page</vt:lpstr>
      <vt:lpstr>深 shēn</vt:lpstr>
      <vt:lpstr>深 shēn</vt:lpstr>
      <vt:lpstr>深 shēn</vt:lpstr>
      <vt:lpstr>practice</vt:lpstr>
      <vt:lpstr>End time of learning a word </vt:lpstr>
      <vt:lpstr>Start time of learning a word </vt:lpstr>
      <vt:lpstr>How about you know 降低？ Please write down the choice on your page and click the choice to jump to the corresponding page</vt:lpstr>
      <vt:lpstr>降低 jiàngdī </vt:lpstr>
      <vt:lpstr>降低 jiàngdī </vt:lpstr>
      <vt:lpstr>降低 jiàngdī </vt:lpstr>
      <vt:lpstr>降低 jiàngdī </vt:lpstr>
      <vt:lpstr>practice</vt:lpstr>
      <vt:lpstr>End time of learning a word </vt:lpstr>
      <vt:lpstr>Start time of learning a word </vt:lpstr>
      <vt:lpstr>How about you know 重视？ Please write down the choice on your page and click the choice to jump to the corresponding page</vt:lpstr>
      <vt:lpstr>重视 zhòngshì </vt:lpstr>
      <vt:lpstr>重视 zhòngshì </vt:lpstr>
      <vt:lpstr>重视 zhòngshì </vt:lpstr>
      <vt:lpstr>重视 zhòngshì </vt:lpstr>
      <vt:lpstr>practice</vt:lpstr>
      <vt:lpstr>End time of learning a word </vt:lpstr>
      <vt:lpstr>Start time of learning a word </vt:lpstr>
      <vt:lpstr>How about you know 学期？ Please write down the choice on your page and click the choice to jump to the corresponding page</vt:lpstr>
      <vt:lpstr>学期 xuéqī </vt:lpstr>
      <vt:lpstr>学期 xuéqī </vt:lpstr>
      <vt:lpstr>学期 xuéqī </vt:lpstr>
      <vt:lpstr>学期 xuéqī </vt:lpstr>
      <vt:lpstr>practice</vt:lpstr>
      <vt:lpstr>End time of learning a word </vt:lpstr>
      <vt:lpstr>Start time of learning a word </vt:lpstr>
      <vt:lpstr>How about you know 约会？ Please write down the choice on your page and click the choice to jump to the corresponding page</vt:lpstr>
      <vt:lpstr>约会 yuēhuì </vt:lpstr>
      <vt:lpstr>约会 yuēhuì </vt:lpstr>
      <vt:lpstr>约会 yuēhuì </vt:lpstr>
      <vt:lpstr>约会 yuēhuì 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61</cp:revision>
  <cp:lastPrinted>1601-01-01T00:00:00Z</cp:lastPrinted>
  <dcterms:created xsi:type="dcterms:W3CDTF">1601-01-01T00:00:00Z</dcterms:created>
  <dcterms:modified xsi:type="dcterms:W3CDTF">2022-04-13T18:52:36Z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