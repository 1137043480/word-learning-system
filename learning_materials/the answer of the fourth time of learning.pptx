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48" r:id="rId2"/>
    <p:sldMasterId id="2147483650" r:id="rId3"/>
  </p:sldMasterIdLst>
  <p:sldIdLst>
    <p:sldId id="262" r:id="rId4"/>
    <p:sldId id="314" r:id="rId5"/>
    <p:sldId id="316" r:id="rId6"/>
    <p:sldId id="371" r:id="rId7"/>
    <p:sldId id="373" r:id="rId8"/>
    <p:sldId id="360" r:id="rId9"/>
    <p:sldId id="284" r:id="rId10"/>
    <p:sldId id="279" r:id="rId11"/>
    <p:sldId id="290" r:id="rId12"/>
    <p:sldId id="291" r:id="rId13"/>
    <p:sldId id="296" r:id="rId14"/>
    <p:sldId id="260" r:id="rId1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50" autoAdjust="0"/>
  </p:normalViewPr>
  <p:slideViewPr>
    <p:cSldViewPr>
      <p:cViewPr varScale="1">
        <p:scale>
          <a:sx n="120" d="100"/>
          <a:sy n="120" d="100"/>
        </p:scale>
        <p:origin x="140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3EE0CB-89DA-CB5A-8869-9C3F78CD1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EC5DF4-3F91-7CFB-B1E7-943414EBC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36936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914174-BA02-06C6-9F90-0BB17F10A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BB8692-8B66-F74F-CCB4-22AE8A1A5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26999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CA9230-05AB-2BD4-50AE-E48F79A76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BC185B-E9B6-F5B3-1E18-1C2336B69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80191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88FD0-595B-28E8-8FE3-6E909A59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550D3A-D434-CB13-4BDF-2227382A5A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874E3D-96C6-8722-5CA5-5D9930D3C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374983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23126-B0BF-E8E3-7649-4BC63CE8B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F91659-F0A9-3B33-9C1D-DC8967502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6A0385-E840-01F8-BACD-0BA438E71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353A3F-B904-CFDB-9B5E-BA9F4D71A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E287CE-ECA1-B309-6BEB-2DF04469B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069860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16EA33-53BC-449D-B801-5E2EA7F24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61433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8713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D1EE6-C7E6-54AB-E143-27D3724ED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0C2CEE-ACFA-E5B6-A29E-AD1F6210E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659D12-3E78-DAB4-C94C-583F69B33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4419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77C98-11D6-CC82-97D1-D45656541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D46075-EA13-D7C2-69C0-BC6F551E8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8779B5-1FD4-F65F-4C55-948FEA288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22731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AB2C9-2B28-448D-DDD5-B9AE83C1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9865E1-E94C-66CB-B7AC-2FB8FB80F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42294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4659FBE-BFD0-44BA-8053-A6E065484E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3641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997EC8-EA6D-429C-BF7F-11A697CCE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3641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894115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D9652-C839-7379-95AE-9999C4D50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67C630-53EB-C792-B2A3-2D6FBBFE21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156273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E8C525-D407-B2A2-6E37-00125CA74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B48EE3-D19E-A280-FC8A-1E164066F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010608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BB75E-CB74-8ECE-7E89-EA9D0FD52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C7447B-D0E3-2894-2977-7828F2E73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66908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2B9D93-F4CF-14E3-29C1-CCD54EC6C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D63421-D746-792A-73FD-A14B2923E0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8D5C1C-FDA4-B062-8F77-AD9918838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327314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FEEE77-065B-BB80-54FC-9CEFEC0D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3CDF74-7BB1-33DE-5C0C-5755E203C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48D562-6532-D772-ED42-12A2A2DA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2B67E3-976B-00A1-F70F-3F0EDDE1D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51EE4A-4B70-5577-2453-3BD5238349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728893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74084-11AB-AAEC-EF14-997CEDD15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40402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9446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2221CC-FCD7-A554-37D1-301730BF7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EF2A86-F6E7-4638-91BF-09DC94D6E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722636-1AE9-7361-16E4-5F1BE271C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428495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C0C596-79CC-4671-3D1A-169D43487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19A85FF-455F-109C-FFA7-E12E7B618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24F1A7-B84A-E20B-B0EE-5BD3B5CCD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575993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A3E3DD-D824-5594-3086-B6F7D0B54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757CA0-9280-ABE0-7056-65114303D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8560138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974641-4D9F-D06E-7E29-BE62A7ED04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5600" y="1676400"/>
            <a:ext cx="2057400" cy="4500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C7C8F5-CA93-8AA4-30ED-E47E2E1E3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33400" y="1676400"/>
            <a:ext cx="6019800" cy="4500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243882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65C5E-1761-05EE-520D-1ED7B1201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7082B65-D8E3-8EC2-4BD3-0E1C506CE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9717091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D360FB-165C-5C13-66BF-EA8A6D688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C1D97C-81F0-C3F2-5122-5CCB18F14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578355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66872-D847-8A4D-19CD-A6017C8C6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641CD2-4043-4FBD-C38F-9632582BE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220617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4C6C18-45B2-63FD-74E0-377F9917C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9AF505-64AF-98DE-B197-DDF5604D9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748FAC-E238-5761-CB83-06178CB1FC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5216963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6E0B02-9C03-7591-2130-A2848AA70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85F1FB-0B55-AB63-E167-805F0D5F7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37193C-961D-2A76-32B5-7BE42C83F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6A7D58-55E4-20B9-7BEF-A771730965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5973448-86BF-8710-313D-C46322AEE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2355555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3723D2-B23B-5675-D5FB-8D8A8FF90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290852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2360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6A2298-BAFB-8C8F-45E0-16218AB47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572298-7ECA-2B59-595F-CA0309FD4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735376-2EB0-7350-945C-582257374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748452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DDE368-E793-DB98-0675-3440A00C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AE1161A-4272-FB1C-0C3D-C4BF05F3F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6BFF39-12D8-9D53-62D8-CBAE960E6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051529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DEC9B8-7EA9-EB16-6716-286D778E5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765DBF-E0B8-6177-B506-05EE61580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8427369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8B4793-EF4E-3E5B-3DC6-740EE4CA0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184E8A-5225-34C2-76C0-35FAECF6B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127943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9" name="Picture 9">
            <a:extLst>
              <a:ext uri="{FF2B5EF4-FFF2-40B4-BE49-F238E27FC236}">
                <a16:creationId xmlns:a16="http://schemas.microsoft.com/office/drawing/2014/main" id="{5F1B5091-537D-916F-66E1-2085047F5E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9DBFE0CA-5DA3-5BF2-B1D0-5547C8C3B3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6A56202-641B-BE64-4F6D-FA332746F3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>
            <a:extLst>
              <a:ext uri="{FF2B5EF4-FFF2-40B4-BE49-F238E27FC236}">
                <a16:creationId xmlns:a16="http://schemas.microsoft.com/office/drawing/2014/main" id="{55B3A19B-E49E-5D6E-E9F8-5AC7E89335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1">
            <a:extLst>
              <a:ext uri="{FF2B5EF4-FFF2-40B4-BE49-F238E27FC236}">
                <a16:creationId xmlns:a16="http://schemas.microsoft.com/office/drawing/2014/main" id="{8859937B-1E11-56A1-BF5F-AE58791EAE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676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2" name="Picture 8">
            <a:extLst>
              <a:ext uri="{FF2B5EF4-FFF2-40B4-BE49-F238E27FC236}">
                <a16:creationId xmlns:a16="http://schemas.microsoft.com/office/drawing/2014/main" id="{A0A93FC4-F77C-E9CC-9588-89E1833AEC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70173FDD-98E2-701A-BA07-3427C382D5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</a:t>
            </a:r>
            <a:r>
              <a:rPr lang="zh-CN" altLang="en-US"/>
              <a:t>次学习答案</a:t>
            </a:r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1">
            <a:extLst>
              <a:ext uri="{FF2B5EF4-FFF2-40B4-BE49-F238E27FC236}">
                <a16:creationId xmlns:a16="http://schemas.microsoft.com/office/drawing/2014/main" id="{D36BFA5C-36CE-8845-B643-35B4E3797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D31E20-F035-A04C-BE9E-DCE0259EB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</a:t>
            </a:r>
            <a:r>
              <a:rPr lang="en" altLang="zh-CN" sz="2000" dirty="0"/>
              <a:t> way; means; measure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A.</a:t>
            </a:r>
            <a:r>
              <a:rPr lang="zh-CN" altLang="en-US" sz="2000" dirty="0"/>
              <a:t>红  </a:t>
            </a:r>
            <a:r>
              <a:rPr lang="en-US" altLang="zh-CN" sz="2000" dirty="0"/>
              <a:t>B.</a:t>
            </a:r>
            <a:r>
              <a:rPr lang="zh-CN" altLang="en-US" sz="2000" dirty="0"/>
              <a:t>办法  </a:t>
            </a:r>
            <a:r>
              <a:rPr lang="en-US" altLang="zh-CN" sz="2000" dirty="0"/>
              <a:t>C.</a:t>
            </a:r>
            <a:r>
              <a:rPr lang="zh-CN" altLang="en-US" sz="2000" dirty="0"/>
              <a:t>过去  </a:t>
            </a:r>
            <a:r>
              <a:rPr lang="en-US" altLang="zh-CN" sz="2000" dirty="0"/>
              <a:t>D.</a:t>
            </a:r>
            <a:r>
              <a:rPr lang="zh-CN" altLang="en-US" sz="2000" dirty="0"/>
              <a:t>七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想（</a:t>
            </a:r>
            <a:r>
              <a:rPr lang="en-US" altLang="zh-CN" sz="2000" dirty="0"/>
              <a:t>C</a:t>
            </a:r>
            <a:r>
              <a:rPr lang="zh-CN" altLang="en-US" sz="2000" dirty="0"/>
              <a:t>）   </a:t>
            </a:r>
            <a:r>
              <a:rPr lang="en-US" altLang="zh-CN" sz="2000" dirty="0"/>
              <a:t>A.</a:t>
            </a:r>
            <a:r>
              <a:rPr lang="zh-CN" altLang="en-US" sz="2000" dirty="0"/>
              <a:t>上午  </a:t>
            </a:r>
            <a:r>
              <a:rPr lang="en-US" altLang="zh-CN" sz="2000" dirty="0"/>
              <a:t>B.</a:t>
            </a:r>
            <a:r>
              <a:rPr lang="zh-CN" altLang="en-US" sz="2000" dirty="0"/>
              <a:t>决定 </a:t>
            </a:r>
            <a:r>
              <a:rPr lang="en-US" altLang="zh-CN" sz="2000" dirty="0"/>
              <a:t> C.</a:t>
            </a:r>
            <a:r>
              <a:rPr lang="zh-CN" altLang="en-US" sz="2000" dirty="0"/>
              <a:t> 办法  </a:t>
            </a:r>
            <a:r>
              <a:rPr lang="en-US" altLang="zh-CN" sz="2000" dirty="0"/>
              <a:t>D.</a:t>
            </a:r>
            <a:r>
              <a:rPr lang="zh-CN" altLang="en-US" sz="2000" dirty="0"/>
              <a:t>一点儿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解决（</a:t>
            </a:r>
            <a:r>
              <a:rPr lang="en-US" altLang="zh-CN" sz="2000" dirty="0"/>
              <a:t>A</a:t>
            </a:r>
            <a:r>
              <a:rPr lang="zh-CN" altLang="en-US" sz="2000" dirty="0"/>
              <a:t>）    </a:t>
            </a:r>
            <a:r>
              <a:rPr lang="en-US" altLang="zh-CN" sz="2000" dirty="0"/>
              <a:t>A.</a:t>
            </a:r>
            <a:r>
              <a:rPr lang="zh-CN" altLang="en-US" sz="2000" dirty="0"/>
              <a:t> 办法  </a:t>
            </a:r>
            <a:r>
              <a:rPr lang="en-US" altLang="zh-CN" sz="2000" dirty="0"/>
              <a:t>B.</a:t>
            </a:r>
            <a:r>
              <a:rPr lang="zh-CN" altLang="en-US" sz="2000" dirty="0"/>
              <a:t>客人</a:t>
            </a:r>
            <a:r>
              <a:rPr lang="en-US" altLang="zh-CN" sz="2000" dirty="0"/>
              <a:t>  C.</a:t>
            </a:r>
            <a:r>
              <a:rPr lang="zh-CN" altLang="en-US" sz="2000" dirty="0"/>
              <a:t> 工作  </a:t>
            </a:r>
            <a:r>
              <a:rPr lang="en-US" altLang="zh-CN" sz="2000" dirty="0"/>
              <a:t>D.</a:t>
            </a:r>
            <a:r>
              <a:rPr lang="zh-CN" altLang="en-US" sz="2000" dirty="0"/>
              <a:t>二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没办（法），这就是北京人。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>
            <a:extLst>
              <a:ext uri="{FF2B5EF4-FFF2-40B4-BE49-F238E27FC236}">
                <a16:creationId xmlns:a16="http://schemas.microsoft.com/office/drawing/2014/main" id="{A6D04636-1ACB-2246-810A-86AEE73EFB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835B79-205A-3446-BFF6-93DD3658A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</a:t>
            </a:r>
            <a:r>
              <a:rPr lang="en" altLang="zh-CN" sz="2000" dirty="0"/>
              <a:t> place;</a:t>
            </a:r>
            <a:r>
              <a:rPr lang="zh-CN" altLang="en-US" sz="2000" dirty="0"/>
              <a:t> </a:t>
            </a:r>
            <a:r>
              <a:rPr lang="en" altLang="zh-CN" sz="2000" dirty="0"/>
              <a:t>space;</a:t>
            </a:r>
            <a:r>
              <a:rPr lang="zh-CN" altLang="en-US" sz="2000" dirty="0"/>
              <a:t> </a:t>
            </a:r>
            <a:r>
              <a:rPr lang="en" altLang="zh-CN" sz="2000" dirty="0"/>
              <a:t>room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A.</a:t>
            </a:r>
            <a:r>
              <a:rPr lang="zh-CN" altLang="en-US" sz="2000" dirty="0"/>
              <a:t>关于  </a:t>
            </a:r>
            <a:r>
              <a:rPr lang="en-US" altLang="zh-CN" sz="2000" dirty="0"/>
              <a:t>B.</a:t>
            </a:r>
            <a:r>
              <a:rPr lang="zh-CN" altLang="en-US" sz="2000" dirty="0"/>
              <a:t>地方  </a:t>
            </a:r>
            <a:r>
              <a:rPr lang="en-US" altLang="zh-CN" sz="2000" dirty="0"/>
              <a:t>C.</a:t>
            </a:r>
            <a:r>
              <a:rPr lang="zh-CN" altLang="en-US" sz="2000" dirty="0"/>
              <a:t>腿  </a:t>
            </a:r>
            <a:r>
              <a:rPr lang="en-US" altLang="zh-CN" sz="2000" dirty="0"/>
              <a:t>D.</a:t>
            </a:r>
            <a:r>
              <a:rPr lang="zh-CN" altLang="en-US" sz="2000" dirty="0"/>
              <a:t>讲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远的（</a:t>
            </a:r>
            <a:r>
              <a:rPr lang="en-US" altLang="zh-CN" sz="2000" dirty="0"/>
              <a:t>C</a:t>
            </a:r>
            <a:r>
              <a:rPr lang="zh-CN" altLang="en-US" sz="2000" dirty="0"/>
              <a:t>）  </a:t>
            </a:r>
            <a:r>
              <a:rPr lang="en-US" altLang="zh-CN" sz="2000" dirty="0"/>
              <a:t>A.</a:t>
            </a:r>
            <a:r>
              <a:rPr lang="zh-CN" altLang="en-US" sz="2000" dirty="0"/>
              <a:t>电子邮件  </a:t>
            </a:r>
            <a:r>
              <a:rPr lang="en-US" altLang="zh-CN" sz="2000" dirty="0"/>
              <a:t>B.</a:t>
            </a:r>
            <a:r>
              <a:rPr lang="zh-CN" altLang="en-US" sz="2000" dirty="0"/>
              <a:t>八 </a:t>
            </a:r>
            <a:r>
              <a:rPr lang="en-US" altLang="zh-CN" sz="2000" dirty="0"/>
              <a:t> C.</a:t>
            </a:r>
            <a:r>
              <a:rPr lang="zh-CN" altLang="en-US" sz="2000" dirty="0"/>
              <a:t> 地方  </a:t>
            </a:r>
            <a:r>
              <a:rPr lang="en-US" altLang="zh-CN" sz="2000" dirty="0"/>
              <a:t>D.</a:t>
            </a:r>
            <a:r>
              <a:rPr lang="zh-CN" altLang="en-US" sz="2000" dirty="0"/>
              <a:t>教室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找（</a:t>
            </a:r>
            <a:r>
              <a:rPr lang="en-US" altLang="zh-CN" sz="2000" dirty="0"/>
              <a:t>D</a:t>
            </a:r>
            <a:r>
              <a:rPr lang="zh-CN" altLang="en-US" sz="2000" dirty="0"/>
              <a:t>）    </a:t>
            </a:r>
            <a:r>
              <a:rPr lang="en-US" altLang="zh-CN" sz="2000" dirty="0"/>
              <a:t>A.</a:t>
            </a:r>
            <a:r>
              <a:rPr lang="zh-CN" altLang="en-US" sz="2000" dirty="0"/>
              <a:t> 地铁  </a:t>
            </a:r>
            <a:r>
              <a:rPr lang="en-US" altLang="zh-CN" sz="2000" dirty="0"/>
              <a:t>B.</a:t>
            </a:r>
            <a:r>
              <a:rPr lang="zh-CN" altLang="en-US" sz="2000" dirty="0"/>
              <a:t>年轻</a:t>
            </a:r>
            <a:r>
              <a:rPr lang="en-US" altLang="zh-CN" sz="2000" dirty="0"/>
              <a:t>  C.</a:t>
            </a:r>
            <a:r>
              <a:rPr lang="zh-CN" altLang="en-US" sz="2000" dirty="0"/>
              <a:t> 经理  </a:t>
            </a:r>
            <a:r>
              <a:rPr lang="en-US" altLang="zh-CN" sz="2000" dirty="0"/>
              <a:t>D.</a:t>
            </a:r>
            <a:r>
              <a:rPr lang="zh-CN" altLang="en-US" sz="2000" dirty="0"/>
              <a:t>地方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记者：我知道那是个风景优美的地（方）。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>
            <a:extLst>
              <a:ext uri="{FF2B5EF4-FFF2-40B4-BE49-F238E27FC236}">
                <a16:creationId xmlns:a16="http://schemas.microsoft.com/office/drawing/2014/main" id="{1C7AD643-1262-564F-A4B3-44A65E5955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CAA196-EDB3-4642-806F-B8D13059D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harm; disadvantage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A.</a:t>
            </a:r>
            <a:r>
              <a:rPr lang="zh-CN" altLang="en-US" sz="2000" dirty="0"/>
              <a:t>明白  </a:t>
            </a:r>
            <a:r>
              <a:rPr lang="en-US" altLang="zh-CN" sz="2000" dirty="0"/>
              <a:t>B.</a:t>
            </a:r>
            <a:r>
              <a:rPr lang="zh-CN" altLang="en-US" sz="2000" dirty="0"/>
              <a:t>坏处  </a:t>
            </a:r>
            <a:r>
              <a:rPr lang="en-US" altLang="zh-CN" sz="2000" dirty="0"/>
              <a:t>C.</a:t>
            </a:r>
            <a:r>
              <a:rPr lang="zh-CN" altLang="en-US" sz="2000" dirty="0"/>
              <a:t>重要  </a:t>
            </a:r>
            <a:r>
              <a:rPr lang="en-US" altLang="zh-CN" sz="2000" dirty="0"/>
              <a:t>D.</a:t>
            </a:r>
            <a:r>
              <a:rPr lang="zh-CN" altLang="en-US" sz="2000" dirty="0"/>
              <a:t>运动 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有（</a:t>
            </a:r>
            <a:r>
              <a:rPr lang="en-US" altLang="zh-CN" sz="2000" dirty="0">
                <a:solidFill>
                  <a:srgbClr val="000000"/>
                </a:solidFill>
              </a:rPr>
              <a:t>A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" altLang="zh-CN" sz="2000" dirty="0"/>
              <a:t>A.</a:t>
            </a:r>
            <a:r>
              <a:rPr lang="zh-CN" altLang="en-US" sz="2000" dirty="0"/>
              <a:t>坏处  </a:t>
            </a:r>
            <a:r>
              <a:rPr lang="en" altLang="zh-CN" sz="2000" dirty="0"/>
              <a:t>B.</a:t>
            </a:r>
            <a:r>
              <a:rPr lang="zh-CN" altLang="en-US" sz="2000" dirty="0"/>
              <a:t>鼻子  </a:t>
            </a:r>
            <a:r>
              <a:rPr lang="en" altLang="zh-CN" sz="2000" dirty="0"/>
              <a:t>C.</a:t>
            </a:r>
            <a:r>
              <a:rPr lang="zh-CN" altLang="en-US" sz="2000" dirty="0"/>
              <a:t>快  </a:t>
            </a:r>
            <a:r>
              <a:rPr lang="en" altLang="zh-CN" sz="2000" dirty="0"/>
              <a:t>D.</a:t>
            </a:r>
            <a:r>
              <a:rPr lang="zh-CN" altLang="en-US" sz="2000" dirty="0"/>
              <a:t>因为</a:t>
            </a:r>
            <a:r>
              <a:rPr lang="en-US" altLang="zh-CN" sz="2000" dirty="0"/>
              <a:t>……</a:t>
            </a:r>
            <a:r>
              <a:rPr lang="zh-CN" altLang="en-US" sz="2000" dirty="0"/>
              <a:t>所以</a:t>
            </a:r>
            <a:r>
              <a:rPr lang="en-US" altLang="zh-CN" sz="2000" dirty="0"/>
              <a:t>……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一点坏（处）也没有。</a:t>
            </a:r>
            <a:endParaRPr kumimoji="1" lang="zh-CN" alt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1">
            <a:extLst>
              <a:ext uri="{FF2B5EF4-FFF2-40B4-BE49-F238E27FC236}">
                <a16:creationId xmlns:a16="http://schemas.microsoft.com/office/drawing/2014/main" id="{DDA2B5D2-E1F2-4447-AB98-9278B91576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22753D-BECD-0246-BF31-53ECCBFC6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weather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A.</a:t>
            </a:r>
            <a:r>
              <a:rPr lang="zh-CN" altLang="en-US" sz="2000" dirty="0"/>
              <a:t>明白  </a:t>
            </a:r>
            <a:r>
              <a:rPr lang="en-US" altLang="zh-CN" sz="2000" dirty="0"/>
              <a:t>B.</a:t>
            </a:r>
            <a:r>
              <a:rPr lang="zh-CN" altLang="en-US" sz="2000" dirty="0"/>
              <a:t>天气  </a:t>
            </a:r>
            <a:r>
              <a:rPr lang="en-US" altLang="zh-CN" sz="2000" dirty="0"/>
              <a:t>C.</a:t>
            </a:r>
            <a:r>
              <a:rPr lang="zh-CN" altLang="en-US" sz="2000" dirty="0"/>
              <a:t>重要  </a:t>
            </a:r>
            <a:r>
              <a:rPr lang="en-US" altLang="zh-CN" sz="2000" dirty="0"/>
              <a:t>D.</a:t>
            </a:r>
            <a:r>
              <a:rPr lang="zh-CN" altLang="en-US" sz="2000" dirty="0"/>
              <a:t>运动 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A</a:t>
            </a:r>
            <a:r>
              <a:rPr lang="zh-CN" altLang="en-US" sz="2000" dirty="0">
                <a:solidFill>
                  <a:srgbClr val="000000"/>
                </a:solidFill>
              </a:rPr>
              <a:t>）冷了   </a:t>
            </a:r>
            <a:r>
              <a:rPr lang="en" altLang="zh-CN" sz="2000" dirty="0"/>
              <a:t>A.</a:t>
            </a:r>
            <a:r>
              <a:rPr lang="zh-CN" altLang="en-US" sz="2000" dirty="0"/>
              <a:t>天气  </a:t>
            </a:r>
            <a:r>
              <a:rPr lang="en" altLang="zh-CN" sz="2000" dirty="0"/>
              <a:t>B.</a:t>
            </a:r>
            <a:r>
              <a:rPr lang="zh-CN" altLang="en-US" sz="2000" dirty="0"/>
              <a:t>中间  </a:t>
            </a:r>
            <a:r>
              <a:rPr lang="en" altLang="zh-CN" sz="2000" dirty="0"/>
              <a:t>C.</a:t>
            </a:r>
            <a:r>
              <a:rPr lang="zh-CN" altLang="en-US" sz="2000" dirty="0"/>
              <a:t>检查  </a:t>
            </a:r>
            <a:r>
              <a:rPr lang="en" altLang="zh-CN" sz="2000" dirty="0"/>
              <a:t>D.</a:t>
            </a:r>
            <a:r>
              <a:rPr lang="zh-CN" altLang="en-US" sz="2000" dirty="0"/>
              <a:t>叔叔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C</a:t>
            </a:r>
            <a:r>
              <a:rPr lang="zh-CN" altLang="en-US" sz="2000" dirty="0">
                <a:solidFill>
                  <a:srgbClr val="000000"/>
                </a:solidFill>
              </a:rPr>
              <a:t>）怎么样   </a:t>
            </a:r>
            <a:r>
              <a:rPr lang="en" altLang="zh-CN" sz="2000" dirty="0"/>
              <a:t>A.</a:t>
            </a:r>
            <a:r>
              <a:rPr lang="zh-CN" altLang="en-US" sz="2000" dirty="0"/>
              <a:t>分钟  </a:t>
            </a:r>
            <a:r>
              <a:rPr lang="en" altLang="zh-CN" sz="2000" dirty="0"/>
              <a:t>B.</a:t>
            </a:r>
            <a:r>
              <a:rPr lang="zh-CN" altLang="en-US" sz="2000" dirty="0"/>
              <a:t>千  </a:t>
            </a:r>
            <a:r>
              <a:rPr lang="en" altLang="zh-CN" sz="2000" dirty="0"/>
              <a:t>C.</a:t>
            </a:r>
            <a:r>
              <a:rPr lang="zh-CN" altLang="en-US" sz="2000" dirty="0"/>
              <a:t>天气  </a:t>
            </a:r>
            <a:r>
              <a:rPr lang="en" altLang="zh-CN" sz="2000" dirty="0"/>
              <a:t>D.</a:t>
            </a:r>
            <a:r>
              <a:rPr lang="zh-CN" altLang="en-US" sz="2000" dirty="0"/>
              <a:t>相信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天（气）越来越冷了，注意别感冒。</a:t>
            </a:r>
            <a:endParaRPr kumimoji="1" lang="zh-CN" alt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>
            <a:extLst>
              <a:ext uri="{FF2B5EF4-FFF2-40B4-BE49-F238E27FC236}">
                <a16:creationId xmlns:a16="http://schemas.microsoft.com/office/drawing/2014/main" id="{C20C5C0E-11ED-FF45-88B6-45371557E3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2AD9F3-343C-0041-9A23-6A23588ED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key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变化  </a:t>
            </a:r>
            <a:r>
              <a:rPr lang="en-US" altLang="zh-CN" sz="2000" dirty="0"/>
              <a:t>B.</a:t>
            </a:r>
            <a:r>
              <a:rPr lang="zh-CN" altLang="en-US" sz="2000" dirty="0"/>
              <a:t>关键  </a:t>
            </a:r>
            <a:r>
              <a:rPr lang="en-US" altLang="zh-CN" sz="2000" dirty="0"/>
              <a:t>C.</a:t>
            </a:r>
            <a:r>
              <a:rPr lang="zh-CN" altLang="en-US" sz="2000" dirty="0"/>
              <a:t>便宜  </a:t>
            </a:r>
            <a:r>
              <a:rPr lang="en-US" altLang="zh-CN" sz="2000" dirty="0"/>
              <a:t>D.</a:t>
            </a:r>
            <a:r>
              <a:rPr lang="zh-CN" altLang="en-US" sz="2000" dirty="0"/>
              <a:t>机场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最（</a:t>
            </a:r>
            <a:r>
              <a:rPr lang="en-US" altLang="zh-CN" sz="2000" dirty="0">
                <a:solidFill>
                  <a:srgbClr val="000000"/>
                </a:solidFill>
              </a:rPr>
              <a:t>B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-US" altLang="zh-CN" sz="2000" dirty="0">
                <a:solidFill>
                  <a:srgbClr val="000000"/>
                </a:solidFill>
              </a:rPr>
              <a:t>  </a:t>
            </a:r>
            <a:r>
              <a:rPr lang="en-US" altLang="zh-CN" sz="2000" dirty="0"/>
              <a:t>A.</a:t>
            </a:r>
            <a:r>
              <a:rPr lang="zh-CN" altLang="en-US" sz="2000" dirty="0"/>
              <a:t>家</a:t>
            </a:r>
            <a:r>
              <a:rPr lang="en-US" altLang="zh-CN" sz="2000" dirty="0"/>
              <a:t>  B.</a:t>
            </a:r>
            <a:r>
              <a:rPr lang="zh-CN" altLang="en-US" sz="2000" dirty="0"/>
              <a:t>关键</a:t>
            </a:r>
            <a:r>
              <a:rPr lang="en-US" altLang="zh-CN" sz="2000" dirty="0"/>
              <a:t>  C.</a:t>
            </a:r>
            <a:r>
              <a:rPr lang="zh-CN" altLang="en-US" sz="2000" dirty="0"/>
              <a:t>出  </a:t>
            </a:r>
            <a:r>
              <a:rPr lang="en-US" altLang="zh-CN" sz="2000" dirty="0"/>
              <a:t>D.</a:t>
            </a:r>
            <a:r>
              <a:rPr lang="zh-CN" altLang="en-US" sz="2000" dirty="0"/>
              <a:t>啤酒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小雨：在我看来，赚钱多少不是最重要的，兴趣才是关（键）。</a:t>
            </a:r>
            <a:endParaRPr kumimoji="1" lang="zh-CN" alt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>
            <a:extLst>
              <a:ext uri="{FF2B5EF4-FFF2-40B4-BE49-F238E27FC236}">
                <a16:creationId xmlns:a16="http://schemas.microsoft.com/office/drawing/2014/main" id="{09399D2B-A28F-A44D-9159-8921351CA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79FA2C-73EF-3142-AB08-A10B5133E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" altLang="zh-CN" sz="2000" dirty="0">
                <a:solidFill>
                  <a:srgbClr val="000000"/>
                </a:solidFill>
              </a:rPr>
              <a:t>feel unhappy; feel sorry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贵  </a:t>
            </a:r>
            <a:r>
              <a:rPr lang="en-US" altLang="zh-CN" sz="2000" dirty="0"/>
              <a:t>B.</a:t>
            </a:r>
            <a:r>
              <a:rPr lang="zh-CN" altLang="en-US" sz="2000" dirty="0"/>
              <a:t>参加  </a:t>
            </a:r>
            <a:r>
              <a:rPr lang="en-US" altLang="zh-CN" sz="2000" dirty="0"/>
              <a:t>C.</a:t>
            </a:r>
            <a:r>
              <a:rPr lang="zh-CN" altLang="en-US" sz="2000" dirty="0"/>
              <a:t>健康  </a:t>
            </a:r>
            <a:r>
              <a:rPr lang="en-US" altLang="zh-CN" sz="2000" dirty="0"/>
              <a:t>D.</a:t>
            </a:r>
            <a:r>
              <a:rPr lang="zh-CN" altLang="en-US" sz="2000" dirty="0"/>
              <a:t>难受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多么（</a:t>
            </a:r>
            <a:r>
              <a:rPr lang="en-US" altLang="zh-CN" sz="2000" dirty="0">
                <a:solidFill>
                  <a:srgbClr val="000000"/>
                </a:solidFill>
              </a:rPr>
              <a:t>A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-US" altLang="zh-CN" sz="2000" dirty="0"/>
              <a:t>A.</a:t>
            </a:r>
            <a:r>
              <a:rPr lang="zh-CN" altLang="en-US" sz="2000" dirty="0"/>
              <a:t>难受</a:t>
            </a:r>
            <a:r>
              <a:rPr lang="en-US" altLang="zh-CN" sz="2000" dirty="0"/>
              <a:t>  B.</a:t>
            </a:r>
            <a:r>
              <a:rPr lang="zh-CN" altLang="en-US" sz="2000" dirty="0"/>
              <a:t>借</a:t>
            </a:r>
            <a:r>
              <a:rPr lang="en-US" altLang="zh-CN" sz="2000" dirty="0"/>
              <a:t>  C.</a:t>
            </a:r>
            <a:r>
              <a:rPr lang="zh-CN" altLang="en-US" sz="2000" dirty="0"/>
              <a:t>一共  </a:t>
            </a:r>
            <a:r>
              <a:rPr lang="en-US" altLang="zh-CN" sz="2000" dirty="0"/>
              <a:t>D.</a:t>
            </a:r>
            <a:r>
              <a:rPr lang="zh-CN" altLang="en-US" sz="2000" dirty="0"/>
              <a:t>左边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非常（</a:t>
            </a:r>
            <a:r>
              <a:rPr lang="en-US" altLang="zh-CN" sz="2000" dirty="0">
                <a:solidFill>
                  <a:srgbClr val="000000"/>
                </a:solidFill>
              </a:rPr>
              <a:t>B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-US" altLang="zh-CN" sz="2000" dirty="0"/>
              <a:t>A.</a:t>
            </a:r>
            <a:r>
              <a:rPr lang="zh-CN" altLang="en-US" sz="2000" dirty="0"/>
              <a:t>会议</a:t>
            </a:r>
            <a:r>
              <a:rPr lang="en-US" altLang="zh-CN" sz="2000" dirty="0"/>
              <a:t>  B.</a:t>
            </a:r>
            <a:r>
              <a:rPr lang="zh-CN" altLang="en-US" sz="2000" dirty="0"/>
              <a:t>难受</a:t>
            </a:r>
            <a:r>
              <a:rPr lang="en-US" altLang="zh-CN" sz="2000" dirty="0"/>
              <a:t>  C.</a:t>
            </a:r>
            <a:r>
              <a:rPr lang="zh-CN" altLang="en-US" sz="2000" dirty="0"/>
              <a:t>吃  </a:t>
            </a:r>
            <a:r>
              <a:rPr lang="en-US" altLang="zh-CN" sz="2000" dirty="0"/>
              <a:t>D.</a:t>
            </a:r>
            <a:r>
              <a:rPr lang="zh-CN" altLang="en-US" sz="2000" dirty="0"/>
              <a:t>说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</a:t>
            </a:r>
            <a:r>
              <a:rPr lang="zh-CN" altLang="en-US" sz="2000" dirty="0"/>
              <a:t>      </a:t>
            </a:r>
            <a:r>
              <a:rPr lang="en-US" altLang="zh-CN" sz="2000" dirty="0"/>
              <a:t>shou4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在你心里难（受）的时候，它会一直陪着你。</a:t>
            </a:r>
            <a:endParaRPr kumimoji="1" lang="zh-CN" alt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>
            <a:extLst>
              <a:ext uri="{FF2B5EF4-FFF2-40B4-BE49-F238E27FC236}">
                <a16:creationId xmlns:a16="http://schemas.microsoft.com/office/drawing/2014/main" id="{971B1034-C2CE-B241-920A-3A1E7139B6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F0BE18-2434-424C-A803-AD7E9FA95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</a:t>
            </a:r>
            <a:r>
              <a:rPr lang="en" altLang="zh-CN" sz="2000" dirty="0"/>
              <a:t> become;</a:t>
            </a:r>
            <a:r>
              <a:rPr lang="zh-CN" altLang="en-US" sz="2000" dirty="0"/>
              <a:t> </a:t>
            </a:r>
            <a:r>
              <a:rPr lang="en" altLang="zh-CN" sz="2000" dirty="0"/>
              <a:t>turn into </a:t>
            </a:r>
            <a:r>
              <a:rPr lang="zh-CN" altLang="en-US" sz="2000" dirty="0"/>
              <a:t>    </a:t>
            </a:r>
            <a:r>
              <a:rPr lang="en-US" altLang="zh-CN" sz="2000" dirty="0"/>
              <a:t>A.</a:t>
            </a:r>
            <a:r>
              <a:rPr lang="zh-CN" altLang="en-US" sz="2000" dirty="0"/>
              <a:t>刻  </a:t>
            </a:r>
            <a:r>
              <a:rPr lang="en-US" altLang="zh-CN" sz="2000" dirty="0"/>
              <a:t>B.</a:t>
            </a:r>
            <a:r>
              <a:rPr lang="zh-CN" altLang="en-US" sz="2000" dirty="0"/>
              <a:t>几乎  </a:t>
            </a:r>
            <a:r>
              <a:rPr lang="en-US" altLang="zh-CN" sz="2000" dirty="0"/>
              <a:t>C.</a:t>
            </a:r>
            <a:r>
              <a:rPr lang="zh-CN" altLang="en-US" sz="2000" dirty="0"/>
              <a:t>去年  </a:t>
            </a:r>
            <a:r>
              <a:rPr lang="en-US" altLang="zh-CN" sz="2000" dirty="0"/>
              <a:t>D.</a:t>
            </a:r>
            <a:r>
              <a:rPr lang="zh-CN" altLang="en-US" sz="2000" dirty="0"/>
              <a:t>成为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已经（</a:t>
            </a:r>
            <a:r>
              <a:rPr lang="en-US" altLang="zh-CN" sz="2000" dirty="0"/>
              <a:t>C</a:t>
            </a:r>
            <a:r>
              <a:rPr lang="zh-CN" altLang="en-US" sz="2000" dirty="0"/>
              <a:t>）   </a:t>
            </a:r>
            <a:r>
              <a:rPr lang="en-US" altLang="zh-CN" sz="2000" dirty="0"/>
              <a:t>A.</a:t>
            </a:r>
            <a:r>
              <a:rPr lang="zh-CN" altLang="en-US" sz="2000" dirty="0"/>
              <a:t>女  </a:t>
            </a:r>
            <a:r>
              <a:rPr lang="en-US" altLang="zh-CN" sz="2000" dirty="0"/>
              <a:t>B.</a:t>
            </a:r>
            <a:r>
              <a:rPr lang="zh-CN" altLang="en-US" sz="2000" dirty="0"/>
              <a:t>音乐</a:t>
            </a:r>
            <a:r>
              <a:rPr lang="en-US" altLang="zh-CN" sz="2000" dirty="0"/>
              <a:t>  C.</a:t>
            </a:r>
            <a:r>
              <a:rPr lang="zh-CN" altLang="en-US" sz="2000" dirty="0"/>
              <a:t>成为  </a:t>
            </a:r>
            <a:r>
              <a:rPr lang="en-US" altLang="zh-CN" sz="2000" dirty="0"/>
              <a:t>D.</a:t>
            </a:r>
            <a:r>
              <a:rPr lang="zh-CN" altLang="en-US" sz="2000" dirty="0"/>
              <a:t>一会儿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诸位，万页书可以使你成（为）一个学者了。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>
            <a:extLst>
              <a:ext uri="{FF2B5EF4-FFF2-40B4-BE49-F238E27FC236}">
                <a16:creationId xmlns:a16="http://schemas.microsoft.com/office/drawing/2014/main" id="{4814CB68-BAE6-9F4F-B5EB-3273EC2BE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DECFE9-91F5-1244-B1D4-495428ED7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</a:t>
            </a:r>
            <a:r>
              <a:rPr lang="en" altLang="zh-CN" sz="2000" dirty="0"/>
              <a:t> appear;</a:t>
            </a:r>
            <a:r>
              <a:rPr lang="zh-CN" altLang="en-US" sz="2000" dirty="0"/>
              <a:t> </a:t>
            </a:r>
            <a:r>
              <a:rPr lang="en" altLang="zh-CN" sz="2000" dirty="0"/>
              <a:t>arise;</a:t>
            </a:r>
            <a:r>
              <a:rPr lang="zh-CN" altLang="en-US" sz="2000" dirty="0"/>
              <a:t> </a:t>
            </a:r>
            <a:r>
              <a:rPr lang="en" altLang="zh-CN" sz="2000" dirty="0"/>
              <a:t>emerge</a:t>
            </a: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朋友  </a:t>
            </a:r>
            <a:r>
              <a:rPr lang="en-US" altLang="zh-CN" sz="2000" dirty="0"/>
              <a:t>B.</a:t>
            </a:r>
            <a:r>
              <a:rPr lang="zh-CN" altLang="en-US" sz="2000" dirty="0"/>
              <a:t>照相机  </a:t>
            </a:r>
            <a:r>
              <a:rPr lang="en-US" altLang="zh-CN" sz="2000" dirty="0"/>
              <a:t>C.</a:t>
            </a:r>
            <a:r>
              <a:rPr lang="zh-CN" altLang="en-US" sz="2000" dirty="0"/>
              <a:t>着  </a:t>
            </a:r>
            <a:r>
              <a:rPr lang="en-US" altLang="zh-CN" sz="2000" dirty="0"/>
              <a:t>D.</a:t>
            </a:r>
            <a:r>
              <a:rPr lang="zh-CN" altLang="en-US" sz="2000" dirty="0"/>
              <a:t>出现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突然（</a:t>
            </a:r>
            <a:r>
              <a:rPr lang="en-US" altLang="zh-CN" sz="2000" dirty="0"/>
              <a:t>C</a:t>
            </a:r>
            <a:r>
              <a:rPr lang="zh-CN" altLang="en-US" sz="2000" dirty="0"/>
              <a:t>）   </a:t>
            </a:r>
            <a:r>
              <a:rPr lang="en-US" altLang="zh-CN" sz="2000" dirty="0"/>
              <a:t>A.</a:t>
            </a:r>
            <a:r>
              <a:rPr lang="zh-CN" altLang="en-US" sz="2000" dirty="0"/>
              <a:t>花（动词）  </a:t>
            </a:r>
            <a:r>
              <a:rPr lang="en-US" altLang="zh-CN" sz="2000" dirty="0"/>
              <a:t>B.</a:t>
            </a:r>
            <a:r>
              <a:rPr lang="zh-CN" altLang="en-US" sz="2000" dirty="0"/>
              <a:t>超市</a:t>
            </a:r>
            <a:r>
              <a:rPr lang="en-US" altLang="zh-CN" sz="2000" dirty="0"/>
              <a:t>  C.</a:t>
            </a:r>
            <a:r>
              <a:rPr lang="zh-CN" altLang="en-US" sz="2000" dirty="0"/>
              <a:t>出现  </a:t>
            </a:r>
            <a:r>
              <a:rPr lang="en-US" altLang="zh-CN" sz="2000" dirty="0"/>
              <a:t>D.</a:t>
            </a:r>
            <a:r>
              <a:rPr lang="zh-CN" altLang="en-US" sz="2000" dirty="0"/>
              <a:t>班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经常（</a:t>
            </a:r>
            <a:r>
              <a:rPr lang="en-US" altLang="zh-CN" sz="2000" dirty="0"/>
              <a:t>D</a:t>
            </a:r>
            <a:r>
              <a:rPr lang="zh-CN" altLang="en-US" sz="2000" dirty="0"/>
              <a:t>）  </a:t>
            </a:r>
            <a:r>
              <a:rPr lang="en-US" altLang="zh-CN" sz="2000" dirty="0"/>
              <a:t>A.</a:t>
            </a:r>
            <a:r>
              <a:rPr lang="zh-CN" altLang="en-US" sz="2000" dirty="0"/>
              <a:t>等（动词）  </a:t>
            </a:r>
            <a:r>
              <a:rPr lang="en-US" altLang="zh-CN" sz="2000" dirty="0"/>
              <a:t>B.</a:t>
            </a:r>
            <a:r>
              <a:rPr lang="zh-CN" altLang="en-US" sz="2000" dirty="0"/>
              <a:t>红</a:t>
            </a:r>
            <a:r>
              <a:rPr lang="en-US" altLang="zh-CN" sz="2000" dirty="0"/>
              <a:t>  C.</a:t>
            </a:r>
            <a:r>
              <a:rPr lang="zh-CN" altLang="en-US" sz="2000" dirty="0"/>
              <a:t>世界  </a:t>
            </a:r>
            <a:r>
              <a:rPr lang="en-US" altLang="zh-CN" sz="2000" dirty="0"/>
              <a:t>D.</a:t>
            </a:r>
            <a:r>
              <a:rPr lang="zh-CN" altLang="en-US" sz="2000" dirty="0"/>
              <a:t>出现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不愿意发生的事情终于出（现）了。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>
            <a:extLst>
              <a:ext uri="{FF2B5EF4-FFF2-40B4-BE49-F238E27FC236}">
                <a16:creationId xmlns:a16="http://schemas.microsoft.com/office/drawing/2014/main" id="{172DA6CF-B9F1-3F4D-995F-A25886D89B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984B92-7E73-A04E-A747-8CDFFAD44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A</a:t>
            </a:r>
            <a:r>
              <a:rPr lang="zh-CN" altLang="en-US" sz="2000" dirty="0"/>
              <a:t>）</a:t>
            </a:r>
            <a:r>
              <a:rPr lang="en" altLang="zh-CN" sz="2000" dirty="0"/>
              <a:t> that time</a:t>
            </a:r>
            <a:r>
              <a:rPr lang="zh-CN" altLang="en-US" sz="2000" dirty="0"/>
              <a:t>    </a:t>
            </a:r>
            <a:r>
              <a:rPr lang="en-US" altLang="zh-CN" sz="2000" dirty="0"/>
              <a:t>A.</a:t>
            </a:r>
            <a:r>
              <a:rPr lang="zh-CN" altLang="en-US" sz="2000" dirty="0"/>
              <a:t>当时  </a:t>
            </a:r>
            <a:r>
              <a:rPr lang="en-US" altLang="zh-CN" sz="2000" dirty="0"/>
              <a:t>B.</a:t>
            </a:r>
            <a:r>
              <a:rPr lang="zh-CN" altLang="en-US" sz="2000" dirty="0"/>
              <a:t>新闻  </a:t>
            </a:r>
            <a:r>
              <a:rPr lang="en-US" altLang="zh-CN" sz="2000" dirty="0"/>
              <a:t>C.</a:t>
            </a:r>
            <a:r>
              <a:rPr lang="zh-CN" altLang="en-US" sz="2000" dirty="0"/>
              <a:t>明白  </a:t>
            </a:r>
            <a:r>
              <a:rPr lang="en-US" altLang="zh-CN" sz="2000" dirty="0"/>
              <a:t>D.</a:t>
            </a:r>
            <a:r>
              <a:rPr lang="zh-CN" altLang="en-US" sz="2000" dirty="0"/>
              <a:t>提高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当（时）我还不懂是什么意思。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E41053FE-6C01-5B44-BED7-A0E00FF7BB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56CE0C-92CB-274F-B6E8-78DD6E554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）</a:t>
            </a:r>
            <a:r>
              <a:rPr lang="en" altLang="zh-CN" sz="2000" dirty="0"/>
              <a:t>circumstances;</a:t>
            </a:r>
            <a:r>
              <a:rPr lang="zh-CN" altLang="en-US" sz="2000" dirty="0"/>
              <a:t> </a:t>
            </a:r>
            <a:r>
              <a:rPr lang="en" altLang="zh-CN" sz="2000" dirty="0"/>
              <a:t>situation;</a:t>
            </a:r>
            <a:r>
              <a:rPr lang="zh-CN" altLang="en-US" sz="2000" dirty="0"/>
              <a:t> </a:t>
            </a:r>
            <a:r>
              <a:rPr lang="en" altLang="zh-CN" sz="2000" dirty="0"/>
              <a:t>condition </a:t>
            </a:r>
            <a:r>
              <a:rPr lang="zh-CN" altLang="en-US" sz="2000" dirty="0"/>
              <a:t> </a:t>
            </a:r>
            <a:r>
              <a:rPr lang="en-US" altLang="zh-CN" sz="2000" dirty="0"/>
              <a:t>A.</a:t>
            </a:r>
            <a:r>
              <a:rPr lang="zh-CN" altLang="en-US" sz="2000" dirty="0"/>
              <a:t>十  </a:t>
            </a:r>
            <a:r>
              <a:rPr lang="en-US" altLang="zh-CN" sz="2000" dirty="0"/>
              <a:t>B.</a:t>
            </a:r>
            <a:r>
              <a:rPr lang="zh-CN" altLang="en-US" sz="2000" dirty="0"/>
              <a:t>米  </a:t>
            </a:r>
            <a:r>
              <a:rPr lang="en-US" altLang="zh-CN" sz="2000" dirty="0"/>
              <a:t>C.</a:t>
            </a:r>
            <a:r>
              <a:rPr lang="zh-CN" altLang="en-US" sz="2000" dirty="0"/>
              <a:t>情况  </a:t>
            </a:r>
            <a:r>
              <a:rPr lang="en-US" altLang="zh-CN" sz="2000" dirty="0"/>
              <a:t>D.</a:t>
            </a:r>
            <a:r>
              <a:rPr lang="zh-CN" altLang="en-US" sz="2000" dirty="0"/>
              <a:t>妈妈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）怎么样   </a:t>
            </a:r>
            <a:r>
              <a:rPr lang="en-US" altLang="zh-CN" sz="2000" dirty="0"/>
              <a:t>A.</a:t>
            </a:r>
            <a:r>
              <a:rPr lang="zh-CN" altLang="en-US" sz="2000" dirty="0"/>
              <a:t>电脑  </a:t>
            </a:r>
            <a:r>
              <a:rPr lang="en-US" altLang="zh-CN" sz="2000" dirty="0"/>
              <a:t>B.</a:t>
            </a:r>
            <a:r>
              <a:rPr lang="zh-CN" altLang="en-US" sz="2000" dirty="0"/>
              <a:t>机场</a:t>
            </a:r>
            <a:r>
              <a:rPr lang="en-US" altLang="zh-CN" sz="2000" dirty="0"/>
              <a:t>  C.</a:t>
            </a:r>
            <a:r>
              <a:rPr lang="zh-CN" altLang="en-US" sz="2000" dirty="0"/>
              <a:t>经过  </a:t>
            </a:r>
            <a:r>
              <a:rPr lang="en-US" altLang="zh-CN" sz="2000" dirty="0"/>
              <a:t>D.</a:t>
            </a:r>
            <a:r>
              <a:rPr lang="zh-CN" altLang="en-US" sz="2000" dirty="0"/>
              <a:t>情况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了解（</a:t>
            </a:r>
            <a:r>
              <a:rPr lang="en-US" altLang="zh-CN" sz="2000" dirty="0"/>
              <a:t>A</a:t>
            </a:r>
            <a:r>
              <a:rPr lang="zh-CN" altLang="en-US" sz="2000" dirty="0"/>
              <a:t>）   </a:t>
            </a:r>
            <a:r>
              <a:rPr lang="en-US" altLang="zh-CN" sz="2000" dirty="0"/>
              <a:t>A.</a:t>
            </a:r>
            <a:r>
              <a:rPr lang="zh-CN" altLang="en-US" sz="2000" dirty="0"/>
              <a:t> 情况  </a:t>
            </a:r>
            <a:r>
              <a:rPr lang="en-US" altLang="zh-CN" sz="2000" dirty="0"/>
              <a:t>B.</a:t>
            </a:r>
            <a:r>
              <a:rPr lang="zh-CN" altLang="en-US" sz="2000" dirty="0"/>
              <a:t>刚才</a:t>
            </a:r>
            <a:r>
              <a:rPr lang="en-US" altLang="zh-CN" sz="2000" dirty="0"/>
              <a:t>  C.</a:t>
            </a:r>
            <a:r>
              <a:rPr lang="zh-CN" altLang="en-US" sz="2000" dirty="0"/>
              <a:t>生病  </a:t>
            </a:r>
            <a:r>
              <a:rPr lang="en-US" altLang="zh-CN" sz="2000" dirty="0"/>
              <a:t>D.</a:t>
            </a:r>
            <a:r>
              <a:rPr lang="zh-CN" altLang="en-US" sz="2000" dirty="0"/>
              <a:t>热情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第三，必须要根据自己的健康情（况）运动。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正文">
  <a:themeElements>
    <a:clrScheme name="正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正文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正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首页">
  <a:themeElements>
    <a:clrScheme name="首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首页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首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致谢">
  <a:themeElements>
    <a:clrScheme name="致谢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致谢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致谢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762</Words>
  <Application>Microsoft Macintosh PowerPoint</Application>
  <PresentationFormat>全屏显示(4:3)</PresentationFormat>
  <Paragraphs>101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正文</vt:lpstr>
      <vt:lpstr>首页</vt:lpstr>
      <vt:lpstr>致谢</vt:lpstr>
      <vt:lpstr>第四次学习答案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康 正伟</cp:lastModifiedBy>
  <cp:revision>20</cp:revision>
  <cp:lastPrinted>1601-01-01T00:00:00Z</cp:lastPrinted>
  <dcterms:created xsi:type="dcterms:W3CDTF">1601-01-01T00:00:00Z</dcterms:created>
  <dcterms:modified xsi:type="dcterms:W3CDTF">2022-04-24T08:23:52Z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