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362" r:id="rId5"/>
    <p:sldId id="292" r:id="rId6"/>
    <p:sldId id="395" r:id="rId7"/>
    <p:sldId id="397" r:id="rId8"/>
    <p:sldId id="330" r:id="rId9"/>
    <p:sldId id="332" r:id="rId10"/>
    <p:sldId id="260" r:id="rId1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50" autoAdjust="0"/>
  </p:normalViewPr>
  <p:slideViewPr>
    <p:cSldViewPr>
      <p:cViewPr varScale="1">
        <p:scale>
          <a:sx n="120" d="100"/>
          <a:sy n="120" d="100"/>
        </p:scale>
        <p:origin x="14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8E4E4-CD3F-36FE-638F-158E5D758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4BCF24-C30E-D82D-3B62-0733AF80F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8414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E4C3B-4373-39AC-AF01-5B13DC48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7FB5D5-753C-A47C-2DCE-467AA28E8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04012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C4E90-CF89-DF32-6009-F55F926F0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4F8113-B356-E6D8-3D8F-358F7C5F1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777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199C3-9875-D93E-374A-D3BEF138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3E654-735B-79A9-195A-F113AAA61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B7D53E-7797-644D-8182-72C932707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99865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E385E-A8DF-5695-6DC1-BDDB4E9A3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5140C5-D517-20B9-696B-D3D2F656E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C4A438-466F-A53E-6A25-8E205C2DD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A7EEAE-77E0-CB06-EE8B-8C884423A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F9E484-1254-AA8F-E93E-77711A74A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731033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54597-26AB-01CB-B7FF-0294841B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2554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648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6D2D3-7174-E698-6A65-927181611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A022E1-AB6C-5630-114B-F1FCC4756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1BF4E7-B453-22AF-08CB-2FD0D9DB3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29829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714DF-DC98-22F4-20CF-98BCE5977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F10FBF-8915-AECF-34AB-A5AE8B9D9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0D2DF3-C527-A30E-D1B5-72C31FA80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7536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C02F6A-C42C-84D9-EA93-F211D670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B3A290-9ABB-5F4D-3A59-0243E4E06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44989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69A65E-1830-73E3-242B-95C8A40A5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7142AB-4A25-E10D-0BF5-3424D00B5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892767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5C6E9-E104-186D-B48A-6B8FF7248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CA8C71-C6D7-012D-7439-E4F51957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833893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D3D5E-12FD-7ED9-5FED-7D98F16C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81B5F8-596E-9CE1-7CBC-C5555E351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25441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04F7A2-95C8-1775-E54C-21BE505F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8238BA-CFB0-3F8E-B1A0-0CB49B01B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98182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B748-DEBC-36BC-7751-9956D002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25E0DA-6A1A-8735-F9B0-20C20C2CF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3AC9A8-3290-8FD8-7D72-D2C77E0FB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42976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B73D0D-6FB2-B010-FDF7-2C36AFE2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D0D6B6-8F93-2237-6F44-55BD1CC8A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FF8427-8FCF-7FA6-8C56-24532DE6E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D7812F-B325-DA94-D7A4-789702099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F19848-00E5-4BCD-D9F8-F20EC0B87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33010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B7335-9EA1-828D-884D-40072BEF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722819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3961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98906C-C2AB-E9D6-42BD-6A825E97C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77BD26-480A-3FE1-3672-CFC16C69D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A6D62B-2B8D-E79F-566C-C20244164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36917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D7D7C-56EE-AEF0-DF19-5A43496F0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EB0836-E3AF-AAED-26FC-AC9E8E7D5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147FAC-3AE3-3FB6-3389-948DEDBB0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336537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32B19-C405-5CCB-9DC6-611AC693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D73A47-D439-8EB4-CD4D-3DA04100A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25528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944DDE-7D6B-160C-53AC-A4CB181D8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E553B6-0CFF-0604-BAD7-53CEEF489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380181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B2ED3-9820-07CF-A323-F39B2E4BE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B5D4B6-69BD-201E-7940-906D15D79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50080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81605-7514-F76A-7BED-45B1967E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3CC562-4BB9-B9F1-F793-2CECE40F7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0312084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1DDAC-170C-2E01-920F-7782AE98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6162B2-6604-0996-D66F-700B90A66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43335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66F3F-F0FD-D49D-4508-503076A76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46253-7A18-D7B8-4BFB-E03E56640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E55091-E579-DA2B-F36C-DA56AD42C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0110435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57D68-4CCE-6E34-4CB4-7BB1BAF21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1D332E-9D29-DBC0-4126-4904D500F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CDCB2A-88AB-2078-9FAA-FD43329ED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68189A-DC69-CA94-03EB-DD55D7014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D51D7D-CDA4-DE72-DB8A-E9E74574E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72552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C7A94-9E53-7ADC-CB7B-7FE63028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239374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7383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34868-C112-6D43-8779-2BB6D532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F6F2B-9E23-67B1-8BC9-118DA68CC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0CDCD7-E157-FBDD-B6B7-6C20CD300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988218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9D58A6-2254-68C9-4B18-A8F416C87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891E37-317E-00D7-1BB8-F2C5A8FA4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23912B-A247-6983-34C4-AAB215676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768156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20289-862F-4690-5D70-88E4ECE9D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B6FCD9-ACB7-B3CD-A6F9-AE5D8D7E9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09492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F88EA7-BFBF-28A5-9A40-0FB7D5B81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3F5A02-BD03-42C5-76F8-BBB8F66C0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207280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9" name="Picture 9">
            <a:extLst>
              <a:ext uri="{FF2B5EF4-FFF2-40B4-BE49-F238E27FC236}">
                <a16:creationId xmlns:a16="http://schemas.microsoft.com/office/drawing/2014/main" id="{16832D3D-FA86-6620-6345-BCD25ACED1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E8EE21A7-23FE-21B2-8D40-2841F4B86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778CC15-9120-A292-6375-404A614FB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>
            <a:extLst>
              <a:ext uri="{FF2B5EF4-FFF2-40B4-BE49-F238E27FC236}">
                <a16:creationId xmlns:a16="http://schemas.microsoft.com/office/drawing/2014/main" id="{68949EC5-0B5C-969E-B6BC-E14D097E46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1">
            <a:extLst>
              <a:ext uri="{FF2B5EF4-FFF2-40B4-BE49-F238E27FC236}">
                <a16:creationId xmlns:a16="http://schemas.microsoft.com/office/drawing/2014/main" id="{4EAFC7F7-6F15-BC74-CCEB-6B73621E1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2" name="Picture 8">
            <a:extLst>
              <a:ext uri="{FF2B5EF4-FFF2-40B4-BE49-F238E27FC236}">
                <a16:creationId xmlns:a16="http://schemas.microsoft.com/office/drawing/2014/main" id="{EDF69F70-181B-6950-88F6-39EE5F3CA4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D6873F6-AC0E-E47B-07E4-0626F1613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第六次学习答案</a:t>
            </a: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30AF8D4C-7930-F64A-A244-25C47DB23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00DF3F-0328-B741-A429-EDCC0F3A8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business; trade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意思  </a:t>
            </a:r>
            <a:r>
              <a:rPr lang="en-US" altLang="zh-CN" sz="2000" dirty="0"/>
              <a:t>B.</a:t>
            </a:r>
            <a:r>
              <a:rPr lang="zh-CN" altLang="en-US" sz="2000" dirty="0"/>
              <a:t>新闻  </a:t>
            </a:r>
            <a:r>
              <a:rPr lang="en-US" altLang="zh-CN" sz="2000" dirty="0"/>
              <a:t>C.</a:t>
            </a:r>
            <a:r>
              <a:rPr lang="zh-CN" altLang="en-US" sz="2000" dirty="0"/>
              <a:t>唱歌  </a:t>
            </a:r>
            <a:r>
              <a:rPr lang="en-US" altLang="zh-CN" sz="2000" dirty="0"/>
              <a:t>D.</a:t>
            </a:r>
            <a:r>
              <a:rPr lang="zh-CN" altLang="en-US" sz="2000" dirty="0"/>
              <a:t>生意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做（</a:t>
            </a:r>
            <a:r>
              <a:rPr lang="en-US" altLang="zh-CN" sz="2000" dirty="0"/>
              <a:t>C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近</a:t>
            </a:r>
            <a:r>
              <a:rPr lang="en-US" altLang="zh-CN" sz="2000" dirty="0"/>
              <a:t>  B.</a:t>
            </a:r>
            <a:r>
              <a:rPr lang="zh-CN" altLang="en-US" sz="2000" dirty="0"/>
              <a:t>公司 </a:t>
            </a:r>
            <a:r>
              <a:rPr lang="en-US" altLang="zh-CN" sz="2000" dirty="0"/>
              <a:t> C.</a:t>
            </a:r>
            <a:r>
              <a:rPr lang="zh-CN" altLang="en-US" sz="2000" dirty="0"/>
              <a:t>生意 </a:t>
            </a:r>
            <a:r>
              <a:rPr lang="en-US" altLang="zh-CN" sz="2000" dirty="0"/>
              <a:t>D.</a:t>
            </a:r>
            <a:r>
              <a:rPr lang="zh-CN" altLang="en-US" sz="2000" dirty="0"/>
              <a:t>新鲜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）好极了  </a:t>
            </a:r>
            <a:r>
              <a:rPr lang="en-US" altLang="zh-CN" sz="2000" dirty="0"/>
              <a:t>A. </a:t>
            </a:r>
            <a:r>
              <a:rPr lang="zh-CN" altLang="en-US" sz="2000" dirty="0"/>
              <a:t>万 </a:t>
            </a:r>
            <a:r>
              <a:rPr lang="en-US" altLang="zh-CN" sz="2000" dirty="0"/>
              <a:t> B.</a:t>
            </a:r>
            <a:r>
              <a:rPr lang="zh-CN" altLang="en-US" sz="2000" dirty="0"/>
              <a:t>不 </a:t>
            </a:r>
            <a:r>
              <a:rPr lang="en-US" altLang="zh-CN" sz="2000" dirty="0"/>
              <a:t> C.</a:t>
            </a:r>
            <a:r>
              <a:rPr lang="zh-CN" altLang="en-US" sz="2000" dirty="0"/>
              <a:t>黑 </a:t>
            </a:r>
            <a:r>
              <a:rPr lang="en-US" altLang="zh-CN" sz="2000" dirty="0"/>
              <a:t>D.</a:t>
            </a:r>
            <a:r>
              <a:rPr lang="zh-CN" altLang="en-US" sz="2000" dirty="0"/>
              <a:t>生意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 </a:t>
            </a:r>
            <a:r>
              <a:rPr lang="en-US" altLang="zh-CN" sz="2000" dirty="0"/>
              <a:t>yi4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生（意）就这样成了。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D64FF698-6035-6941-A481-F7820C4978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53E04D-C20B-1C42-AF69-06B5F7774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part;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section;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share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上  </a:t>
            </a:r>
            <a:r>
              <a:rPr lang="en-US" altLang="zh-CN" sz="2000" dirty="0"/>
              <a:t>B.</a:t>
            </a:r>
            <a:r>
              <a:rPr lang="zh-CN" altLang="en-US" sz="2000" dirty="0"/>
              <a:t>部分  </a:t>
            </a:r>
            <a:r>
              <a:rPr lang="en-US" altLang="zh-CN" sz="2000" dirty="0"/>
              <a:t>C.</a:t>
            </a:r>
            <a:r>
              <a:rPr lang="zh-CN" altLang="en-US" sz="2000" dirty="0"/>
              <a:t>准备  </a:t>
            </a:r>
            <a:r>
              <a:rPr lang="en-US" altLang="zh-CN" sz="2000" dirty="0"/>
              <a:t>D.</a:t>
            </a:r>
            <a:r>
              <a:rPr lang="zh-CN" altLang="en-US" sz="2000" dirty="0"/>
              <a:t>手机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分为几</a:t>
            </a: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   </a:t>
            </a:r>
            <a:r>
              <a:rPr lang="en-US" altLang="zh-CN" sz="2000" dirty="0"/>
              <a:t>A.</a:t>
            </a:r>
            <a:r>
              <a:rPr lang="zh-CN" altLang="en-US" sz="2000" dirty="0"/>
              <a:t>打篮球</a:t>
            </a:r>
            <a:r>
              <a:rPr lang="en-US" altLang="zh-CN" sz="2000" dirty="0"/>
              <a:t>  B.</a:t>
            </a:r>
            <a:r>
              <a:rPr lang="zh-CN" altLang="en-US" sz="2000" dirty="0"/>
              <a:t>来 </a:t>
            </a:r>
            <a:r>
              <a:rPr lang="en-US" altLang="zh-CN" sz="2000" dirty="0"/>
              <a:t> C.</a:t>
            </a:r>
            <a:r>
              <a:rPr lang="zh-CN" altLang="en-US" sz="2000" dirty="0"/>
              <a:t>部分 </a:t>
            </a:r>
            <a:r>
              <a:rPr lang="en-US" altLang="zh-CN" sz="2000" dirty="0"/>
              <a:t>D.</a:t>
            </a:r>
            <a:r>
              <a:rPr lang="zh-CN" altLang="en-US" sz="2000" dirty="0"/>
              <a:t>环境</a:t>
            </a: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他完成了自己的那部（分）工作。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>
            <a:extLst>
              <a:ext uri="{FF2B5EF4-FFF2-40B4-BE49-F238E27FC236}">
                <a16:creationId xmlns:a16="http://schemas.microsoft.com/office/drawing/2014/main" id="{6AF8F7BE-CF6E-FA4F-8A08-AF7D4ED87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E34DAD-F0CA-E243-BFD2-F6007D645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scenery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景色  </a:t>
            </a:r>
            <a:r>
              <a:rPr lang="en" altLang="zh-CN" sz="2000" dirty="0"/>
              <a:t>B.</a:t>
            </a:r>
            <a:r>
              <a:rPr lang="zh-CN" altLang="en-US" sz="2000" dirty="0"/>
              <a:t>了解   </a:t>
            </a:r>
            <a:r>
              <a:rPr lang="en" altLang="zh-CN" sz="2000" dirty="0"/>
              <a:t>C.</a:t>
            </a:r>
            <a:r>
              <a:rPr lang="zh-CN" altLang="en-US" sz="2000" dirty="0"/>
              <a:t>满意   </a:t>
            </a:r>
            <a:r>
              <a:rPr lang="en" altLang="zh-CN" sz="2000" dirty="0"/>
              <a:t>D.</a:t>
            </a:r>
            <a:r>
              <a:rPr lang="zh-CN" altLang="en-US" sz="2000" dirty="0"/>
              <a:t>对不起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小夏：这里的景（色）真美，空气也好。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EB7D5435-9FE4-1F48-8B89-A1A236680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35E4D9-D439-ED47-ADAA-55ABE6355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traffic jam; heavy traffic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endParaRPr lang="en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多么  </a:t>
            </a:r>
            <a:r>
              <a:rPr lang="en" altLang="zh-CN" sz="2000" dirty="0"/>
              <a:t>B.</a:t>
            </a:r>
            <a:r>
              <a:rPr lang="zh-CN" altLang="en-US" sz="2000" dirty="0"/>
              <a:t>堵车  </a:t>
            </a:r>
            <a:r>
              <a:rPr lang="en" altLang="zh-CN" sz="2000" dirty="0"/>
              <a:t>C.</a:t>
            </a:r>
            <a:r>
              <a:rPr lang="zh-CN" altLang="en-US" sz="2000" dirty="0"/>
              <a:t>班  </a:t>
            </a:r>
            <a:r>
              <a:rPr lang="en" altLang="zh-CN" sz="2000" dirty="0"/>
              <a:t>D.</a:t>
            </a:r>
            <a:r>
              <a:rPr lang="zh-CN" altLang="en-US" sz="2000" dirty="0"/>
              <a:t>绿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经常（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  </a:t>
            </a:r>
            <a:r>
              <a:rPr lang="en" altLang="zh-CN" sz="2000" dirty="0"/>
              <a:t>A.</a:t>
            </a:r>
            <a:r>
              <a:rPr lang="zh-CN" altLang="en-US" sz="2000" dirty="0"/>
              <a:t>刻   </a:t>
            </a:r>
            <a:r>
              <a:rPr lang="en" altLang="zh-CN" sz="2000" dirty="0"/>
              <a:t>B.</a:t>
            </a:r>
            <a:r>
              <a:rPr lang="zh-CN" altLang="en-US" sz="2000" dirty="0"/>
              <a:t>新鲜  </a:t>
            </a:r>
            <a:r>
              <a:rPr lang="en" altLang="zh-CN" sz="2000" dirty="0"/>
              <a:t>C.</a:t>
            </a:r>
            <a:r>
              <a:rPr lang="zh-CN" altLang="en-US" sz="2000" dirty="0"/>
              <a:t>堵车  </a:t>
            </a:r>
            <a:r>
              <a:rPr lang="en" altLang="zh-CN" sz="2000" dirty="0"/>
              <a:t>D.</a:t>
            </a:r>
            <a:r>
              <a:rPr lang="zh-CN" altLang="en-US" sz="2000" dirty="0"/>
              <a:t>地图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</a:t>
            </a:r>
            <a:r>
              <a:rPr lang="zh-CN" altLang="en-US" sz="2000" dirty="0"/>
              <a:t>          </a:t>
            </a:r>
            <a:r>
              <a:rPr lang="en-US" altLang="zh-CN" sz="2000" dirty="0"/>
              <a:t>che1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王静：那个时间路上堵（车）多严重啊，你还是坐地铁去机场吧。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B1CBBB8F-2716-FA44-A445-A91B0F602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0BFB5-ED6D-6842-B483-90FE1908D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grammar 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语法  </a:t>
            </a:r>
            <a:r>
              <a:rPr lang="en" altLang="zh-CN" sz="2000" dirty="0"/>
              <a:t>B.</a:t>
            </a:r>
            <a:r>
              <a:rPr lang="zh-CN" altLang="en-US" sz="2000" dirty="0"/>
              <a:t>分钟  </a:t>
            </a:r>
            <a:r>
              <a:rPr lang="en" altLang="zh-CN" sz="2000" dirty="0"/>
              <a:t>C.</a:t>
            </a:r>
            <a:r>
              <a:rPr lang="zh-CN" altLang="en-US" sz="2000" dirty="0"/>
              <a:t>结婚  </a:t>
            </a:r>
            <a:r>
              <a:rPr lang="en" altLang="zh-CN" sz="2000" dirty="0"/>
              <a:t>D.</a:t>
            </a:r>
            <a:r>
              <a:rPr lang="zh-CN" altLang="en-US" sz="2000" dirty="0"/>
              <a:t>词典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讲（</a:t>
            </a:r>
            <a:r>
              <a:rPr lang="en-US" altLang="zh-CN" sz="2000" dirty="0">
                <a:solidFill>
                  <a:srgbClr val="000000"/>
                </a:solidFill>
              </a:rPr>
              <a:t>C</a:t>
            </a:r>
            <a:r>
              <a:rPr lang="zh-CN" altLang="en-US" sz="2000" dirty="0">
                <a:solidFill>
                  <a:srgbClr val="000000"/>
                </a:solidFill>
              </a:rPr>
              <a:t>）  </a:t>
            </a:r>
            <a:r>
              <a:rPr lang="en" altLang="zh-CN" sz="2000" dirty="0"/>
              <a:t>A.</a:t>
            </a:r>
            <a:r>
              <a:rPr lang="zh-CN" altLang="en-US" sz="2000" dirty="0"/>
              <a:t>累  </a:t>
            </a:r>
            <a:r>
              <a:rPr lang="en" altLang="zh-CN" sz="2000" dirty="0"/>
              <a:t>B.</a:t>
            </a:r>
            <a:r>
              <a:rPr lang="zh-CN" altLang="en-US" sz="2000" dirty="0"/>
              <a:t>衣服  </a:t>
            </a:r>
            <a:r>
              <a:rPr lang="en" altLang="zh-CN" sz="2000" dirty="0"/>
              <a:t>C.</a:t>
            </a:r>
            <a:r>
              <a:rPr lang="zh-CN" altLang="en-US" sz="2000" dirty="0"/>
              <a:t> 语法  </a:t>
            </a:r>
            <a:r>
              <a:rPr lang="en" altLang="zh-CN" sz="2000" dirty="0"/>
              <a:t>D.</a:t>
            </a:r>
            <a:r>
              <a:rPr lang="zh-CN" altLang="en-US" sz="2000" dirty="0"/>
              <a:t>脚</a:t>
            </a:r>
            <a:endParaRPr lang="en-US" altLang="zh-CN" sz="2000" dirty="0"/>
          </a:p>
          <a:p>
            <a:pPr eaLnBrk="1" hangingPunct="1"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这个句子不符合语（法）。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4CCD9CD1-6AA5-1C40-B23E-B4BC5054F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F4E0FC-79DC-0B4F-A4C2-C69E03A84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</a:t>
            </a:r>
            <a:r>
              <a:rPr lang="en-US" altLang="zh-CN" sz="2000" dirty="0"/>
              <a:t>C</a:t>
            </a:r>
            <a:r>
              <a:rPr lang="zh-CN" altLang="en-US" sz="2000" dirty="0"/>
              <a:t>）</a:t>
            </a:r>
            <a:r>
              <a:rPr lang="en-US" altLang="zh-CN" sz="2000" dirty="0">
                <a:solidFill>
                  <a:srgbClr val="000000"/>
                </a:solidFill>
              </a:rPr>
              <a:t> lose one's way; get lost</a:t>
            </a:r>
            <a:endParaRPr lang="en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热   </a:t>
            </a:r>
            <a:r>
              <a:rPr lang="en" altLang="zh-CN" sz="2000" dirty="0"/>
              <a:t>B.</a:t>
            </a:r>
            <a:r>
              <a:rPr lang="zh-CN" altLang="en-US" sz="2000" dirty="0"/>
              <a:t>五   </a:t>
            </a:r>
            <a:r>
              <a:rPr lang="en" altLang="zh-CN" sz="2000" dirty="0"/>
              <a:t>C.</a:t>
            </a:r>
            <a:r>
              <a:rPr lang="zh-CN" altLang="en-US" sz="2000" dirty="0"/>
              <a:t>迷路   </a:t>
            </a:r>
            <a:r>
              <a:rPr lang="en" altLang="zh-CN" sz="2000" dirty="0"/>
              <a:t>D.</a:t>
            </a:r>
            <a:r>
              <a:rPr lang="zh-CN" altLang="en-US" sz="2000" dirty="0"/>
              <a:t>作业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</a:t>
            </a:r>
            <a:r>
              <a:rPr lang="zh-CN" altLang="en-US" sz="2000" dirty="0"/>
              <a:t>    </a:t>
            </a:r>
            <a:r>
              <a:rPr lang="en-US" altLang="zh-CN" sz="2000" dirty="0"/>
              <a:t>lu4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那时我发现，自己一定是迷（路）了。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386</Words>
  <Application>Microsoft Macintosh PowerPoint</Application>
  <PresentationFormat>全屏显示(4:3)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Arial</vt:lpstr>
      <vt:lpstr>宋体</vt:lpstr>
      <vt:lpstr>黑体</vt:lpstr>
      <vt:lpstr>正文</vt:lpstr>
      <vt:lpstr>首页</vt:lpstr>
      <vt:lpstr>致谢</vt:lpstr>
      <vt:lpstr>第六次学习答案</vt:lpstr>
      <vt:lpstr>practice</vt:lpstr>
      <vt:lpstr>practice</vt:lpstr>
      <vt:lpstr>practice</vt:lpstr>
      <vt:lpstr>practice</vt:lpstr>
      <vt:lpstr>practice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16</cp:revision>
  <cp:lastPrinted>1601-01-01T00:00:00Z</cp:lastPrinted>
  <dcterms:created xsi:type="dcterms:W3CDTF">1601-01-01T00:00:00Z</dcterms:created>
  <dcterms:modified xsi:type="dcterms:W3CDTF">2022-04-24T08:46:20Z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