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  <p:sldMasterId id="2147483648" r:id="rId2"/>
    <p:sldMasterId id="2147483650" r:id="rId3"/>
  </p:sldMasterIdLst>
  <p:sldIdLst>
    <p:sldId id="262" r:id="rId4"/>
    <p:sldId id="428" r:id="rId5"/>
    <p:sldId id="347" r:id="rId6"/>
    <p:sldId id="313" r:id="rId7"/>
    <p:sldId id="429" r:id="rId8"/>
    <p:sldId id="430" r:id="rId9"/>
    <p:sldId id="431" r:id="rId10"/>
    <p:sldId id="314" r:id="rId11"/>
    <p:sldId id="433" r:id="rId12"/>
    <p:sldId id="434" r:id="rId13"/>
    <p:sldId id="395" r:id="rId14"/>
    <p:sldId id="315" r:id="rId15"/>
    <p:sldId id="435" r:id="rId16"/>
    <p:sldId id="436" r:id="rId17"/>
    <p:sldId id="437" r:id="rId18"/>
    <p:sldId id="316" r:id="rId19"/>
    <p:sldId id="438" r:id="rId20"/>
    <p:sldId id="439" r:id="rId21"/>
    <p:sldId id="440" r:id="rId22"/>
    <p:sldId id="370" r:id="rId23"/>
    <p:sldId id="441" r:id="rId24"/>
    <p:sldId id="442" r:id="rId25"/>
    <p:sldId id="443" r:id="rId26"/>
    <p:sldId id="371" r:id="rId27"/>
    <p:sldId id="444" r:id="rId28"/>
    <p:sldId id="445" r:id="rId29"/>
    <p:sldId id="446" r:id="rId30"/>
    <p:sldId id="372" r:id="rId31"/>
    <p:sldId id="447" r:id="rId32"/>
    <p:sldId id="448" r:id="rId33"/>
    <p:sldId id="449" r:id="rId34"/>
    <p:sldId id="373" r:id="rId35"/>
    <p:sldId id="450" r:id="rId36"/>
    <p:sldId id="451" r:id="rId37"/>
    <p:sldId id="452" r:id="rId38"/>
    <p:sldId id="281" r:id="rId39"/>
    <p:sldId id="453" r:id="rId40"/>
    <p:sldId id="454" r:id="rId41"/>
    <p:sldId id="455" r:id="rId42"/>
    <p:sldId id="360" r:id="rId43"/>
    <p:sldId id="456" r:id="rId44"/>
    <p:sldId id="457" r:id="rId45"/>
    <p:sldId id="458" r:id="rId46"/>
    <p:sldId id="361" r:id="rId47"/>
    <p:sldId id="459" r:id="rId48"/>
    <p:sldId id="460" r:id="rId49"/>
    <p:sldId id="461" r:id="rId50"/>
    <p:sldId id="284" r:id="rId51"/>
    <p:sldId id="462" r:id="rId52"/>
    <p:sldId id="463" r:id="rId53"/>
    <p:sldId id="464" r:id="rId54"/>
    <p:sldId id="271" r:id="rId55"/>
    <p:sldId id="465" r:id="rId56"/>
    <p:sldId id="466" r:id="rId57"/>
    <p:sldId id="467" r:id="rId58"/>
    <p:sldId id="279" r:id="rId59"/>
    <p:sldId id="468" r:id="rId60"/>
    <p:sldId id="469" r:id="rId61"/>
    <p:sldId id="470" r:id="rId62"/>
    <p:sldId id="282" r:id="rId63"/>
    <p:sldId id="471" r:id="rId64"/>
    <p:sldId id="472" r:id="rId65"/>
    <p:sldId id="473" r:id="rId66"/>
    <p:sldId id="290" r:id="rId67"/>
    <p:sldId id="474" r:id="rId68"/>
    <p:sldId id="475" r:id="rId69"/>
    <p:sldId id="476" r:id="rId70"/>
    <p:sldId id="283" r:id="rId71"/>
    <p:sldId id="477" r:id="rId72"/>
    <p:sldId id="478" r:id="rId73"/>
    <p:sldId id="291" r:id="rId74"/>
    <p:sldId id="479" r:id="rId75"/>
    <p:sldId id="480" r:id="rId76"/>
    <p:sldId id="481" r:id="rId77"/>
    <p:sldId id="295" r:id="rId78"/>
    <p:sldId id="482" r:id="rId79"/>
    <p:sldId id="483" r:id="rId80"/>
    <p:sldId id="484" r:id="rId81"/>
    <p:sldId id="296" r:id="rId82"/>
    <p:sldId id="260" r:id="rId83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 autoAdjust="0"/>
    <p:restoredTop sz="94650" autoAdjust="0"/>
  </p:normalViewPr>
  <p:slideViewPr>
    <p:cSldViewPr>
      <p:cViewPr varScale="1">
        <p:scale>
          <a:sx n="120" d="100"/>
          <a:sy n="120" d="100"/>
        </p:scale>
        <p:origin x="140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presProps" Target="presProps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slide" Target="slides/slide74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slide" Target="slides/slide77.xml"/><Relationship Id="rId85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tableStyles" Target="tableStyles.xml"/><Relationship Id="rId61" Type="http://schemas.openxmlformats.org/officeDocument/2006/relationships/slide" Target="slides/slide58.xml"/><Relationship Id="rId82" Type="http://schemas.openxmlformats.org/officeDocument/2006/relationships/slide" Target="slides/slide7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123596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192266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33799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219200"/>
            <a:ext cx="40386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038600" cy="44196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974512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387146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157345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0758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200256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245846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581035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36416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36416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2970593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7296571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154945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2787520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723474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1976056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7012363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36086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745601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745029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9157993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705600" y="1676400"/>
            <a:ext cx="2057400" cy="450056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33400" y="1676400"/>
            <a:ext cx="6019800" cy="45005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5297830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879482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371155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1897177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9036216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8220999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388069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634708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471181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88981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5586106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118575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9">
            <a:extLst>
              <a:ext uri="{FF2B5EF4-FFF2-40B4-BE49-F238E27FC236}">
                <a16:creationId xmlns:a16="http://schemas.microsoft.com/office/drawing/2014/main" id="{3BA0FB6E-7B44-1B43-9CB3-EE09FEBD04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2">
            <a:extLst>
              <a:ext uri="{FF2B5EF4-FFF2-40B4-BE49-F238E27FC236}">
                <a16:creationId xmlns:a16="http://schemas.microsoft.com/office/drawing/2014/main" id="{45A7CC99-E1AE-3A47-A9AB-E2C00A7E1F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792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5522095F-26C6-1044-BC56-8AE7B81248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219200"/>
            <a:ext cx="8229600" cy="441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9">
            <a:extLst>
              <a:ext uri="{FF2B5EF4-FFF2-40B4-BE49-F238E27FC236}">
                <a16:creationId xmlns:a16="http://schemas.microsoft.com/office/drawing/2014/main" id="{266FEAB9-BD6D-6A41-87E7-A1BC088709E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11">
            <a:extLst>
              <a:ext uri="{FF2B5EF4-FFF2-40B4-BE49-F238E27FC236}">
                <a16:creationId xmlns:a16="http://schemas.microsoft.com/office/drawing/2014/main" id="{089C686E-AC6C-1A48-91B2-9B7F1B313E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676400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bg1"/>
          </a:solidFill>
          <a:latin typeface="Arial" panose="020B0604020202020204" pitchFamily="34" charset="0"/>
          <a:ea typeface="黑体" panose="02010609060101010101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8">
            <a:extLst>
              <a:ext uri="{FF2B5EF4-FFF2-40B4-BE49-F238E27FC236}">
                <a16:creationId xmlns:a16="http://schemas.microsoft.com/office/drawing/2014/main" id="{0297317E-2B07-0D4D-BB03-1482EC1BF4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8.xml"/><Relationship Id="rId4" Type="http://schemas.openxmlformats.org/officeDocument/2006/relationships/slide" Target="slide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wav"/><Relationship Id="rId13" Type="http://schemas.openxmlformats.org/officeDocument/2006/relationships/slideLayout" Target="../slideLayouts/slideLayout2.xml"/><Relationship Id="rId3" Type="http://schemas.microsoft.com/office/2007/relationships/media" Target="../media/media2.wav"/><Relationship Id="rId7" Type="http://schemas.microsoft.com/office/2007/relationships/media" Target="../media/media4.wav"/><Relationship Id="rId12" Type="http://schemas.openxmlformats.org/officeDocument/2006/relationships/audio" Target="../media/media6.wav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audio" Target="../media/media3.wav"/><Relationship Id="rId11" Type="http://schemas.microsoft.com/office/2007/relationships/media" Target="../media/media6.wav"/><Relationship Id="rId5" Type="http://schemas.microsoft.com/office/2007/relationships/media" Target="../media/media3.wav"/><Relationship Id="rId15" Type="http://schemas.openxmlformats.org/officeDocument/2006/relationships/slide" Target="slide8.xml"/><Relationship Id="rId10" Type="http://schemas.openxmlformats.org/officeDocument/2006/relationships/audio" Target="../media/media5.wav"/><Relationship Id="rId4" Type="http://schemas.openxmlformats.org/officeDocument/2006/relationships/audio" Target="../media/media2.wav"/><Relationship Id="rId9" Type="http://schemas.microsoft.com/office/2007/relationships/media" Target="../media/media5.wav"/><Relationship Id="rId1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audio" Target="../media/media6.wav"/><Relationship Id="rId3" Type="http://schemas.microsoft.com/office/2007/relationships/media" Target="../media/media4.wav"/><Relationship Id="rId7" Type="http://schemas.microsoft.com/office/2007/relationships/media" Target="../media/media6.wav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audio" Target="../media/media5.wav"/><Relationship Id="rId11" Type="http://schemas.openxmlformats.org/officeDocument/2006/relationships/slide" Target="slide8.xml"/><Relationship Id="rId5" Type="http://schemas.microsoft.com/office/2007/relationships/media" Target="../media/media5.wav"/><Relationship Id="rId10" Type="http://schemas.openxmlformats.org/officeDocument/2006/relationships/image" Target="../media/image4.png"/><Relationship Id="rId4" Type="http://schemas.openxmlformats.org/officeDocument/2006/relationships/audio" Target="../media/media4.wav"/><Relationship Id="rId9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6.wav"/><Relationship Id="rId3" Type="http://schemas.microsoft.com/office/2007/relationships/media" Target="../media/media4.wav"/><Relationship Id="rId7" Type="http://schemas.microsoft.com/office/2007/relationships/media" Target="../media/media6.wav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audio" Target="../media/media5.wav"/><Relationship Id="rId11" Type="http://schemas.openxmlformats.org/officeDocument/2006/relationships/slide" Target="slide8.xml"/><Relationship Id="rId5" Type="http://schemas.microsoft.com/office/2007/relationships/media" Target="../media/media5.wav"/><Relationship Id="rId10" Type="http://schemas.openxmlformats.org/officeDocument/2006/relationships/image" Target="../media/image4.png"/><Relationship Id="rId4" Type="http://schemas.openxmlformats.org/officeDocument/2006/relationships/audio" Target="../media/media4.wav"/><Relationship Id="rId9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media" Target="../media/media6.wav"/><Relationship Id="rId7" Type="http://schemas.openxmlformats.org/officeDocument/2006/relationships/slide" Target="slide8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6.wav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slide" Target="slide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.xml"/><Relationship Id="rId5" Type="http://schemas.openxmlformats.org/officeDocument/2006/relationships/slide" Target="slide16.xml"/><Relationship Id="rId4" Type="http://schemas.openxmlformats.org/officeDocument/2006/relationships/slide" Target="slide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audio" Target="../media/media10.wav"/><Relationship Id="rId13" Type="http://schemas.openxmlformats.org/officeDocument/2006/relationships/slideLayout" Target="../slideLayouts/slideLayout2.xml"/><Relationship Id="rId3" Type="http://schemas.microsoft.com/office/2007/relationships/media" Target="../media/media8.wav"/><Relationship Id="rId7" Type="http://schemas.microsoft.com/office/2007/relationships/media" Target="../media/media10.wav"/><Relationship Id="rId12" Type="http://schemas.openxmlformats.org/officeDocument/2006/relationships/audio" Target="../media/media12.wav"/><Relationship Id="rId2" Type="http://schemas.openxmlformats.org/officeDocument/2006/relationships/audio" Target="../media/media7.wav"/><Relationship Id="rId1" Type="http://schemas.microsoft.com/office/2007/relationships/media" Target="../media/media7.wav"/><Relationship Id="rId6" Type="http://schemas.openxmlformats.org/officeDocument/2006/relationships/audio" Target="../media/media9.wav"/><Relationship Id="rId11" Type="http://schemas.microsoft.com/office/2007/relationships/media" Target="../media/media12.wav"/><Relationship Id="rId5" Type="http://schemas.microsoft.com/office/2007/relationships/media" Target="../media/media9.wav"/><Relationship Id="rId15" Type="http://schemas.openxmlformats.org/officeDocument/2006/relationships/slide" Target="slide16.xml"/><Relationship Id="rId10" Type="http://schemas.openxmlformats.org/officeDocument/2006/relationships/audio" Target="../media/media11.wav"/><Relationship Id="rId4" Type="http://schemas.openxmlformats.org/officeDocument/2006/relationships/audio" Target="../media/media8.wav"/><Relationship Id="rId9" Type="http://schemas.microsoft.com/office/2007/relationships/media" Target="../media/media11.wav"/><Relationship Id="rId1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audio" Target="../media/media12.wav"/><Relationship Id="rId3" Type="http://schemas.microsoft.com/office/2007/relationships/media" Target="../media/media10.wav"/><Relationship Id="rId7" Type="http://schemas.microsoft.com/office/2007/relationships/media" Target="../media/media12.wav"/><Relationship Id="rId2" Type="http://schemas.openxmlformats.org/officeDocument/2006/relationships/audio" Target="../media/media7.wav"/><Relationship Id="rId1" Type="http://schemas.microsoft.com/office/2007/relationships/media" Target="../media/media7.wav"/><Relationship Id="rId6" Type="http://schemas.openxmlformats.org/officeDocument/2006/relationships/audio" Target="../media/media11.wav"/><Relationship Id="rId11" Type="http://schemas.openxmlformats.org/officeDocument/2006/relationships/slide" Target="slide16.xml"/><Relationship Id="rId5" Type="http://schemas.microsoft.com/office/2007/relationships/media" Target="../media/media11.wav"/><Relationship Id="rId10" Type="http://schemas.openxmlformats.org/officeDocument/2006/relationships/image" Target="../media/image4.png"/><Relationship Id="rId4" Type="http://schemas.openxmlformats.org/officeDocument/2006/relationships/audio" Target="../media/media10.wav"/><Relationship Id="rId9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audio" Target="../media/media12.wav"/><Relationship Id="rId3" Type="http://schemas.microsoft.com/office/2007/relationships/media" Target="../media/media10.wav"/><Relationship Id="rId7" Type="http://schemas.microsoft.com/office/2007/relationships/media" Target="../media/media12.wav"/><Relationship Id="rId2" Type="http://schemas.openxmlformats.org/officeDocument/2006/relationships/audio" Target="../media/media7.wav"/><Relationship Id="rId1" Type="http://schemas.microsoft.com/office/2007/relationships/media" Target="../media/media7.wav"/><Relationship Id="rId6" Type="http://schemas.openxmlformats.org/officeDocument/2006/relationships/audio" Target="../media/media11.wav"/><Relationship Id="rId11" Type="http://schemas.openxmlformats.org/officeDocument/2006/relationships/slide" Target="slide16.xml"/><Relationship Id="rId5" Type="http://schemas.microsoft.com/office/2007/relationships/media" Target="../media/media11.wav"/><Relationship Id="rId10" Type="http://schemas.openxmlformats.org/officeDocument/2006/relationships/image" Target="../media/image4.png"/><Relationship Id="rId4" Type="http://schemas.openxmlformats.org/officeDocument/2006/relationships/audio" Target="../media/media10.wav"/><Relationship Id="rId9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media" Target="../media/media12.wav"/><Relationship Id="rId7" Type="http://schemas.openxmlformats.org/officeDocument/2006/relationships/slide" Target="slide16.xml"/><Relationship Id="rId2" Type="http://schemas.openxmlformats.org/officeDocument/2006/relationships/audio" Target="../media/media7.wav"/><Relationship Id="rId1" Type="http://schemas.microsoft.com/office/2007/relationships/media" Target="../media/media7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12.wav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slide" Target="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.xml"/><Relationship Id="rId5" Type="http://schemas.openxmlformats.org/officeDocument/2006/relationships/slide" Target="slide24.xml"/><Relationship Id="rId4" Type="http://schemas.openxmlformats.org/officeDocument/2006/relationships/slide" Target="slide2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audio" Target="../media/media16.wav"/><Relationship Id="rId13" Type="http://schemas.openxmlformats.org/officeDocument/2006/relationships/slide" Target="slide24.xml"/><Relationship Id="rId3" Type="http://schemas.microsoft.com/office/2007/relationships/media" Target="../media/media14.wav"/><Relationship Id="rId7" Type="http://schemas.microsoft.com/office/2007/relationships/media" Target="../media/media16.wav"/><Relationship Id="rId12" Type="http://schemas.openxmlformats.org/officeDocument/2006/relationships/image" Target="../media/image4.png"/><Relationship Id="rId2" Type="http://schemas.openxmlformats.org/officeDocument/2006/relationships/audio" Target="../media/media13.wav"/><Relationship Id="rId1" Type="http://schemas.microsoft.com/office/2007/relationships/media" Target="../media/media13.wav"/><Relationship Id="rId6" Type="http://schemas.openxmlformats.org/officeDocument/2006/relationships/audio" Target="../media/media15.wav"/><Relationship Id="rId11" Type="http://schemas.openxmlformats.org/officeDocument/2006/relationships/slideLayout" Target="../slideLayouts/slideLayout2.xml"/><Relationship Id="rId5" Type="http://schemas.microsoft.com/office/2007/relationships/media" Target="../media/media15.wav"/><Relationship Id="rId10" Type="http://schemas.openxmlformats.org/officeDocument/2006/relationships/audio" Target="../media/media17.wav"/><Relationship Id="rId4" Type="http://schemas.openxmlformats.org/officeDocument/2006/relationships/audio" Target="../media/media14.wav"/><Relationship Id="rId9" Type="http://schemas.microsoft.com/office/2007/relationships/media" Target="../media/media17.wav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16.wav"/><Relationship Id="rId7" Type="http://schemas.openxmlformats.org/officeDocument/2006/relationships/slideLayout" Target="../slideLayouts/slideLayout2.xml"/><Relationship Id="rId2" Type="http://schemas.openxmlformats.org/officeDocument/2006/relationships/audio" Target="../media/media13.wav"/><Relationship Id="rId1" Type="http://schemas.microsoft.com/office/2007/relationships/media" Target="../media/media13.wav"/><Relationship Id="rId6" Type="http://schemas.openxmlformats.org/officeDocument/2006/relationships/audio" Target="../media/media17.wav"/><Relationship Id="rId5" Type="http://schemas.microsoft.com/office/2007/relationships/media" Target="../media/media17.wav"/><Relationship Id="rId4" Type="http://schemas.openxmlformats.org/officeDocument/2006/relationships/audio" Target="../media/media16.wav"/><Relationship Id="rId9" Type="http://schemas.openxmlformats.org/officeDocument/2006/relationships/slide" Target="slide2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16.wav"/><Relationship Id="rId7" Type="http://schemas.openxmlformats.org/officeDocument/2006/relationships/slideLayout" Target="../slideLayouts/slideLayout2.xml"/><Relationship Id="rId2" Type="http://schemas.openxmlformats.org/officeDocument/2006/relationships/audio" Target="../media/media13.wav"/><Relationship Id="rId1" Type="http://schemas.microsoft.com/office/2007/relationships/media" Target="../media/media13.wav"/><Relationship Id="rId6" Type="http://schemas.openxmlformats.org/officeDocument/2006/relationships/audio" Target="../media/media17.wav"/><Relationship Id="rId5" Type="http://schemas.microsoft.com/office/2007/relationships/media" Target="../media/media17.wav"/><Relationship Id="rId4" Type="http://schemas.openxmlformats.org/officeDocument/2006/relationships/audio" Target="../media/media16.wav"/><Relationship Id="rId9" Type="http://schemas.openxmlformats.org/officeDocument/2006/relationships/slide" Target="slide24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media" Target="../media/media17.wav"/><Relationship Id="rId7" Type="http://schemas.openxmlformats.org/officeDocument/2006/relationships/slide" Target="slide24.xml"/><Relationship Id="rId2" Type="http://schemas.openxmlformats.org/officeDocument/2006/relationships/audio" Target="../media/media13.wav"/><Relationship Id="rId1" Type="http://schemas.microsoft.com/office/2007/relationships/media" Target="../media/media13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17.wav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slide" Target="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9.xml"/><Relationship Id="rId5" Type="http://schemas.openxmlformats.org/officeDocument/2006/relationships/slide" Target="slide32.xml"/><Relationship Id="rId4" Type="http://schemas.openxmlformats.org/officeDocument/2006/relationships/slide" Target="slide3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audio" Target="../media/media21.wav"/><Relationship Id="rId13" Type="http://schemas.openxmlformats.org/officeDocument/2006/relationships/slideLayout" Target="../slideLayouts/slideLayout2.xml"/><Relationship Id="rId3" Type="http://schemas.microsoft.com/office/2007/relationships/media" Target="../media/media19.wav"/><Relationship Id="rId7" Type="http://schemas.microsoft.com/office/2007/relationships/media" Target="../media/media21.wav"/><Relationship Id="rId12" Type="http://schemas.openxmlformats.org/officeDocument/2006/relationships/audio" Target="../media/media23.wav"/><Relationship Id="rId2" Type="http://schemas.openxmlformats.org/officeDocument/2006/relationships/audio" Target="../media/media18.wav"/><Relationship Id="rId1" Type="http://schemas.microsoft.com/office/2007/relationships/media" Target="../media/media18.wav"/><Relationship Id="rId6" Type="http://schemas.openxmlformats.org/officeDocument/2006/relationships/audio" Target="../media/media20.wav"/><Relationship Id="rId11" Type="http://schemas.microsoft.com/office/2007/relationships/media" Target="../media/media23.wav"/><Relationship Id="rId5" Type="http://schemas.microsoft.com/office/2007/relationships/media" Target="../media/media20.wav"/><Relationship Id="rId15" Type="http://schemas.openxmlformats.org/officeDocument/2006/relationships/slide" Target="slide32.xml"/><Relationship Id="rId10" Type="http://schemas.openxmlformats.org/officeDocument/2006/relationships/audio" Target="../media/media22.wav"/><Relationship Id="rId4" Type="http://schemas.openxmlformats.org/officeDocument/2006/relationships/audio" Target="../media/media19.wav"/><Relationship Id="rId9" Type="http://schemas.microsoft.com/office/2007/relationships/media" Target="../media/media22.wav"/><Relationship Id="rId1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audio" Target="../media/media23.wav"/><Relationship Id="rId3" Type="http://schemas.microsoft.com/office/2007/relationships/media" Target="../media/media21.wav"/><Relationship Id="rId7" Type="http://schemas.microsoft.com/office/2007/relationships/media" Target="../media/media23.wav"/><Relationship Id="rId2" Type="http://schemas.openxmlformats.org/officeDocument/2006/relationships/audio" Target="../media/media18.wav"/><Relationship Id="rId1" Type="http://schemas.microsoft.com/office/2007/relationships/media" Target="../media/media18.wav"/><Relationship Id="rId6" Type="http://schemas.openxmlformats.org/officeDocument/2006/relationships/audio" Target="../media/media22.wav"/><Relationship Id="rId11" Type="http://schemas.openxmlformats.org/officeDocument/2006/relationships/slide" Target="slide32.xml"/><Relationship Id="rId5" Type="http://schemas.microsoft.com/office/2007/relationships/media" Target="../media/media22.wav"/><Relationship Id="rId10" Type="http://schemas.openxmlformats.org/officeDocument/2006/relationships/image" Target="../media/image4.png"/><Relationship Id="rId4" Type="http://schemas.openxmlformats.org/officeDocument/2006/relationships/audio" Target="../media/media21.wav"/><Relationship Id="rId9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audio" Target="../media/media23.wav"/><Relationship Id="rId3" Type="http://schemas.microsoft.com/office/2007/relationships/media" Target="../media/media21.wav"/><Relationship Id="rId7" Type="http://schemas.microsoft.com/office/2007/relationships/media" Target="../media/media23.wav"/><Relationship Id="rId2" Type="http://schemas.openxmlformats.org/officeDocument/2006/relationships/audio" Target="../media/media18.wav"/><Relationship Id="rId1" Type="http://schemas.microsoft.com/office/2007/relationships/media" Target="../media/media18.wav"/><Relationship Id="rId6" Type="http://schemas.openxmlformats.org/officeDocument/2006/relationships/audio" Target="../media/media22.wav"/><Relationship Id="rId11" Type="http://schemas.openxmlformats.org/officeDocument/2006/relationships/slide" Target="slide32.xml"/><Relationship Id="rId5" Type="http://schemas.microsoft.com/office/2007/relationships/media" Target="../media/media22.wav"/><Relationship Id="rId10" Type="http://schemas.openxmlformats.org/officeDocument/2006/relationships/image" Target="../media/image4.png"/><Relationship Id="rId4" Type="http://schemas.openxmlformats.org/officeDocument/2006/relationships/audio" Target="../media/media21.wav"/><Relationship Id="rId9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media" Target="../media/media23.wav"/><Relationship Id="rId7" Type="http://schemas.openxmlformats.org/officeDocument/2006/relationships/slide" Target="slide32.xml"/><Relationship Id="rId2" Type="http://schemas.openxmlformats.org/officeDocument/2006/relationships/audio" Target="../media/media18.wav"/><Relationship Id="rId1" Type="http://schemas.microsoft.com/office/2007/relationships/media" Target="../media/media18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3.wav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slide" Target="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7.xml"/><Relationship Id="rId5" Type="http://schemas.openxmlformats.org/officeDocument/2006/relationships/slide" Target="slide40.xml"/><Relationship Id="rId4" Type="http://schemas.openxmlformats.org/officeDocument/2006/relationships/slide" Target="slide3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audio" Target="../media/media27.wav"/><Relationship Id="rId13" Type="http://schemas.openxmlformats.org/officeDocument/2006/relationships/slideLayout" Target="../slideLayouts/slideLayout2.xml"/><Relationship Id="rId3" Type="http://schemas.microsoft.com/office/2007/relationships/media" Target="../media/media25.wav"/><Relationship Id="rId7" Type="http://schemas.microsoft.com/office/2007/relationships/media" Target="../media/media27.wav"/><Relationship Id="rId12" Type="http://schemas.openxmlformats.org/officeDocument/2006/relationships/audio" Target="../media/media29.wav"/><Relationship Id="rId2" Type="http://schemas.openxmlformats.org/officeDocument/2006/relationships/audio" Target="../media/media24.wav"/><Relationship Id="rId1" Type="http://schemas.microsoft.com/office/2007/relationships/media" Target="../media/media24.wav"/><Relationship Id="rId6" Type="http://schemas.openxmlformats.org/officeDocument/2006/relationships/audio" Target="../media/media26.wav"/><Relationship Id="rId11" Type="http://schemas.microsoft.com/office/2007/relationships/media" Target="../media/media29.wav"/><Relationship Id="rId5" Type="http://schemas.microsoft.com/office/2007/relationships/media" Target="../media/media26.wav"/><Relationship Id="rId15" Type="http://schemas.openxmlformats.org/officeDocument/2006/relationships/slide" Target="slide40.xml"/><Relationship Id="rId10" Type="http://schemas.openxmlformats.org/officeDocument/2006/relationships/audio" Target="../media/media28.wav"/><Relationship Id="rId4" Type="http://schemas.openxmlformats.org/officeDocument/2006/relationships/audio" Target="../media/media25.wav"/><Relationship Id="rId9" Type="http://schemas.microsoft.com/office/2007/relationships/media" Target="../media/media28.wav"/><Relationship Id="rId1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audio" Target="../media/media29.wav"/><Relationship Id="rId3" Type="http://schemas.microsoft.com/office/2007/relationships/media" Target="../media/media27.wav"/><Relationship Id="rId7" Type="http://schemas.microsoft.com/office/2007/relationships/media" Target="../media/media29.wav"/><Relationship Id="rId2" Type="http://schemas.openxmlformats.org/officeDocument/2006/relationships/audio" Target="../media/media24.wav"/><Relationship Id="rId1" Type="http://schemas.microsoft.com/office/2007/relationships/media" Target="../media/media24.wav"/><Relationship Id="rId6" Type="http://schemas.openxmlformats.org/officeDocument/2006/relationships/audio" Target="../media/media28.wav"/><Relationship Id="rId11" Type="http://schemas.openxmlformats.org/officeDocument/2006/relationships/slide" Target="slide40.xml"/><Relationship Id="rId5" Type="http://schemas.microsoft.com/office/2007/relationships/media" Target="../media/media28.wav"/><Relationship Id="rId10" Type="http://schemas.openxmlformats.org/officeDocument/2006/relationships/image" Target="../media/image4.png"/><Relationship Id="rId4" Type="http://schemas.openxmlformats.org/officeDocument/2006/relationships/audio" Target="../media/media27.wav"/><Relationship Id="rId9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audio" Target="../media/media29.wav"/><Relationship Id="rId3" Type="http://schemas.microsoft.com/office/2007/relationships/media" Target="../media/media27.wav"/><Relationship Id="rId7" Type="http://schemas.microsoft.com/office/2007/relationships/media" Target="../media/media29.wav"/><Relationship Id="rId2" Type="http://schemas.openxmlformats.org/officeDocument/2006/relationships/audio" Target="../media/media24.wav"/><Relationship Id="rId1" Type="http://schemas.microsoft.com/office/2007/relationships/media" Target="../media/media24.wav"/><Relationship Id="rId6" Type="http://schemas.openxmlformats.org/officeDocument/2006/relationships/audio" Target="../media/media28.wav"/><Relationship Id="rId11" Type="http://schemas.openxmlformats.org/officeDocument/2006/relationships/slide" Target="slide40.xml"/><Relationship Id="rId5" Type="http://schemas.microsoft.com/office/2007/relationships/media" Target="../media/media28.wav"/><Relationship Id="rId10" Type="http://schemas.openxmlformats.org/officeDocument/2006/relationships/image" Target="../media/image4.png"/><Relationship Id="rId4" Type="http://schemas.openxmlformats.org/officeDocument/2006/relationships/audio" Target="../media/media27.wav"/><Relationship Id="rId9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media" Target="../media/media29.wav"/><Relationship Id="rId7" Type="http://schemas.openxmlformats.org/officeDocument/2006/relationships/slide" Target="slide40.xml"/><Relationship Id="rId2" Type="http://schemas.openxmlformats.org/officeDocument/2006/relationships/audio" Target="../media/media24.wav"/><Relationship Id="rId1" Type="http://schemas.microsoft.com/office/2007/relationships/media" Target="../media/media24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9.wav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5.xml"/><Relationship Id="rId5" Type="http://schemas.openxmlformats.org/officeDocument/2006/relationships/slide" Target="slide48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audio" Target="../media/media33.wav"/><Relationship Id="rId13" Type="http://schemas.openxmlformats.org/officeDocument/2006/relationships/slideLayout" Target="../slideLayouts/slideLayout2.xml"/><Relationship Id="rId3" Type="http://schemas.microsoft.com/office/2007/relationships/media" Target="../media/media31.wav"/><Relationship Id="rId7" Type="http://schemas.microsoft.com/office/2007/relationships/media" Target="../media/media33.wav"/><Relationship Id="rId12" Type="http://schemas.openxmlformats.org/officeDocument/2006/relationships/audio" Target="../media/media35.wav"/><Relationship Id="rId2" Type="http://schemas.openxmlformats.org/officeDocument/2006/relationships/audio" Target="../media/media30.wav"/><Relationship Id="rId1" Type="http://schemas.microsoft.com/office/2007/relationships/media" Target="../media/media30.wav"/><Relationship Id="rId6" Type="http://schemas.openxmlformats.org/officeDocument/2006/relationships/audio" Target="../media/media32.wav"/><Relationship Id="rId11" Type="http://schemas.microsoft.com/office/2007/relationships/media" Target="../media/media35.wav"/><Relationship Id="rId5" Type="http://schemas.microsoft.com/office/2007/relationships/media" Target="../media/media32.wav"/><Relationship Id="rId15" Type="http://schemas.openxmlformats.org/officeDocument/2006/relationships/slide" Target="slide48.xml"/><Relationship Id="rId10" Type="http://schemas.openxmlformats.org/officeDocument/2006/relationships/audio" Target="../media/media34.wav"/><Relationship Id="rId4" Type="http://schemas.openxmlformats.org/officeDocument/2006/relationships/audio" Target="../media/media31.wav"/><Relationship Id="rId9" Type="http://schemas.microsoft.com/office/2007/relationships/media" Target="../media/media34.wav"/><Relationship Id="rId1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audio" Target="../media/media35.wav"/><Relationship Id="rId3" Type="http://schemas.microsoft.com/office/2007/relationships/media" Target="../media/media33.wav"/><Relationship Id="rId7" Type="http://schemas.microsoft.com/office/2007/relationships/media" Target="../media/media35.wav"/><Relationship Id="rId2" Type="http://schemas.openxmlformats.org/officeDocument/2006/relationships/audio" Target="../media/media30.wav"/><Relationship Id="rId1" Type="http://schemas.microsoft.com/office/2007/relationships/media" Target="../media/media30.wav"/><Relationship Id="rId6" Type="http://schemas.openxmlformats.org/officeDocument/2006/relationships/audio" Target="../media/media34.wav"/><Relationship Id="rId11" Type="http://schemas.openxmlformats.org/officeDocument/2006/relationships/slide" Target="slide48.xml"/><Relationship Id="rId5" Type="http://schemas.microsoft.com/office/2007/relationships/media" Target="../media/media34.wav"/><Relationship Id="rId10" Type="http://schemas.openxmlformats.org/officeDocument/2006/relationships/image" Target="../media/image4.png"/><Relationship Id="rId4" Type="http://schemas.openxmlformats.org/officeDocument/2006/relationships/audio" Target="../media/media33.wav"/><Relationship Id="rId9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audio" Target="../media/media35.wav"/><Relationship Id="rId3" Type="http://schemas.microsoft.com/office/2007/relationships/media" Target="../media/media33.wav"/><Relationship Id="rId7" Type="http://schemas.microsoft.com/office/2007/relationships/media" Target="../media/media35.wav"/><Relationship Id="rId2" Type="http://schemas.openxmlformats.org/officeDocument/2006/relationships/audio" Target="../media/media30.wav"/><Relationship Id="rId1" Type="http://schemas.microsoft.com/office/2007/relationships/media" Target="../media/media30.wav"/><Relationship Id="rId6" Type="http://schemas.openxmlformats.org/officeDocument/2006/relationships/audio" Target="../media/media34.wav"/><Relationship Id="rId11" Type="http://schemas.openxmlformats.org/officeDocument/2006/relationships/slide" Target="slide48.xml"/><Relationship Id="rId5" Type="http://schemas.microsoft.com/office/2007/relationships/media" Target="../media/media34.wav"/><Relationship Id="rId10" Type="http://schemas.openxmlformats.org/officeDocument/2006/relationships/image" Target="../media/image4.png"/><Relationship Id="rId4" Type="http://schemas.openxmlformats.org/officeDocument/2006/relationships/audio" Target="../media/media33.wav"/><Relationship Id="rId9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microsoft.com/office/2007/relationships/media" Target="../media/media35.wav"/><Relationship Id="rId7" Type="http://schemas.openxmlformats.org/officeDocument/2006/relationships/slide" Target="slide48.xml"/><Relationship Id="rId2" Type="http://schemas.openxmlformats.org/officeDocument/2006/relationships/audio" Target="../media/media30.wav"/><Relationship Id="rId1" Type="http://schemas.microsoft.com/office/2007/relationships/media" Target="../media/media30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35.wav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5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slide" Target="slide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3.xml"/><Relationship Id="rId5" Type="http://schemas.openxmlformats.org/officeDocument/2006/relationships/slide" Target="slide56.xml"/><Relationship Id="rId4" Type="http://schemas.openxmlformats.org/officeDocument/2006/relationships/slide" Target="slide55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audio" Target="../media/media38.wav"/><Relationship Id="rId13" Type="http://schemas.openxmlformats.org/officeDocument/2006/relationships/slideLayout" Target="../slideLayouts/slideLayout2.xml"/><Relationship Id="rId3" Type="http://schemas.microsoft.com/office/2007/relationships/media" Target="../media/media4.wav"/><Relationship Id="rId7" Type="http://schemas.microsoft.com/office/2007/relationships/media" Target="../media/media38.wav"/><Relationship Id="rId12" Type="http://schemas.openxmlformats.org/officeDocument/2006/relationships/audio" Target="../media/media40.wav"/><Relationship Id="rId2" Type="http://schemas.openxmlformats.org/officeDocument/2006/relationships/audio" Target="../media/media36.wav"/><Relationship Id="rId1" Type="http://schemas.microsoft.com/office/2007/relationships/media" Target="../media/media36.wav"/><Relationship Id="rId6" Type="http://schemas.openxmlformats.org/officeDocument/2006/relationships/audio" Target="../media/media37.wav"/><Relationship Id="rId11" Type="http://schemas.microsoft.com/office/2007/relationships/media" Target="../media/media40.wav"/><Relationship Id="rId5" Type="http://schemas.microsoft.com/office/2007/relationships/media" Target="../media/media37.wav"/><Relationship Id="rId15" Type="http://schemas.openxmlformats.org/officeDocument/2006/relationships/slide" Target="slide56.xml"/><Relationship Id="rId10" Type="http://schemas.openxmlformats.org/officeDocument/2006/relationships/audio" Target="../media/media39.wav"/><Relationship Id="rId4" Type="http://schemas.openxmlformats.org/officeDocument/2006/relationships/audio" Target="../media/media4.wav"/><Relationship Id="rId9" Type="http://schemas.microsoft.com/office/2007/relationships/media" Target="../media/media39.wav"/><Relationship Id="rId14" Type="http://schemas.openxmlformats.org/officeDocument/2006/relationships/image" Target="../media/image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audio" Target="../media/media40.wav"/><Relationship Id="rId3" Type="http://schemas.microsoft.com/office/2007/relationships/media" Target="../media/media38.wav"/><Relationship Id="rId7" Type="http://schemas.microsoft.com/office/2007/relationships/media" Target="../media/media40.wav"/><Relationship Id="rId2" Type="http://schemas.openxmlformats.org/officeDocument/2006/relationships/audio" Target="../media/media36.wav"/><Relationship Id="rId1" Type="http://schemas.microsoft.com/office/2007/relationships/media" Target="../media/media36.wav"/><Relationship Id="rId6" Type="http://schemas.openxmlformats.org/officeDocument/2006/relationships/audio" Target="../media/media39.wav"/><Relationship Id="rId11" Type="http://schemas.openxmlformats.org/officeDocument/2006/relationships/slide" Target="slide56.xml"/><Relationship Id="rId5" Type="http://schemas.microsoft.com/office/2007/relationships/media" Target="../media/media39.wav"/><Relationship Id="rId10" Type="http://schemas.openxmlformats.org/officeDocument/2006/relationships/image" Target="../media/image4.png"/><Relationship Id="rId4" Type="http://schemas.openxmlformats.org/officeDocument/2006/relationships/audio" Target="../media/media38.wav"/><Relationship Id="rId9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audio" Target="../media/media40.wav"/><Relationship Id="rId3" Type="http://schemas.microsoft.com/office/2007/relationships/media" Target="../media/media38.wav"/><Relationship Id="rId7" Type="http://schemas.microsoft.com/office/2007/relationships/media" Target="../media/media40.wav"/><Relationship Id="rId2" Type="http://schemas.openxmlformats.org/officeDocument/2006/relationships/audio" Target="../media/media36.wav"/><Relationship Id="rId1" Type="http://schemas.microsoft.com/office/2007/relationships/media" Target="../media/media36.wav"/><Relationship Id="rId6" Type="http://schemas.openxmlformats.org/officeDocument/2006/relationships/audio" Target="../media/media39.wav"/><Relationship Id="rId11" Type="http://schemas.openxmlformats.org/officeDocument/2006/relationships/slide" Target="slide56.xml"/><Relationship Id="rId5" Type="http://schemas.microsoft.com/office/2007/relationships/media" Target="../media/media39.wav"/><Relationship Id="rId10" Type="http://schemas.openxmlformats.org/officeDocument/2006/relationships/image" Target="../media/image4.png"/><Relationship Id="rId4" Type="http://schemas.openxmlformats.org/officeDocument/2006/relationships/audio" Target="../media/media38.wav"/><Relationship Id="rId9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microsoft.com/office/2007/relationships/media" Target="../media/media40.wav"/><Relationship Id="rId7" Type="http://schemas.openxmlformats.org/officeDocument/2006/relationships/slide" Target="slide56.xml"/><Relationship Id="rId2" Type="http://schemas.openxmlformats.org/officeDocument/2006/relationships/audio" Target="../media/media36.wav"/><Relationship Id="rId1" Type="http://schemas.microsoft.com/office/2007/relationships/media" Target="../media/media36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40.wav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" Target="slide5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5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slide" Target="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1.xml"/><Relationship Id="rId5" Type="http://schemas.openxmlformats.org/officeDocument/2006/relationships/slide" Target="slide64.xml"/><Relationship Id="rId4" Type="http://schemas.openxmlformats.org/officeDocument/2006/relationships/slide" Target="slide63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audio" Target="../media/media44.wav"/><Relationship Id="rId13" Type="http://schemas.openxmlformats.org/officeDocument/2006/relationships/slideLayout" Target="../slideLayouts/slideLayout2.xml"/><Relationship Id="rId3" Type="http://schemas.microsoft.com/office/2007/relationships/media" Target="../media/media42.wav"/><Relationship Id="rId7" Type="http://schemas.microsoft.com/office/2007/relationships/media" Target="../media/media44.wav"/><Relationship Id="rId12" Type="http://schemas.openxmlformats.org/officeDocument/2006/relationships/audio" Target="../media/media46.wav"/><Relationship Id="rId2" Type="http://schemas.openxmlformats.org/officeDocument/2006/relationships/audio" Target="../media/media41.wav"/><Relationship Id="rId1" Type="http://schemas.microsoft.com/office/2007/relationships/media" Target="../media/media41.wav"/><Relationship Id="rId6" Type="http://schemas.openxmlformats.org/officeDocument/2006/relationships/audio" Target="../media/media43.wav"/><Relationship Id="rId11" Type="http://schemas.microsoft.com/office/2007/relationships/media" Target="../media/media46.wav"/><Relationship Id="rId5" Type="http://schemas.microsoft.com/office/2007/relationships/media" Target="../media/media43.wav"/><Relationship Id="rId15" Type="http://schemas.openxmlformats.org/officeDocument/2006/relationships/slide" Target="slide64.xml"/><Relationship Id="rId10" Type="http://schemas.openxmlformats.org/officeDocument/2006/relationships/audio" Target="../media/media45.wav"/><Relationship Id="rId4" Type="http://schemas.openxmlformats.org/officeDocument/2006/relationships/audio" Target="../media/media42.wav"/><Relationship Id="rId9" Type="http://schemas.microsoft.com/office/2007/relationships/media" Target="../media/media45.wav"/><Relationship Id="rId1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audio" Target="../media/media46.wav"/><Relationship Id="rId3" Type="http://schemas.microsoft.com/office/2007/relationships/media" Target="../media/media44.wav"/><Relationship Id="rId7" Type="http://schemas.microsoft.com/office/2007/relationships/media" Target="../media/media46.wav"/><Relationship Id="rId2" Type="http://schemas.openxmlformats.org/officeDocument/2006/relationships/audio" Target="../media/media41.wav"/><Relationship Id="rId1" Type="http://schemas.microsoft.com/office/2007/relationships/media" Target="../media/media41.wav"/><Relationship Id="rId6" Type="http://schemas.openxmlformats.org/officeDocument/2006/relationships/audio" Target="../media/media45.wav"/><Relationship Id="rId11" Type="http://schemas.openxmlformats.org/officeDocument/2006/relationships/slide" Target="slide64.xml"/><Relationship Id="rId5" Type="http://schemas.microsoft.com/office/2007/relationships/media" Target="../media/media45.wav"/><Relationship Id="rId10" Type="http://schemas.openxmlformats.org/officeDocument/2006/relationships/image" Target="../media/image4.png"/><Relationship Id="rId4" Type="http://schemas.openxmlformats.org/officeDocument/2006/relationships/audio" Target="../media/media44.wav"/><Relationship Id="rId9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audio" Target="../media/media46.wav"/><Relationship Id="rId3" Type="http://schemas.microsoft.com/office/2007/relationships/media" Target="../media/media44.wav"/><Relationship Id="rId7" Type="http://schemas.microsoft.com/office/2007/relationships/media" Target="../media/media46.wav"/><Relationship Id="rId2" Type="http://schemas.openxmlformats.org/officeDocument/2006/relationships/audio" Target="../media/media41.wav"/><Relationship Id="rId1" Type="http://schemas.microsoft.com/office/2007/relationships/media" Target="../media/media41.wav"/><Relationship Id="rId6" Type="http://schemas.openxmlformats.org/officeDocument/2006/relationships/audio" Target="../media/media45.wav"/><Relationship Id="rId11" Type="http://schemas.openxmlformats.org/officeDocument/2006/relationships/slide" Target="slide64.xml"/><Relationship Id="rId5" Type="http://schemas.microsoft.com/office/2007/relationships/media" Target="../media/media45.wav"/><Relationship Id="rId10" Type="http://schemas.openxmlformats.org/officeDocument/2006/relationships/image" Target="../media/image4.png"/><Relationship Id="rId4" Type="http://schemas.openxmlformats.org/officeDocument/2006/relationships/audio" Target="../media/media44.wav"/><Relationship Id="rId9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media" Target="../media/media46.wav"/><Relationship Id="rId7" Type="http://schemas.openxmlformats.org/officeDocument/2006/relationships/slide" Target="slide64.xml"/><Relationship Id="rId2" Type="http://schemas.openxmlformats.org/officeDocument/2006/relationships/audio" Target="../media/media41.wav"/><Relationship Id="rId1" Type="http://schemas.microsoft.com/office/2007/relationships/media" Target="../media/media41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46.wav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slide" Target="slide68.xml"/><Relationship Id="rId1" Type="http://schemas.openxmlformats.org/officeDocument/2006/relationships/slideLayout" Target="../slideLayouts/slideLayout2.xml"/><Relationship Id="rId5" Type="http://schemas.openxmlformats.org/officeDocument/2006/relationships/slide" Target="slide69.xml"/><Relationship Id="rId4" Type="http://schemas.openxmlformats.org/officeDocument/2006/relationships/slide" Target="slide71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audio" Target="../media/media50.wav"/><Relationship Id="rId3" Type="http://schemas.microsoft.com/office/2007/relationships/media" Target="../media/media48.wav"/><Relationship Id="rId7" Type="http://schemas.microsoft.com/office/2007/relationships/media" Target="../media/media50.wav"/><Relationship Id="rId2" Type="http://schemas.openxmlformats.org/officeDocument/2006/relationships/audio" Target="../media/media47.wav"/><Relationship Id="rId1" Type="http://schemas.microsoft.com/office/2007/relationships/media" Target="../media/media47.wav"/><Relationship Id="rId6" Type="http://schemas.openxmlformats.org/officeDocument/2006/relationships/audio" Target="../media/media49.wav"/><Relationship Id="rId11" Type="http://schemas.openxmlformats.org/officeDocument/2006/relationships/slide" Target="slide71.xml"/><Relationship Id="rId5" Type="http://schemas.microsoft.com/office/2007/relationships/media" Target="../media/media49.wav"/><Relationship Id="rId10" Type="http://schemas.openxmlformats.org/officeDocument/2006/relationships/image" Target="../media/image4.png"/><Relationship Id="rId4" Type="http://schemas.openxmlformats.org/officeDocument/2006/relationships/audio" Target="../media/media48.wav"/><Relationship Id="rId9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microsoft.com/office/2007/relationships/media" Target="../media/media50.wav"/><Relationship Id="rId7" Type="http://schemas.openxmlformats.org/officeDocument/2006/relationships/slide" Target="slide71.xml"/><Relationship Id="rId2" Type="http://schemas.openxmlformats.org/officeDocument/2006/relationships/audio" Target="../media/media47.wav"/><Relationship Id="rId1" Type="http://schemas.microsoft.com/office/2007/relationships/media" Target="../media/media47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50.wav"/></Relationships>
</file>

<file path=ppt/slides/_rels/slide70.xml.rels><?xml version="1.0" encoding="UTF-8" standalone="yes"?>
<Relationships xmlns="http://schemas.openxmlformats.org/package/2006/relationships"><Relationship Id="rId3" Type="http://schemas.microsoft.com/office/2007/relationships/media" Target="../media/media50.wav"/><Relationship Id="rId7" Type="http://schemas.openxmlformats.org/officeDocument/2006/relationships/slide" Target="slide71.xml"/><Relationship Id="rId2" Type="http://schemas.openxmlformats.org/officeDocument/2006/relationships/audio" Target="../media/media47.wav"/><Relationship Id="rId1" Type="http://schemas.microsoft.com/office/2007/relationships/media" Target="../media/media47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50.wav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" Target="slide7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slide" Target="slide77.xml"/><Relationship Id="rId2" Type="http://schemas.openxmlformats.org/officeDocument/2006/relationships/slide" Target="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6.xml"/><Relationship Id="rId5" Type="http://schemas.openxmlformats.org/officeDocument/2006/relationships/slide" Target="slide79.xml"/><Relationship Id="rId4" Type="http://schemas.openxmlformats.org/officeDocument/2006/relationships/slide" Target="slide78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audio" Target="../media/media54.wav"/><Relationship Id="rId13" Type="http://schemas.openxmlformats.org/officeDocument/2006/relationships/slideLayout" Target="../slideLayouts/slideLayout2.xml"/><Relationship Id="rId3" Type="http://schemas.microsoft.com/office/2007/relationships/media" Target="../media/media52.wav"/><Relationship Id="rId7" Type="http://schemas.microsoft.com/office/2007/relationships/media" Target="../media/media54.wav"/><Relationship Id="rId12" Type="http://schemas.openxmlformats.org/officeDocument/2006/relationships/audio" Target="../media/media56.wav"/><Relationship Id="rId2" Type="http://schemas.openxmlformats.org/officeDocument/2006/relationships/audio" Target="../media/media51.wav"/><Relationship Id="rId1" Type="http://schemas.microsoft.com/office/2007/relationships/media" Target="../media/media51.wav"/><Relationship Id="rId6" Type="http://schemas.openxmlformats.org/officeDocument/2006/relationships/audio" Target="../media/media53.wav"/><Relationship Id="rId11" Type="http://schemas.microsoft.com/office/2007/relationships/media" Target="../media/media56.wav"/><Relationship Id="rId5" Type="http://schemas.microsoft.com/office/2007/relationships/media" Target="../media/media53.wav"/><Relationship Id="rId15" Type="http://schemas.openxmlformats.org/officeDocument/2006/relationships/slide" Target="slide79.xml"/><Relationship Id="rId10" Type="http://schemas.openxmlformats.org/officeDocument/2006/relationships/audio" Target="../media/media55.wav"/><Relationship Id="rId4" Type="http://schemas.openxmlformats.org/officeDocument/2006/relationships/audio" Target="../media/media52.wav"/><Relationship Id="rId9" Type="http://schemas.microsoft.com/office/2007/relationships/media" Target="../media/media55.wav"/><Relationship Id="rId14" Type="http://schemas.openxmlformats.org/officeDocument/2006/relationships/image" Target="../media/image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audio" Target="../media/media56.wav"/><Relationship Id="rId3" Type="http://schemas.microsoft.com/office/2007/relationships/media" Target="../media/media54.wav"/><Relationship Id="rId7" Type="http://schemas.microsoft.com/office/2007/relationships/media" Target="../media/media56.wav"/><Relationship Id="rId2" Type="http://schemas.openxmlformats.org/officeDocument/2006/relationships/audio" Target="../media/media51.wav"/><Relationship Id="rId1" Type="http://schemas.microsoft.com/office/2007/relationships/media" Target="../media/media51.wav"/><Relationship Id="rId6" Type="http://schemas.openxmlformats.org/officeDocument/2006/relationships/audio" Target="../media/media55.wav"/><Relationship Id="rId11" Type="http://schemas.openxmlformats.org/officeDocument/2006/relationships/slide" Target="slide79.xml"/><Relationship Id="rId5" Type="http://schemas.microsoft.com/office/2007/relationships/media" Target="../media/media55.wav"/><Relationship Id="rId10" Type="http://schemas.openxmlformats.org/officeDocument/2006/relationships/image" Target="../media/image4.png"/><Relationship Id="rId4" Type="http://schemas.openxmlformats.org/officeDocument/2006/relationships/audio" Target="../media/media54.wav"/><Relationship Id="rId9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audio" Target="../media/media56.wav"/><Relationship Id="rId3" Type="http://schemas.microsoft.com/office/2007/relationships/media" Target="../media/media54.wav"/><Relationship Id="rId7" Type="http://schemas.microsoft.com/office/2007/relationships/media" Target="../media/media56.wav"/><Relationship Id="rId2" Type="http://schemas.openxmlformats.org/officeDocument/2006/relationships/audio" Target="../media/media51.wav"/><Relationship Id="rId1" Type="http://schemas.microsoft.com/office/2007/relationships/media" Target="../media/media51.wav"/><Relationship Id="rId6" Type="http://schemas.openxmlformats.org/officeDocument/2006/relationships/audio" Target="../media/media55.wav"/><Relationship Id="rId11" Type="http://schemas.openxmlformats.org/officeDocument/2006/relationships/slide" Target="slide79.xml"/><Relationship Id="rId5" Type="http://schemas.microsoft.com/office/2007/relationships/media" Target="../media/media55.wav"/><Relationship Id="rId10" Type="http://schemas.openxmlformats.org/officeDocument/2006/relationships/image" Target="../media/image4.png"/><Relationship Id="rId4" Type="http://schemas.openxmlformats.org/officeDocument/2006/relationships/audio" Target="../media/media54.wav"/><Relationship Id="rId9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microsoft.com/office/2007/relationships/media" Target="../media/media56.wav"/><Relationship Id="rId7" Type="http://schemas.openxmlformats.org/officeDocument/2006/relationships/slide" Target="slide79.xml"/><Relationship Id="rId2" Type="http://schemas.openxmlformats.org/officeDocument/2006/relationships/audio" Target="../media/media51.wav"/><Relationship Id="rId1" Type="http://schemas.microsoft.com/office/2007/relationships/media" Target="../media/media51.wav"/><Relationship Id="rId6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56.wav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slide" Target="slide80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Rectangle 2">
            <a:extLst>
              <a:ext uri="{FF2B5EF4-FFF2-40B4-BE49-F238E27FC236}">
                <a16:creationId xmlns:a16="http://schemas.microsoft.com/office/drawing/2014/main" id="{A022AE01-8C8E-C449-875F-CB4EEF7C2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第四次学习</a:t>
            </a:r>
            <a:endParaRPr lang="zh-CN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516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办法？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58071F2A-A662-2949-ACD3-568BB7545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办法 </a:t>
            </a:r>
            <a:r>
              <a:rPr kumimoji="1" lang="zh-CN" altLang="zh-CN" sz="2800"/>
              <a:t>bànfǎ </a:t>
            </a:r>
            <a:endParaRPr kumimoji="1" lang="zh-CN" altLang="en-US" sz="2800"/>
          </a:p>
        </p:txBody>
      </p:sp>
      <p:sp>
        <p:nvSpPr>
          <p:cNvPr id="5122" name="内容占位符 2">
            <a:extLst>
              <a:ext uri="{FF2B5EF4-FFF2-40B4-BE49-F238E27FC236}">
                <a16:creationId xmlns:a16="http://schemas.microsoft.com/office/drawing/2014/main" id="{19CC0AD5-4A11-D54B-805D-8ABE050245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 dirty="0"/>
              <a:t>办 </a:t>
            </a:r>
            <a:r>
              <a:rPr kumimoji="1" lang="zh-CN" altLang="zh-CN" sz="2000" dirty="0"/>
              <a:t>bàn </a:t>
            </a:r>
            <a:r>
              <a:rPr lang="en-US" altLang="zh-CN" sz="2000" dirty="0"/>
              <a:t>VERB</a:t>
            </a:r>
            <a:r>
              <a:rPr lang="zh-CN" altLang="en-US" sz="2000" dirty="0"/>
              <a:t> </a:t>
            </a:r>
            <a:r>
              <a:rPr lang="en-US" altLang="zh-CN" sz="2000" dirty="0"/>
              <a:t> do; handle; manage; tackle; attend to</a:t>
            </a:r>
          </a:p>
          <a:p>
            <a:pPr eaLnBrk="1" hangingPunct="1"/>
            <a:r>
              <a:rPr lang="zh-CN" altLang="en-US" sz="2000" dirty="0"/>
              <a:t>法</a:t>
            </a:r>
            <a:r>
              <a:rPr lang="en-US" altLang="zh-CN" sz="2000" dirty="0"/>
              <a:t> </a:t>
            </a:r>
            <a:r>
              <a:rPr kumimoji="1" lang="zh-CN" altLang="zh-CN" sz="2000" dirty="0"/>
              <a:t>fǎ </a:t>
            </a:r>
            <a:r>
              <a:rPr lang="en-US" altLang="zh-CN" sz="2000" dirty="0"/>
              <a:t>NOUN  method; way;</a:t>
            </a:r>
            <a:r>
              <a:rPr lang="zh-CN" altLang="en-US" sz="2000" dirty="0"/>
              <a:t> </a:t>
            </a:r>
            <a:r>
              <a:rPr lang="en-US" altLang="zh-CN" sz="2000" dirty="0"/>
              <a:t>mode</a:t>
            </a:r>
          </a:p>
          <a:p>
            <a:pPr eaLnBrk="1" hangingPunct="1"/>
            <a:r>
              <a:rPr lang="en-US" altLang="zh-CN" sz="2000" dirty="0"/>
              <a:t>NOUN</a:t>
            </a:r>
            <a:r>
              <a:rPr lang="zh-CN" altLang="en-US" sz="2000" dirty="0"/>
              <a:t>   </a:t>
            </a:r>
            <a:r>
              <a:rPr lang="zh-CN" altLang="zh-CN" sz="2000" dirty="0"/>
              <a:t>way; means; measure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想（一级） 办法 </a:t>
            </a:r>
            <a:r>
              <a:rPr lang="zh-CN" altLang="zh-CN" sz="2000" dirty="0"/>
              <a:t>Think of ways to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解决（三级） 办法 </a:t>
            </a:r>
            <a:r>
              <a:rPr lang="zh-CN" altLang="zh-CN" sz="2000" dirty="0"/>
              <a:t>Solution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没办法，这就是北京人。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没办法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méibànfǎ  ，  </a:t>
            </a:r>
            <a:r>
              <a:rPr kumimoji="1" lang="zh-CN" altLang="en-US" sz="2000" dirty="0"/>
              <a:t>这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zhè  </a:t>
            </a:r>
            <a:r>
              <a:rPr kumimoji="1" lang="zh-CN" altLang="en-US" sz="2000" dirty="0"/>
              <a:t>就是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jiùshì  </a:t>
            </a:r>
            <a:r>
              <a:rPr kumimoji="1" lang="zh-CN" altLang="en-US" sz="2000" dirty="0"/>
              <a:t>北京人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běijīngrén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No way, this is Beijinger.</a:t>
            </a:r>
            <a:endParaRPr kumimoji="1" lang="zh-CN" altLang="en-US" sz="2000" dirty="0"/>
          </a:p>
        </p:txBody>
      </p:sp>
      <p:pic>
        <p:nvPicPr>
          <p:cNvPr id="2" name="办法.wav" descr="办法.wav">
            <a:hlinkClick r:id="" action="ppaction://media"/>
            <a:extLst>
              <a:ext uri="{FF2B5EF4-FFF2-40B4-BE49-F238E27FC236}">
                <a16:creationId xmlns:a16="http://schemas.microsoft.com/office/drawing/2014/main" id="{01290A45-27D9-4C41-9919-B3953EBE590F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65138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办.wav" descr="办.wav">
            <a:hlinkClick r:id="" action="ppaction://media"/>
            <a:extLst>
              <a:ext uri="{FF2B5EF4-FFF2-40B4-BE49-F238E27FC236}">
                <a16:creationId xmlns:a16="http://schemas.microsoft.com/office/drawing/2014/main" id="{D6495757-CD77-4B4F-A3F4-C8646E12F5E8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11938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法.wav" descr="法.wav">
            <a:hlinkClick r:id="" action="ppaction://media"/>
            <a:extLst>
              <a:ext uri="{FF2B5EF4-FFF2-40B4-BE49-F238E27FC236}">
                <a16:creationId xmlns:a16="http://schemas.microsoft.com/office/drawing/2014/main" id="{178B84FE-7171-A84B-98E7-922658AF8688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888" y="15748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想办法.wav" descr="想办法.wav">
            <a:hlinkClick r:id="" action="ppaction://media"/>
            <a:extLst>
              <a:ext uri="{FF2B5EF4-FFF2-40B4-BE49-F238E27FC236}">
                <a16:creationId xmlns:a16="http://schemas.microsoft.com/office/drawing/2014/main" id="{52785ADA-811A-9547-AE70-00EB4C829C8B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26416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解决办法.wav" descr="解决办法.wav">
            <a:hlinkClick r:id="" action="ppaction://media"/>
            <a:extLst>
              <a:ext uri="{FF2B5EF4-FFF2-40B4-BE49-F238E27FC236}">
                <a16:creationId xmlns:a16="http://schemas.microsoft.com/office/drawing/2014/main" id="{2E62AF7A-C4F3-CB4E-A298-178A13997F37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600" y="29718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没办法，这就是北京人。.wav" descr="没办法，这就是北京人。.wav">
            <a:hlinkClick r:id="" action="ppaction://media"/>
            <a:extLst>
              <a:ext uri="{FF2B5EF4-FFF2-40B4-BE49-F238E27FC236}">
                <a16:creationId xmlns:a16="http://schemas.microsoft.com/office/drawing/2014/main" id="{4BCCE8D0-790E-6941-B83A-01DF186F5108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37084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E4C36105-58A0-5640-9778-DDA0C79CF726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8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27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58071F2A-A662-2949-ACD3-568BB7545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办法 </a:t>
            </a:r>
            <a:r>
              <a:rPr kumimoji="1" lang="zh-CN" altLang="zh-CN" sz="2800"/>
              <a:t>bànfǎ </a:t>
            </a:r>
            <a:endParaRPr kumimoji="1" lang="zh-CN" altLang="en-US" sz="2800"/>
          </a:p>
        </p:txBody>
      </p:sp>
      <p:sp>
        <p:nvSpPr>
          <p:cNvPr id="5122" name="内容占位符 2">
            <a:extLst>
              <a:ext uri="{FF2B5EF4-FFF2-40B4-BE49-F238E27FC236}">
                <a16:creationId xmlns:a16="http://schemas.microsoft.com/office/drawing/2014/main" id="{19CC0AD5-4A11-D54B-805D-8ABE050245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NOUN</a:t>
            </a:r>
            <a:r>
              <a:rPr lang="zh-CN" altLang="en-US" sz="2000" dirty="0"/>
              <a:t>   </a:t>
            </a:r>
            <a:r>
              <a:rPr lang="zh-CN" altLang="zh-CN" sz="2000" dirty="0"/>
              <a:t>way; means; measure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想（一级） 办法 </a:t>
            </a:r>
            <a:r>
              <a:rPr lang="zh-CN" altLang="zh-CN" sz="2000" dirty="0"/>
              <a:t>Think of ways to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解决（三级） 办法 </a:t>
            </a:r>
            <a:r>
              <a:rPr lang="zh-CN" altLang="zh-CN" sz="2000" dirty="0"/>
              <a:t>Solution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没办法，这就是北京人。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没办法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méibànfǎ  ，  </a:t>
            </a:r>
            <a:r>
              <a:rPr kumimoji="1" lang="zh-CN" altLang="en-US" sz="2000" dirty="0"/>
              <a:t>这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zhè  </a:t>
            </a:r>
            <a:r>
              <a:rPr kumimoji="1" lang="zh-CN" altLang="en-US" sz="2000" dirty="0"/>
              <a:t>就是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jiùshì  </a:t>
            </a:r>
            <a:r>
              <a:rPr kumimoji="1" lang="zh-CN" altLang="en-US" sz="2000" dirty="0"/>
              <a:t>北京人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běijīngrén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No way, this is Beijinger.</a:t>
            </a:r>
            <a:endParaRPr kumimoji="1" lang="zh-CN" altLang="en-US" sz="2000" dirty="0"/>
          </a:p>
        </p:txBody>
      </p:sp>
      <p:pic>
        <p:nvPicPr>
          <p:cNvPr id="2" name="办法.wav" descr="办法.wav">
            <a:hlinkClick r:id="" action="ppaction://media"/>
            <a:extLst>
              <a:ext uri="{FF2B5EF4-FFF2-40B4-BE49-F238E27FC236}">
                <a16:creationId xmlns:a16="http://schemas.microsoft.com/office/drawing/2014/main" id="{01290A45-27D9-4C41-9919-B3953EBE590F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65138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想办法.wav" descr="想办法.wav">
            <a:hlinkClick r:id="" action="ppaction://media"/>
            <a:extLst>
              <a:ext uri="{FF2B5EF4-FFF2-40B4-BE49-F238E27FC236}">
                <a16:creationId xmlns:a16="http://schemas.microsoft.com/office/drawing/2014/main" id="{52785ADA-811A-9547-AE70-00EB4C829C8B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9050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解决办法.wav" descr="解决办法.wav">
            <a:hlinkClick r:id="" action="ppaction://media"/>
            <a:extLst>
              <a:ext uri="{FF2B5EF4-FFF2-40B4-BE49-F238E27FC236}">
                <a16:creationId xmlns:a16="http://schemas.microsoft.com/office/drawing/2014/main" id="{2E62AF7A-C4F3-CB4E-A298-178A13997F37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600" y="22352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没办法，这就是北京人。.wav" descr="没办法，这就是北京人。.wav">
            <a:hlinkClick r:id="" action="ppaction://media"/>
            <a:extLst>
              <a:ext uri="{FF2B5EF4-FFF2-40B4-BE49-F238E27FC236}">
                <a16:creationId xmlns:a16="http://schemas.microsoft.com/office/drawing/2014/main" id="{4BCCE8D0-790E-6941-B83A-01DF186F5108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9718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711F6E33-9DE4-0044-AD81-4F0A975E2BCA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951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27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58071F2A-A662-2949-ACD3-568BB7545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办法 </a:t>
            </a:r>
            <a:r>
              <a:rPr kumimoji="1" lang="zh-CN" altLang="zh-CN" sz="2800"/>
              <a:t>bànfǎ </a:t>
            </a:r>
            <a:endParaRPr kumimoji="1" lang="zh-CN" altLang="en-US" sz="2800"/>
          </a:p>
        </p:txBody>
      </p:sp>
      <p:sp>
        <p:nvSpPr>
          <p:cNvPr id="5122" name="内容占位符 2">
            <a:extLst>
              <a:ext uri="{FF2B5EF4-FFF2-40B4-BE49-F238E27FC236}">
                <a16:creationId xmlns:a16="http://schemas.microsoft.com/office/drawing/2014/main" id="{19CC0AD5-4A11-D54B-805D-8ABE050245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想（一级） 办法 </a:t>
            </a:r>
            <a:r>
              <a:rPr lang="zh-CN" altLang="zh-CN" sz="2000" dirty="0"/>
              <a:t>Think of ways to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解决（三级） 办法 </a:t>
            </a:r>
            <a:r>
              <a:rPr lang="zh-CN" altLang="zh-CN" sz="2000" dirty="0"/>
              <a:t>Solution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没办法，这就是北京人。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没办法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méibànfǎ  ，  </a:t>
            </a:r>
            <a:r>
              <a:rPr kumimoji="1" lang="zh-CN" altLang="en-US" sz="2000" dirty="0"/>
              <a:t>这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zhè  </a:t>
            </a:r>
            <a:r>
              <a:rPr kumimoji="1" lang="zh-CN" altLang="en-US" sz="2000" dirty="0"/>
              <a:t>就是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jiùshì  </a:t>
            </a:r>
            <a:r>
              <a:rPr kumimoji="1" lang="zh-CN" altLang="en-US" sz="2000" dirty="0"/>
              <a:t>北京人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běijīngrén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No way, this is Beijinger.</a:t>
            </a:r>
            <a:endParaRPr kumimoji="1" lang="zh-CN" altLang="en-US" sz="2000" dirty="0"/>
          </a:p>
        </p:txBody>
      </p:sp>
      <p:pic>
        <p:nvPicPr>
          <p:cNvPr id="2" name="办法.wav" descr="办法.wav">
            <a:hlinkClick r:id="" action="ppaction://media"/>
            <a:extLst>
              <a:ext uri="{FF2B5EF4-FFF2-40B4-BE49-F238E27FC236}">
                <a16:creationId xmlns:a16="http://schemas.microsoft.com/office/drawing/2014/main" id="{01290A45-27D9-4C41-9919-B3953EBE590F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65138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想办法.wav" descr="想办法.wav">
            <a:hlinkClick r:id="" action="ppaction://media"/>
            <a:extLst>
              <a:ext uri="{FF2B5EF4-FFF2-40B4-BE49-F238E27FC236}">
                <a16:creationId xmlns:a16="http://schemas.microsoft.com/office/drawing/2014/main" id="{52785ADA-811A-9547-AE70-00EB4C829C8B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240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解决办法.wav" descr="解决办法.wav">
            <a:hlinkClick r:id="" action="ppaction://media"/>
            <a:extLst>
              <a:ext uri="{FF2B5EF4-FFF2-40B4-BE49-F238E27FC236}">
                <a16:creationId xmlns:a16="http://schemas.microsoft.com/office/drawing/2014/main" id="{2E62AF7A-C4F3-CB4E-A298-178A13997F37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600" y="18542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没办法，这就是北京人。.wav" descr="没办法，这就是北京人。.wav">
            <a:hlinkClick r:id="" action="ppaction://media"/>
            <a:extLst>
              <a:ext uri="{FF2B5EF4-FFF2-40B4-BE49-F238E27FC236}">
                <a16:creationId xmlns:a16="http://schemas.microsoft.com/office/drawing/2014/main" id="{4BCCE8D0-790E-6941-B83A-01DF186F5108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25908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E4618CF1-78A2-2E4A-AA9E-653B3660BE3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419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27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58071F2A-A662-2949-ACD3-568BB7545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办法 </a:t>
            </a:r>
            <a:r>
              <a:rPr kumimoji="1" lang="zh-CN" altLang="zh-CN" sz="2800"/>
              <a:t>bànfǎ </a:t>
            </a:r>
            <a:endParaRPr kumimoji="1" lang="zh-CN" altLang="en-US" sz="2800"/>
          </a:p>
        </p:txBody>
      </p:sp>
      <p:sp>
        <p:nvSpPr>
          <p:cNvPr id="5122" name="内容占位符 2">
            <a:extLst>
              <a:ext uri="{FF2B5EF4-FFF2-40B4-BE49-F238E27FC236}">
                <a16:creationId xmlns:a16="http://schemas.microsoft.com/office/drawing/2014/main" id="{19CC0AD5-4A11-D54B-805D-8ABE050245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没办法，这就是北京人。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没办法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méibànfǎ  ，  </a:t>
            </a:r>
            <a:r>
              <a:rPr kumimoji="1" lang="zh-CN" altLang="en-US" sz="2000" dirty="0"/>
              <a:t>这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zhè  </a:t>
            </a:r>
            <a:r>
              <a:rPr kumimoji="1" lang="zh-CN" altLang="en-US" sz="2000" dirty="0"/>
              <a:t>就是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jiùshì  </a:t>
            </a:r>
            <a:r>
              <a:rPr kumimoji="1" lang="zh-CN" altLang="en-US" sz="2000" dirty="0"/>
              <a:t>北京人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běijīngrén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No way, this is Beijinger.</a:t>
            </a:r>
            <a:endParaRPr kumimoji="1" lang="zh-CN" altLang="en-US" sz="2000" dirty="0"/>
          </a:p>
        </p:txBody>
      </p:sp>
      <p:pic>
        <p:nvPicPr>
          <p:cNvPr id="2" name="办法.wav" descr="办法.wav">
            <a:hlinkClick r:id="" action="ppaction://media"/>
            <a:extLst>
              <a:ext uri="{FF2B5EF4-FFF2-40B4-BE49-F238E27FC236}">
                <a16:creationId xmlns:a16="http://schemas.microsoft.com/office/drawing/2014/main" id="{01290A45-27D9-4C41-9919-B3953EBE590F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65138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没办法，这就是北京人。.wav" descr="没办法，这就是北京人。.wav">
            <a:hlinkClick r:id="" action="ppaction://media"/>
            <a:extLst>
              <a:ext uri="{FF2B5EF4-FFF2-40B4-BE49-F238E27FC236}">
                <a16:creationId xmlns:a16="http://schemas.microsoft.com/office/drawing/2014/main" id="{4BCCE8D0-790E-6941-B83A-01DF186F5108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524000"/>
            <a:ext cx="482600" cy="48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1A09D18B-424B-E543-9D5A-1B99A71FFE67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0052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73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标题 1">
            <a:extLst>
              <a:ext uri="{FF2B5EF4-FFF2-40B4-BE49-F238E27FC236}">
                <a16:creationId xmlns:a16="http://schemas.microsoft.com/office/drawing/2014/main" id="{D36BFA5C-36CE-8845-B643-35B4E37979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D31E20-F035-A04C-BE9E-DCE0259EB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 way; means; measure</a:t>
            </a:r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A.</a:t>
            </a:r>
            <a:r>
              <a:rPr lang="zh-CN" altLang="en-US" sz="2000" dirty="0"/>
              <a:t>红  </a:t>
            </a:r>
            <a:r>
              <a:rPr lang="en-US" altLang="zh-CN" sz="2000" dirty="0"/>
              <a:t>B.</a:t>
            </a:r>
            <a:r>
              <a:rPr lang="zh-CN" altLang="en-US" sz="2000" dirty="0"/>
              <a:t>办法  </a:t>
            </a:r>
            <a:r>
              <a:rPr lang="en-US" altLang="zh-CN" sz="2000" dirty="0"/>
              <a:t>C.</a:t>
            </a:r>
            <a:r>
              <a:rPr lang="zh-CN" altLang="en-US" sz="2000" dirty="0"/>
              <a:t>过去  </a:t>
            </a:r>
            <a:r>
              <a:rPr lang="en-US" altLang="zh-CN" sz="2000" dirty="0"/>
              <a:t>D.</a:t>
            </a:r>
            <a:r>
              <a:rPr lang="zh-CN" altLang="en-US" sz="2000" dirty="0"/>
              <a:t>七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想（）   </a:t>
            </a:r>
            <a:r>
              <a:rPr lang="en-US" altLang="zh-CN" sz="2000" dirty="0"/>
              <a:t>A.</a:t>
            </a:r>
            <a:r>
              <a:rPr lang="zh-CN" altLang="en-US" sz="2000" dirty="0"/>
              <a:t>上午  </a:t>
            </a:r>
            <a:r>
              <a:rPr lang="en-US" altLang="zh-CN" sz="2000" dirty="0"/>
              <a:t>B.</a:t>
            </a:r>
            <a:r>
              <a:rPr lang="zh-CN" altLang="en-US" sz="2000" dirty="0"/>
              <a:t>决定 </a:t>
            </a:r>
            <a:r>
              <a:rPr lang="en-US" altLang="zh-CN" sz="2000" dirty="0"/>
              <a:t> C.</a:t>
            </a:r>
            <a:r>
              <a:rPr lang="zh-CN" altLang="en-US" sz="2000" dirty="0"/>
              <a:t> 办法  </a:t>
            </a:r>
            <a:r>
              <a:rPr lang="en-US" altLang="zh-CN" sz="2000" dirty="0"/>
              <a:t>D.</a:t>
            </a:r>
            <a:r>
              <a:rPr lang="zh-CN" altLang="en-US" sz="2000" dirty="0"/>
              <a:t>一点儿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解决（）    </a:t>
            </a:r>
            <a:r>
              <a:rPr lang="en-US" altLang="zh-CN" sz="2000" dirty="0"/>
              <a:t>A.</a:t>
            </a:r>
            <a:r>
              <a:rPr lang="zh-CN" altLang="en-US" sz="2000" dirty="0"/>
              <a:t> 办法  </a:t>
            </a:r>
            <a:r>
              <a:rPr lang="en-US" altLang="zh-CN" sz="2000" dirty="0"/>
              <a:t>B.</a:t>
            </a:r>
            <a:r>
              <a:rPr lang="zh-CN" altLang="en-US" sz="2000" dirty="0"/>
              <a:t>客人</a:t>
            </a:r>
            <a:r>
              <a:rPr lang="en-US" altLang="zh-CN" sz="2000" dirty="0"/>
              <a:t>  C.</a:t>
            </a:r>
            <a:r>
              <a:rPr lang="zh-CN" altLang="en-US" sz="2000" dirty="0"/>
              <a:t> 工作  </a:t>
            </a:r>
            <a:r>
              <a:rPr lang="en-US" altLang="zh-CN" sz="2000" dirty="0"/>
              <a:t>D.</a:t>
            </a:r>
            <a:r>
              <a:rPr lang="zh-CN" altLang="en-US" sz="2000" dirty="0"/>
              <a:t>二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没办（），这就是北京人。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AC6442F2-664F-A64A-9D0D-EC87A69C8888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5924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0533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地方？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757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标题 1">
            <a:extLst>
              <a:ext uri="{FF2B5EF4-FFF2-40B4-BE49-F238E27FC236}">
                <a16:creationId xmlns:a16="http://schemas.microsoft.com/office/drawing/2014/main" id="{2658E028-7D50-EE4B-B60B-293F63CC0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地方 </a:t>
            </a:r>
            <a:r>
              <a:rPr kumimoji="1" lang="zh-CN" altLang="zh-CN" sz="2800"/>
              <a:t>dìfāng </a:t>
            </a:r>
            <a:endParaRPr kumimoji="1" lang="zh-CN" altLang="en-US" sz="2800"/>
          </a:p>
        </p:txBody>
      </p:sp>
      <p:sp>
        <p:nvSpPr>
          <p:cNvPr id="7170" name="内容占位符 2">
            <a:extLst>
              <a:ext uri="{FF2B5EF4-FFF2-40B4-BE49-F238E27FC236}">
                <a16:creationId xmlns:a16="http://schemas.microsoft.com/office/drawing/2014/main" id="{81B25A5F-EC40-EA4E-9999-1061B32E9D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/>
              <a:t>地 </a:t>
            </a:r>
            <a:r>
              <a:rPr kumimoji="1" lang="zh-CN" altLang="zh-CN" sz="2000"/>
              <a:t>dì </a:t>
            </a:r>
            <a:r>
              <a:rPr lang="en-US" altLang="zh-CN" sz="2000"/>
              <a:t>NOUN  place; locality</a:t>
            </a:r>
          </a:p>
          <a:p>
            <a:pPr eaLnBrk="1" hangingPunct="1"/>
            <a:r>
              <a:rPr lang="zh-CN" altLang="en-US" sz="2000"/>
              <a:t>方 </a:t>
            </a:r>
            <a:r>
              <a:rPr kumimoji="1" lang="zh-CN" altLang="zh-CN" sz="2000"/>
              <a:t>fāng </a:t>
            </a:r>
            <a:r>
              <a:rPr lang="en-US" altLang="zh-CN" sz="2000"/>
              <a:t>NOUN</a:t>
            </a:r>
            <a:r>
              <a:rPr lang="zh-CN" altLang="en-US" sz="2000"/>
              <a:t>  </a:t>
            </a:r>
            <a:r>
              <a:rPr lang="en-US" altLang="zh-CN" sz="2000"/>
              <a:t>place; region; locality</a:t>
            </a:r>
          </a:p>
          <a:p>
            <a:pPr eaLnBrk="1" hangingPunct="1"/>
            <a:r>
              <a:rPr lang="en-US" altLang="zh-CN" sz="2000"/>
              <a:t>NOUN</a:t>
            </a:r>
            <a:r>
              <a:rPr lang="zh-CN" altLang="en-US" sz="2000"/>
              <a:t>   </a:t>
            </a:r>
            <a:r>
              <a:rPr lang="zh-CN" altLang="zh-CN" sz="2000"/>
              <a:t>place;</a:t>
            </a:r>
            <a:r>
              <a:rPr lang="zh-CN" altLang="en-US" sz="2000"/>
              <a:t> </a:t>
            </a:r>
            <a:r>
              <a:rPr lang="zh-CN" altLang="zh-CN" sz="2000"/>
              <a:t>space;</a:t>
            </a:r>
            <a:r>
              <a:rPr lang="zh-CN" altLang="en-US" sz="2000"/>
              <a:t> </a:t>
            </a:r>
            <a:r>
              <a:rPr lang="zh-CN" altLang="zh-CN" sz="2000"/>
              <a:t>room</a:t>
            </a:r>
            <a:endParaRPr lang="en-US" altLang="zh-CN" sz="2000"/>
          </a:p>
          <a:p>
            <a:pPr eaLnBrk="1" hangingPunct="1"/>
            <a:r>
              <a:rPr lang="en-US" altLang="zh-CN" sz="2000"/>
              <a:t>Collocation: </a:t>
            </a:r>
          </a:p>
          <a:p>
            <a:pPr eaLnBrk="1" hangingPunct="1"/>
            <a:r>
              <a:rPr lang="zh-CN" altLang="en-US" sz="2000"/>
              <a:t>远（二级） 的 地方  </a:t>
            </a:r>
            <a:r>
              <a:rPr lang="zh-CN" altLang="zh-CN" sz="2000"/>
              <a:t>far away</a:t>
            </a:r>
            <a:endParaRPr lang="zh-CN" altLang="en-US" sz="2000"/>
          </a:p>
          <a:p>
            <a:pPr eaLnBrk="1" hangingPunct="1"/>
            <a:r>
              <a:rPr lang="zh-CN" altLang="en-US" sz="2000"/>
              <a:t>找（二级） 地方  </a:t>
            </a:r>
            <a:r>
              <a:rPr lang="zh-CN" altLang="zh-CN" sz="2000"/>
              <a:t>find a place</a:t>
            </a:r>
            <a:endParaRPr lang="en-US" altLang="zh-CN" sz="2000"/>
          </a:p>
          <a:p>
            <a:pPr eaLnBrk="1" hangingPunct="1"/>
            <a:r>
              <a:rPr lang="en-US" altLang="zh-CN" sz="2000"/>
              <a:t>Sentence:</a:t>
            </a:r>
          </a:p>
          <a:p>
            <a:pPr eaLnBrk="1" hangingPunct="1"/>
            <a:r>
              <a:rPr kumimoji="1" lang="zh-CN" altLang="en-US" sz="2000"/>
              <a:t>记者：我知道那是个风景优美的地方。</a:t>
            </a:r>
            <a:r>
              <a:rPr kumimoji="1" lang="en-US" altLang="zh-CN" sz="2000"/>
              <a:t>['</a:t>
            </a:r>
            <a:r>
              <a:rPr kumimoji="1" lang="zh-CN" altLang="en-US" sz="2000"/>
              <a:t>记者</a:t>
            </a:r>
            <a:r>
              <a:rPr kumimoji="1" lang="en-US" altLang="zh-CN" sz="2000"/>
              <a:t>’]</a:t>
            </a:r>
          </a:p>
          <a:p>
            <a:pPr eaLnBrk="1" hangingPunct="1"/>
            <a:r>
              <a:rPr kumimoji="1" lang="zh-CN" altLang="en-US" sz="2000"/>
              <a:t>记者</a:t>
            </a:r>
            <a:r>
              <a:rPr kumimoji="1" lang="en-US" altLang="zh-CN" sz="2000"/>
              <a:t>/</a:t>
            </a:r>
            <a:r>
              <a:rPr kumimoji="1" lang="zh-CN" altLang="zh-CN" sz="2000"/>
              <a:t>jìzhě  ：  </a:t>
            </a:r>
            <a:r>
              <a:rPr kumimoji="1" lang="zh-CN" altLang="en-US" sz="2000"/>
              <a:t>我</a:t>
            </a:r>
            <a:r>
              <a:rPr kumimoji="1" lang="en-US" altLang="zh-CN" sz="2000"/>
              <a:t>/</a:t>
            </a:r>
            <a:r>
              <a:rPr kumimoji="1" lang="zh-CN" altLang="zh-CN" sz="2000"/>
              <a:t>wǒ  </a:t>
            </a:r>
            <a:r>
              <a:rPr kumimoji="1" lang="zh-CN" altLang="en-US" sz="2000"/>
              <a:t>知道</a:t>
            </a:r>
            <a:r>
              <a:rPr kumimoji="1" lang="en-US" altLang="zh-CN" sz="2000"/>
              <a:t>/</a:t>
            </a:r>
            <a:r>
              <a:rPr kumimoji="1" lang="zh-CN" altLang="zh-CN" sz="2000"/>
              <a:t>zhīdao  </a:t>
            </a:r>
            <a:r>
              <a:rPr kumimoji="1" lang="zh-CN" altLang="en-US" sz="2000"/>
              <a:t>那是</a:t>
            </a:r>
            <a:r>
              <a:rPr kumimoji="1" lang="en-US" altLang="zh-CN" sz="2000"/>
              <a:t>/</a:t>
            </a:r>
            <a:r>
              <a:rPr kumimoji="1" lang="zh-CN" altLang="zh-CN" sz="2000"/>
              <a:t>nàshì  </a:t>
            </a:r>
            <a:r>
              <a:rPr kumimoji="1" lang="zh-CN" altLang="en-US" sz="2000"/>
              <a:t>个</a:t>
            </a:r>
            <a:r>
              <a:rPr kumimoji="1" lang="en-US" altLang="zh-CN" sz="2000"/>
              <a:t>/</a:t>
            </a:r>
            <a:r>
              <a:rPr kumimoji="1" lang="zh-CN" altLang="zh-CN" sz="2000"/>
              <a:t>gè  </a:t>
            </a:r>
            <a:r>
              <a:rPr kumimoji="1" lang="zh-CN" altLang="en-US" sz="2000"/>
              <a:t>风景</a:t>
            </a:r>
            <a:r>
              <a:rPr kumimoji="1" lang="en-US" altLang="zh-CN" sz="2000"/>
              <a:t>/</a:t>
            </a:r>
            <a:r>
              <a:rPr kumimoji="1" lang="zh-CN" altLang="zh-CN" sz="2000"/>
              <a:t>fēngjǐng  </a:t>
            </a:r>
            <a:r>
              <a:rPr kumimoji="1" lang="zh-CN" altLang="en-US" sz="2000"/>
              <a:t>优美</a:t>
            </a:r>
            <a:r>
              <a:rPr kumimoji="1" lang="en-US" altLang="zh-CN" sz="2000"/>
              <a:t>/</a:t>
            </a:r>
            <a:r>
              <a:rPr kumimoji="1" lang="zh-CN" altLang="zh-CN" sz="2000"/>
              <a:t>yōuměi  </a:t>
            </a:r>
            <a:r>
              <a:rPr kumimoji="1" lang="zh-CN" altLang="en-US" sz="2000"/>
              <a:t>的</a:t>
            </a:r>
            <a:r>
              <a:rPr kumimoji="1" lang="en-US" altLang="zh-CN" sz="2000"/>
              <a:t>/</a:t>
            </a:r>
            <a:r>
              <a:rPr kumimoji="1" lang="zh-CN" altLang="zh-CN" sz="2000"/>
              <a:t>de  </a:t>
            </a:r>
            <a:r>
              <a:rPr kumimoji="1" lang="zh-CN" altLang="en-US" sz="2000"/>
              <a:t>地方</a:t>
            </a:r>
            <a:r>
              <a:rPr kumimoji="1" lang="en-US" altLang="zh-CN" sz="2000"/>
              <a:t>/</a:t>
            </a:r>
            <a:r>
              <a:rPr kumimoji="1" lang="zh-CN" altLang="zh-CN" sz="2000"/>
              <a:t>dìfāng  。</a:t>
            </a:r>
            <a:endParaRPr kumimoji="1" lang="en-US" altLang="zh-CN" sz="2000"/>
          </a:p>
          <a:p>
            <a:pPr eaLnBrk="1" hangingPunct="1"/>
            <a:r>
              <a:rPr kumimoji="1" lang="zh-CN" altLang="zh-CN" sz="2000"/>
              <a:t>Reporter: I know it's a beautiful place.</a:t>
            </a:r>
            <a:endParaRPr kumimoji="1" lang="zh-CN" altLang="en-US" sz="2000"/>
          </a:p>
        </p:txBody>
      </p:sp>
      <p:pic>
        <p:nvPicPr>
          <p:cNvPr id="2" name="地方.wav" descr="地方.wav">
            <a:hlinkClick r:id="" action="ppaction://media"/>
            <a:extLst>
              <a:ext uri="{FF2B5EF4-FFF2-40B4-BE49-F238E27FC236}">
                <a16:creationId xmlns:a16="http://schemas.microsoft.com/office/drawing/2014/main" id="{7B8B438C-62AD-524B-94C2-B64D74E6F3CE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82600"/>
            <a:ext cx="487363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地.wav" descr="地.wav">
            <a:hlinkClick r:id="" action="ppaction://media"/>
            <a:extLst>
              <a:ext uri="{FF2B5EF4-FFF2-40B4-BE49-F238E27FC236}">
                <a16:creationId xmlns:a16="http://schemas.microsoft.com/office/drawing/2014/main" id="{3A779AA1-FA9B-0248-AAD9-5077A34B6C0B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144588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方.wav" descr="方.wav">
            <a:hlinkClick r:id="" action="ppaction://media"/>
            <a:extLst>
              <a:ext uri="{FF2B5EF4-FFF2-40B4-BE49-F238E27FC236}">
                <a16:creationId xmlns:a16="http://schemas.microsoft.com/office/drawing/2014/main" id="{4BE9F65F-AD06-184D-8A5F-61B07D94B510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400" y="1570038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远的地方.wav" descr="远的地方.wav">
            <a:hlinkClick r:id="" action="ppaction://media"/>
            <a:extLst>
              <a:ext uri="{FF2B5EF4-FFF2-40B4-BE49-F238E27FC236}">
                <a16:creationId xmlns:a16="http://schemas.microsoft.com/office/drawing/2014/main" id="{5960324B-6EE3-0045-83D0-80BD527AED04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038" y="2636838"/>
            <a:ext cx="487362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找地方.wav" descr="找地方.wav">
            <a:hlinkClick r:id="" action="ppaction://media"/>
            <a:extLst>
              <a:ext uri="{FF2B5EF4-FFF2-40B4-BE49-F238E27FC236}">
                <a16:creationId xmlns:a16="http://schemas.microsoft.com/office/drawing/2014/main" id="{1116F0F7-0239-3D40-B6C1-4CF7C982EAD4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3048000"/>
            <a:ext cx="487362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记者：我知道那是个风景优美的地方。.wav" descr="记者：我知道那是个风景优美的地方。.wav">
            <a:hlinkClick r:id="" action="ppaction://media"/>
            <a:extLst>
              <a:ext uri="{FF2B5EF4-FFF2-40B4-BE49-F238E27FC236}">
                <a16:creationId xmlns:a16="http://schemas.microsoft.com/office/drawing/2014/main" id="{490AF32F-4200-F545-BC1F-9CA9C44C04EA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5200" y="3703638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1EF62E0B-2CA1-354B-BAAA-05B6142B549C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8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72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1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374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标题 1">
            <a:extLst>
              <a:ext uri="{FF2B5EF4-FFF2-40B4-BE49-F238E27FC236}">
                <a16:creationId xmlns:a16="http://schemas.microsoft.com/office/drawing/2014/main" id="{2658E028-7D50-EE4B-B60B-293F63CC0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地方 </a:t>
            </a:r>
            <a:r>
              <a:rPr kumimoji="1" lang="zh-CN" altLang="zh-CN" sz="2800"/>
              <a:t>dìfāng </a:t>
            </a:r>
            <a:endParaRPr kumimoji="1" lang="zh-CN" altLang="en-US" sz="2800"/>
          </a:p>
        </p:txBody>
      </p:sp>
      <p:sp>
        <p:nvSpPr>
          <p:cNvPr id="7170" name="内容占位符 2">
            <a:extLst>
              <a:ext uri="{FF2B5EF4-FFF2-40B4-BE49-F238E27FC236}">
                <a16:creationId xmlns:a16="http://schemas.microsoft.com/office/drawing/2014/main" id="{81B25A5F-EC40-EA4E-9999-1061B32E9D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NOUN</a:t>
            </a:r>
            <a:r>
              <a:rPr lang="zh-CN" altLang="en-US" sz="2000" dirty="0"/>
              <a:t>   </a:t>
            </a:r>
            <a:r>
              <a:rPr lang="zh-CN" altLang="zh-CN" sz="2000" dirty="0"/>
              <a:t>place;</a:t>
            </a:r>
            <a:r>
              <a:rPr lang="zh-CN" altLang="en-US" sz="2000" dirty="0"/>
              <a:t> </a:t>
            </a:r>
            <a:r>
              <a:rPr lang="zh-CN" altLang="zh-CN" sz="2000" dirty="0"/>
              <a:t>space;</a:t>
            </a:r>
            <a:r>
              <a:rPr lang="zh-CN" altLang="en-US" sz="2000" dirty="0"/>
              <a:t> </a:t>
            </a:r>
            <a:r>
              <a:rPr lang="zh-CN" altLang="zh-CN" sz="2000" dirty="0"/>
              <a:t>room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远（二级） 的 地方  </a:t>
            </a:r>
            <a:r>
              <a:rPr lang="zh-CN" altLang="zh-CN" sz="2000" dirty="0"/>
              <a:t>far away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找（二级） 地方  </a:t>
            </a:r>
            <a:r>
              <a:rPr lang="zh-CN" altLang="zh-CN" sz="2000" dirty="0"/>
              <a:t>find a place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记者：我知道那是个风景优美的地方。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记者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记者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jìzhě  ：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知道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zhīdao  </a:t>
            </a:r>
            <a:r>
              <a:rPr kumimoji="1" lang="zh-CN" altLang="en-US" sz="2000" dirty="0"/>
              <a:t>那是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nàshì  </a:t>
            </a:r>
            <a:r>
              <a:rPr kumimoji="1" lang="zh-CN" altLang="en-US" sz="2000" dirty="0"/>
              <a:t>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gè  </a:t>
            </a:r>
            <a:r>
              <a:rPr kumimoji="1" lang="zh-CN" altLang="en-US" sz="2000" dirty="0"/>
              <a:t>风景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fēngjǐng  </a:t>
            </a:r>
            <a:r>
              <a:rPr kumimoji="1" lang="zh-CN" altLang="en-US" sz="2000" dirty="0"/>
              <a:t>优美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yōuměi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地方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dìfāng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Reporter: I know it's a beautiful place.</a:t>
            </a:r>
            <a:endParaRPr kumimoji="1" lang="zh-CN" altLang="en-US" sz="2000" dirty="0"/>
          </a:p>
        </p:txBody>
      </p:sp>
      <p:pic>
        <p:nvPicPr>
          <p:cNvPr id="2" name="地方.wav" descr="地方.wav">
            <a:hlinkClick r:id="" action="ppaction://media"/>
            <a:extLst>
              <a:ext uri="{FF2B5EF4-FFF2-40B4-BE49-F238E27FC236}">
                <a16:creationId xmlns:a16="http://schemas.microsoft.com/office/drawing/2014/main" id="{7B8B438C-62AD-524B-94C2-B64D74E6F3CE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82600"/>
            <a:ext cx="487363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远的地方.wav" descr="远的地方.wav">
            <a:hlinkClick r:id="" action="ppaction://media"/>
            <a:extLst>
              <a:ext uri="{FF2B5EF4-FFF2-40B4-BE49-F238E27FC236}">
                <a16:creationId xmlns:a16="http://schemas.microsoft.com/office/drawing/2014/main" id="{5960324B-6EE3-0045-83D0-80BD527AED04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038" y="1828800"/>
            <a:ext cx="487362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找地方.wav" descr="找地方.wav">
            <a:hlinkClick r:id="" action="ppaction://media"/>
            <a:extLst>
              <a:ext uri="{FF2B5EF4-FFF2-40B4-BE49-F238E27FC236}">
                <a16:creationId xmlns:a16="http://schemas.microsoft.com/office/drawing/2014/main" id="{1116F0F7-0239-3D40-B6C1-4CF7C982EAD4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2239962"/>
            <a:ext cx="487362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记者：我知道那是个风景优美的地方。.wav" descr="记者：我知道那是个风景优美的地方。.wav">
            <a:hlinkClick r:id="" action="ppaction://media"/>
            <a:extLst>
              <a:ext uri="{FF2B5EF4-FFF2-40B4-BE49-F238E27FC236}">
                <a16:creationId xmlns:a16="http://schemas.microsoft.com/office/drawing/2014/main" id="{490AF32F-4200-F545-BC1F-9CA9C44C04E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5200" y="2895600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106E814F-8EC0-1E43-B47A-8756675595EE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8355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1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74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标题 1">
            <a:extLst>
              <a:ext uri="{FF2B5EF4-FFF2-40B4-BE49-F238E27FC236}">
                <a16:creationId xmlns:a16="http://schemas.microsoft.com/office/drawing/2014/main" id="{2658E028-7D50-EE4B-B60B-293F63CC0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地方 </a:t>
            </a:r>
            <a:r>
              <a:rPr kumimoji="1" lang="zh-CN" altLang="zh-CN" sz="2800"/>
              <a:t>dìfāng </a:t>
            </a:r>
            <a:endParaRPr kumimoji="1" lang="zh-CN" altLang="en-US" sz="2800"/>
          </a:p>
        </p:txBody>
      </p:sp>
      <p:sp>
        <p:nvSpPr>
          <p:cNvPr id="7170" name="内容占位符 2">
            <a:extLst>
              <a:ext uri="{FF2B5EF4-FFF2-40B4-BE49-F238E27FC236}">
                <a16:creationId xmlns:a16="http://schemas.microsoft.com/office/drawing/2014/main" id="{81B25A5F-EC40-EA4E-9999-1061B32E9D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远（二级） 的 地方  </a:t>
            </a:r>
            <a:r>
              <a:rPr lang="zh-CN" altLang="zh-CN" sz="2000" dirty="0"/>
              <a:t>far away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找（二级） 地方  </a:t>
            </a:r>
            <a:r>
              <a:rPr lang="zh-CN" altLang="zh-CN" sz="2000" dirty="0"/>
              <a:t>find a place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记者：我知道那是个风景优美的地方。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记者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记者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jìzhě  ：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知道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zhīdao  </a:t>
            </a:r>
            <a:r>
              <a:rPr kumimoji="1" lang="zh-CN" altLang="en-US" sz="2000" dirty="0"/>
              <a:t>那是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nàshì  </a:t>
            </a:r>
            <a:r>
              <a:rPr kumimoji="1" lang="zh-CN" altLang="en-US" sz="2000" dirty="0"/>
              <a:t>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gè  </a:t>
            </a:r>
            <a:r>
              <a:rPr kumimoji="1" lang="zh-CN" altLang="en-US" sz="2000" dirty="0"/>
              <a:t>风景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fēngjǐng  </a:t>
            </a:r>
            <a:r>
              <a:rPr kumimoji="1" lang="zh-CN" altLang="en-US" sz="2000" dirty="0"/>
              <a:t>优美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yōuměi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地方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dìfāng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Reporter: I know it's a beautiful place.</a:t>
            </a:r>
            <a:endParaRPr kumimoji="1" lang="zh-CN" altLang="en-US" sz="2000" dirty="0"/>
          </a:p>
        </p:txBody>
      </p:sp>
      <p:pic>
        <p:nvPicPr>
          <p:cNvPr id="2" name="地方.wav" descr="地方.wav">
            <a:hlinkClick r:id="" action="ppaction://media"/>
            <a:extLst>
              <a:ext uri="{FF2B5EF4-FFF2-40B4-BE49-F238E27FC236}">
                <a16:creationId xmlns:a16="http://schemas.microsoft.com/office/drawing/2014/main" id="{7B8B438C-62AD-524B-94C2-B64D74E6F3CE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82600"/>
            <a:ext cx="487363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远的地方.wav" descr="远的地方.wav">
            <a:hlinkClick r:id="" action="ppaction://media"/>
            <a:extLst>
              <a:ext uri="{FF2B5EF4-FFF2-40B4-BE49-F238E27FC236}">
                <a16:creationId xmlns:a16="http://schemas.microsoft.com/office/drawing/2014/main" id="{5960324B-6EE3-0045-83D0-80BD527AED04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038" y="1493838"/>
            <a:ext cx="487362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找地方.wav" descr="找地方.wav">
            <a:hlinkClick r:id="" action="ppaction://media"/>
            <a:extLst>
              <a:ext uri="{FF2B5EF4-FFF2-40B4-BE49-F238E27FC236}">
                <a16:creationId xmlns:a16="http://schemas.microsoft.com/office/drawing/2014/main" id="{1116F0F7-0239-3D40-B6C1-4CF7C982EAD4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1905000"/>
            <a:ext cx="487362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记者：我知道那是个风景优美的地方。.wav" descr="记者：我知道那是个风景优美的地方。.wav">
            <a:hlinkClick r:id="" action="ppaction://media"/>
            <a:extLst>
              <a:ext uri="{FF2B5EF4-FFF2-40B4-BE49-F238E27FC236}">
                <a16:creationId xmlns:a16="http://schemas.microsoft.com/office/drawing/2014/main" id="{490AF32F-4200-F545-BC1F-9CA9C44C04E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5200" y="2560638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8FAD2E34-9FBD-6348-971A-CDC10E1BDC87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4700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1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74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标题 1">
            <a:extLst>
              <a:ext uri="{FF2B5EF4-FFF2-40B4-BE49-F238E27FC236}">
                <a16:creationId xmlns:a16="http://schemas.microsoft.com/office/drawing/2014/main" id="{2658E028-7D50-EE4B-B60B-293F63CC0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地方 </a:t>
            </a:r>
            <a:r>
              <a:rPr kumimoji="1" lang="zh-CN" altLang="zh-CN" sz="2800"/>
              <a:t>dìfāng </a:t>
            </a:r>
            <a:endParaRPr kumimoji="1" lang="zh-CN" altLang="en-US" sz="2800"/>
          </a:p>
        </p:txBody>
      </p:sp>
      <p:sp>
        <p:nvSpPr>
          <p:cNvPr id="7170" name="内容占位符 2">
            <a:extLst>
              <a:ext uri="{FF2B5EF4-FFF2-40B4-BE49-F238E27FC236}">
                <a16:creationId xmlns:a16="http://schemas.microsoft.com/office/drawing/2014/main" id="{81B25A5F-EC40-EA4E-9999-1061B32E9D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记者：我知道那是个风景优美的地方。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记者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记者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jìzhě  ：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知道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zhīdao  </a:t>
            </a:r>
            <a:r>
              <a:rPr kumimoji="1" lang="zh-CN" altLang="en-US" sz="2000" dirty="0"/>
              <a:t>那是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nàshì  </a:t>
            </a:r>
            <a:r>
              <a:rPr kumimoji="1" lang="zh-CN" altLang="en-US" sz="2000" dirty="0"/>
              <a:t>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gè  </a:t>
            </a:r>
            <a:r>
              <a:rPr kumimoji="1" lang="zh-CN" altLang="en-US" sz="2000" dirty="0"/>
              <a:t>风景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fēngjǐng  </a:t>
            </a:r>
            <a:r>
              <a:rPr kumimoji="1" lang="zh-CN" altLang="en-US" sz="2000" dirty="0"/>
              <a:t>优美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yōuměi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地方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dìfāng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Reporter: I know it's a beautiful place.</a:t>
            </a:r>
            <a:endParaRPr kumimoji="1" lang="zh-CN" altLang="en-US" sz="2000" dirty="0"/>
          </a:p>
        </p:txBody>
      </p:sp>
      <p:pic>
        <p:nvPicPr>
          <p:cNvPr id="2" name="地方.wav" descr="地方.wav">
            <a:hlinkClick r:id="" action="ppaction://media"/>
            <a:extLst>
              <a:ext uri="{FF2B5EF4-FFF2-40B4-BE49-F238E27FC236}">
                <a16:creationId xmlns:a16="http://schemas.microsoft.com/office/drawing/2014/main" id="{7B8B438C-62AD-524B-94C2-B64D74E6F3CE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482600"/>
            <a:ext cx="487363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记者：我知道那是个风景优美的地方。.wav" descr="记者：我知道那是个风景优美的地方。.wav">
            <a:hlinkClick r:id="" action="ppaction://media"/>
            <a:extLst>
              <a:ext uri="{FF2B5EF4-FFF2-40B4-BE49-F238E27FC236}">
                <a16:creationId xmlns:a16="http://schemas.microsoft.com/office/drawing/2014/main" id="{490AF32F-4200-F545-BC1F-9CA9C44C04E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837" y="1524000"/>
            <a:ext cx="487363" cy="48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9C9C3460-0E24-D044-9BCB-C2C3ED6091CE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0915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74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标题 1">
            <a:extLst>
              <a:ext uri="{FF2B5EF4-FFF2-40B4-BE49-F238E27FC236}">
                <a16:creationId xmlns:a16="http://schemas.microsoft.com/office/drawing/2014/main" id="{A6D04636-1ACB-2246-810A-86AEE73EFB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835B79-205A-3446-BFF6-93DD3658A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 place;</a:t>
            </a:r>
            <a:r>
              <a:rPr lang="zh-CN" altLang="en-US" sz="2000" dirty="0"/>
              <a:t> </a:t>
            </a:r>
            <a:r>
              <a:rPr lang="en" altLang="zh-CN" sz="2000" dirty="0"/>
              <a:t>space;</a:t>
            </a:r>
            <a:r>
              <a:rPr lang="zh-CN" altLang="en-US" sz="2000" dirty="0"/>
              <a:t> </a:t>
            </a:r>
            <a:r>
              <a:rPr lang="en" altLang="zh-CN" sz="2000" dirty="0"/>
              <a:t>room</a:t>
            </a:r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A.</a:t>
            </a:r>
            <a:r>
              <a:rPr lang="zh-CN" altLang="en-US" sz="2000" dirty="0"/>
              <a:t>关于  </a:t>
            </a:r>
            <a:r>
              <a:rPr lang="en-US" altLang="zh-CN" sz="2000" dirty="0"/>
              <a:t>B.</a:t>
            </a:r>
            <a:r>
              <a:rPr lang="zh-CN" altLang="en-US" sz="2000" dirty="0"/>
              <a:t>地方  </a:t>
            </a:r>
            <a:r>
              <a:rPr lang="en-US" altLang="zh-CN" sz="2000" dirty="0"/>
              <a:t>C.</a:t>
            </a:r>
            <a:r>
              <a:rPr lang="zh-CN" altLang="en-US" sz="2000" dirty="0"/>
              <a:t>腿  </a:t>
            </a:r>
            <a:r>
              <a:rPr lang="en-US" altLang="zh-CN" sz="2000" dirty="0"/>
              <a:t>D.</a:t>
            </a:r>
            <a:r>
              <a:rPr lang="zh-CN" altLang="en-US" sz="2000" dirty="0"/>
              <a:t>讲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远的（）  </a:t>
            </a:r>
            <a:r>
              <a:rPr lang="en-US" altLang="zh-CN" sz="2000" dirty="0"/>
              <a:t>A.</a:t>
            </a:r>
            <a:r>
              <a:rPr lang="zh-CN" altLang="en-US" sz="2000" dirty="0"/>
              <a:t>电子邮件  </a:t>
            </a:r>
            <a:r>
              <a:rPr lang="en-US" altLang="zh-CN" sz="2000" dirty="0"/>
              <a:t>B.</a:t>
            </a:r>
            <a:r>
              <a:rPr lang="zh-CN" altLang="en-US" sz="2000" dirty="0"/>
              <a:t>八 </a:t>
            </a:r>
            <a:r>
              <a:rPr lang="en-US" altLang="zh-CN" sz="2000" dirty="0"/>
              <a:t> C.</a:t>
            </a:r>
            <a:r>
              <a:rPr lang="zh-CN" altLang="en-US" sz="2000" dirty="0"/>
              <a:t> 地方  </a:t>
            </a:r>
            <a:r>
              <a:rPr lang="en-US" altLang="zh-CN" sz="2000" dirty="0"/>
              <a:t>D.</a:t>
            </a:r>
            <a:r>
              <a:rPr lang="zh-CN" altLang="en-US" sz="2000" dirty="0"/>
              <a:t>教室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找（）    </a:t>
            </a:r>
            <a:r>
              <a:rPr lang="en-US" altLang="zh-CN" sz="2000" dirty="0"/>
              <a:t>A.</a:t>
            </a:r>
            <a:r>
              <a:rPr lang="zh-CN" altLang="en-US" sz="2000" dirty="0"/>
              <a:t> 地铁  </a:t>
            </a:r>
            <a:r>
              <a:rPr lang="en-US" altLang="zh-CN" sz="2000" dirty="0"/>
              <a:t>B.</a:t>
            </a:r>
            <a:r>
              <a:rPr lang="zh-CN" altLang="en-US" sz="2000" dirty="0"/>
              <a:t>年轻</a:t>
            </a:r>
            <a:r>
              <a:rPr lang="en-US" altLang="zh-CN" sz="2000" dirty="0"/>
              <a:t>  C.</a:t>
            </a:r>
            <a:r>
              <a:rPr lang="zh-CN" altLang="en-US" sz="2000" dirty="0"/>
              <a:t> 经理  </a:t>
            </a:r>
            <a:r>
              <a:rPr lang="en-US" altLang="zh-CN" sz="2000" dirty="0"/>
              <a:t>D.</a:t>
            </a:r>
            <a:r>
              <a:rPr lang="zh-CN" altLang="en-US" sz="2000" dirty="0"/>
              <a:t>地方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记者：我知道那是个风景优美的地（）。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AC1C3FD-81D4-6B47-ACA6-81C13CC26538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576879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86060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坏处？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8140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标题 1">
            <a:extLst>
              <a:ext uri="{FF2B5EF4-FFF2-40B4-BE49-F238E27FC236}">
                <a16:creationId xmlns:a16="http://schemas.microsoft.com/office/drawing/2014/main" id="{6493FD81-11A8-6441-80D2-7E04236393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坏处 </a:t>
            </a:r>
            <a:r>
              <a:rPr kumimoji="1" lang="zh-CN" altLang="zh-CN"/>
              <a:t>huàichu </a:t>
            </a:r>
            <a:endParaRPr kumimoji="1" lang="zh-CN" altLang="en-US"/>
          </a:p>
        </p:txBody>
      </p:sp>
      <p:sp>
        <p:nvSpPr>
          <p:cNvPr id="9218" name="内容占位符 2">
            <a:extLst>
              <a:ext uri="{FF2B5EF4-FFF2-40B4-BE49-F238E27FC236}">
                <a16:creationId xmlns:a16="http://schemas.microsoft.com/office/drawing/2014/main" id="{CC58B363-EDA4-4647-A0E8-960C5ACB52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坏 </a:t>
            </a:r>
            <a:r>
              <a:rPr lang="zh-CN" altLang="zh-CN" sz="2000">
                <a:solidFill>
                  <a:srgbClr val="000000"/>
                </a:solidFill>
              </a:rPr>
              <a:t>huài ADJECTIVE </a:t>
            </a:r>
            <a:r>
              <a:rPr lang="en-US" altLang="zh-CN" sz="2000">
                <a:solidFill>
                  <a:srgbClr val="000000"/>
                </a:solidFill>
              </a:rPr>
              <a:t>bad; harmful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处 </a:t>
            </a:r>
            <a:r>
              <a:rPr lang="zh-CN" altLang="zh-CN" sz="2000">
                <a:solidFill>
                  <a:srgbClr val="000000"/>
                </a:solidFill>
              </a:rPr>
              <a:t>chù NOUN point; place</a:t>
            </a:r>
            <a:endParaRPr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NOUN  harm; disadvantage</a:t>
            </a:r>
            <a:endParaRPr lang="zh-CN" altLang="zh-CN" sz="2000">
              <a:solidFill>
                <a:srgbClr val="000000"/>
              </a:solidFill>
            </a:endParaRP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有 坏处</a:t>
            </a:r>
            <a:r>
              <a:rPr lang="en-US" altLang="zh-CN" sz="2000">
                <a:solidFill>
                  <a:srgbClr val="000000"/>
                </a:solidFill>
              </a:rPr>
              <a:t> bad 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>
                <a:solidFill>
                  <a:srgbClr val="000000"/>
                </a:solidFill>
              </a:rPr>
              <a:t>一点坏处也没有。</a:t>
            </a:r>
            <a:endParaRPr kumimoji="1"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>
                <a:solidFill>
                  <a:srgbClr val="000000"/>
                </a:solidFill>
              </a:rPr>
              <a:t>一点</a:t>
            </a:r>
            <a:r>
              <a:rPr kumimoji="1" lang="en-US" altLang="zh-CN" sz="2000">
                <a:solidFill>
                  <a:srgbClr val="000000"/>
                </a:solidFill>
              </a:rPr>
              <a:t>/yīdiǎn  </a:t>
            </a:r>
            <a:r>
              <a:rPr kumimoji="1" lang="zh-CN" altLang="en-US" sz="2000">
                <a:solidFill>
                  <a:srgbClr val="000000"/>
                </a:solidFill>
              </a:rPr>
              <a:t>坏处</a:t>
            </a:r>
            <a:r>
              <a:rPr kumimoji="1" lang="en-US" altLang="zh-CN" sz="2000">
                <a:solidFill>
                  <a:srgbClr val="000000"/>
                </a:solidFill>
              </a:rPr>
              <a:t>/huàichu  </a:t>
            </a:r>
            <a:r>
              <a:rPr kumimoji="1" lang="zh-CN" altLang="en-US" sz="2000">
                <a:solidFill>
                  <a:srgbClr val="000000"/>
                </a:solidFill>
              </a:rPr>
              <a:t>也</a:t>
            </a:r>
            <a:r>
              <a:rPr kumimoji="1" lang="en-US" altLang="zh-CN" sz="2000">
                <a:solidFill>
                  <a:srgbClr val="000000"/>
                </a:solidFill>
              </a:rPr>
              <a:t>/yě  </a:t>
            </a:r>
            <a:r>
              <a:rPr kumimoji="1" lang="zh-CN" altLang="en-US" sz="2000">
                <a:solidFill>
                  <a:srgbClr val="000000"/>
                </a:solidFill>
              </a:rPr>
              <a:t>没有</a:t>
            </a:r>
            <a:r>
              <a:rPr kumimoji="1" lang="en-US" altLang="zh-CN" sz="2000">
                <a:solidFill>
                  <a:srgbClr val="000000"/>
                </a:solidFill>
              </a:rPr>
              <a:t>/méiyǒu  </a:t>
            </a:r>
            <a:r>
              <a:rPr kumimoji="1" lang="zh-CN" altLang="en-US" sz="2000">
                <a:solidFill>
                  <a:srgbClr val="000000"/>
                </a:solidFill>
              </a:rPr>
              <a:t>。 </a:t>
            </a:r>
            <a:endParaRPr kumimoji="1"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/>
              <a:t>Not bad at all.</a:t>
            </a:r>
            <a:endParaRPr kumimoji="1" lang="zh-CN" altLang="en-US" sz="2000"/>
          </a:p>
        </p:txBody>
      </p:sp>
      <p:pic>
        <p:nvPicPr>
          <p:cNvPr id="2" name="坏处.wav" descr="坏处.wav">
            <a:hlinkClick r:id="" action="ppaction://media"/>
            <a:extLst>
              <a:ext uri="{FF2B5EF4-FFF2-40B4-BE49-F238E27FC236}">
                <a16:creationId xmlns:a16="http://schemas.microsoft.com/office/drawing/2014/main" id="{D56D93F1-BF8F-D940-8B5E-049144F853AC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493713"/>
            <a:ext cx="457200" cy="455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坏.wav" descr="坏.wav">
            <a:hlinkClick r:id="" action="ppaction://media"/>
            <a:extLst>
              <a:ext uri="{FF2B5EF4-FFF2-40B4-BE49-F238E27FC236}">
                <a16:creationId xmlns:a16="http://schemas.microsoft.com/office/drawing/2014/main" id="{969C5B29-04E3-6B4E-9A93-8F6CB8ABCE84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1219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处.wav" descr="处.wav">
            <a:hlinkClick r:id="" action="ppaction://media"/>
            <a:extLst>
              <a:ext uri="{FF2B5EF4-FFF2-40B4-BE49-F238E27FC236}">
                <a16:creationId xmlns:a16="http://schemas.microsoft.com/office/drawing/2014/main" id="{87B670A3-E8D3-6C43-9021-C590E12877F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0" y="1600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有坏处.wav" descr="有坏处.wav">
            <a:hlinkClick r:id="" action="ppaction://media"/>
            <a:extLst>
              <a:ext uri="{FF2B5EF4-FFF2-40B4-BE49-F238E27FC236}">
                <a16:creationId xmlns:a16="http://schemas.microsoft.com/office/drawing/2014/main" id="{7807BB7F-6B09-2C4B-8F60-22D816201848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2667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一点坏处也没有。.wav" descr="一点坏处也没有。.wav">
            <a:hlinkClick r:id="" action="ppaction://media"/>
            <a:extLst>
              <a:ext uri="{FF2B5EF4-FFF2-40B4-BE49-F238E27FC236}">
                <a16:creationId xmlns:a16="http://schemas.microsoft.com/office/drawing/2014/main" id="{CB130E4E-170D-AC40-82B3-110A7C32F912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3429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2801DCEA-C0AE-1747-9DB2-34FB71ECA46C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3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8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11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9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2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标题 1">
            <a:extLst>
              <a:ext uri="{FF2B5EF4-FFF2-40B4-BE49-F238E27FC236}">
                <a16:creationId xmlns:a16="http://schemas.microsoft.com/office/drawing/2014/main" id="{6493FD81-11A8-6441-80D2-7E04236393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坏处 </a:t>
            </a:r>
            <a:r>
              <a:rPr kumimoji="1" lang="zh-CN" altLang="zh-CN"/>
              <a:t>huàichu </a:t>
            </a:r>
            <a:endParaRPr kumimoji="1" lang="zh-CN" altLang="en-US"/>
          </a:p>
        </p:txBody>
      </p:sp>
      <p:sp>
        <p:nvSpPr>
          <p:cNvPr id="9218" name="内容占位符 2">
            <a:extLst>
              <a:ext uri="{FF2B5EF4-FFF2-40B4-BE49-F238E27FC236}">
                <a16:creationId xmlns:a16="http://schemas.microsoft.com/office/drawing/2014/main" id="{CC58B363-EDA4-4647-A0E8-960C5ACB52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NOUN  harm; disadvantage</a:t>
            </a:r>
            <a:endParaRPr lang="zh-CN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有 坏处</a:t>
            </a:r>
            <a:r>
              <a:rPr lang="en-US" altLang="zh-CN" sz="2000" dirty="0">
                <a:solidFill>
                  <a:srgbClr val="000000"/>
                </a:solidFill>
              </a:rPr>
              <a:t> bad 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一点坏处也没有。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yīdiǎn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坏处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huàichu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也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yě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没有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méiyǒu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 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Not bad at all.</a:t>
            </a:r>
            <a:endParaRPr kumimoji="1" lang="zh-CN" altLang="en-US" sz="2000" dirty="0"/>
          </a:p>
        </p:txBody>
      </p:sp>
      <p:pic>
        <p:nvPicPr>
          <p:cNvPr id="2" name="坏处.wav" descr="坏处.wav">
            <a:hlinkClick r:id="" action="ppaction://media"/>
            <a:extLst>
              <a:ext uri="{FF2B5EF4-FFF2-40B4-BE49-F238E27FC236}">
                <a16:creationId xmlns:a16="http://schemas.microsoft.com/office/drawing/2014/main" id="{D56D93F1-BF8F-D940-8B5E-049144F853AC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493713"/>
            <a:ext cx="457200" cy="455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有坏处.wav" descr="有坏处.wav">
            <a:hlinkClick r:id="" action="ppaction://media"/>
            <a:extLst>
              <a:ext uri="{FF2B5EF4-FFF2-40B4-BE49-F238E27FC236}">
                <a16:creationId xmlns:a16="http://schemas.microsoft.com/office/drawing/2014/main" id="{7807BB7F-6B09-2C4B-8F60-22D816201848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905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一点坏处也没有。.wav" descr="一点坏处也没有。.wav">
            <a:hlinkClick r:id="" action="ppaction://media"/>
            <a:extLst>
              <a:ext uri="{FF2B5EF4-FFF2-40B4-BE49-F238E27FC236}">
                <a16:creationId xmlns:a16="http://schemas.microsoft.com/office/drawing/2014/main" id="{CB130E4E-170D-AC40-82B3-110A7C32F91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2667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FAA40D0F-448F-334A-9605-D6ECD2367AEF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9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1420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1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9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1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标题 1">
            <a:extLst>
              <a:ext uri="{FF2B5EF4-FFF2-40B4-BE49-F238E27FC236}">
                <a16:creationId xmlns:a16="http://schemas.microsoft.com/office/drawing/2014/main" id="{6493FD81-11A8-6441-80D2-7E04236393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坏处 </a:t>
            </a:r>
            <a:r>
              <a:rPr kumimoji="1" lang="zh-CN" altLang="zh-CN"/>
              <a:t>huàichu </a:t>
            </a:r>
            <a:endParaRPr kumimoji="1" lang="zh-CN" altLang="en-US"/>
          </a:p>
        </p:txBody>
      </p:sp>
      <p:sp>
        <p:nvSpPr>
          <p:cNvPr id="9218" name="内容占位符 2">
            <a:extLst>
              <a:ext uri="{FF2B5EF4-FFF2-40B4-BE49-F238E27FC236}">
                <a16:creationId xmlns:a16="http://schemas.microsoft.com/office/drawing/2014/main" id="{CC58B363-EDA4-4647-A0E8-960C5ACB52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有 坏处</a:t>
            </a:r>
            <a:r>
              <a:rPr lang="en-US" altLang="zh-CN" sz="2000" dirty="0">
                <a:solidFill>
                  <a:srgbClr val="000000"/>
                </a:solidFill>
              </a:rPr>
              <a:t> bad 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一点坏处也没有。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yīdiǎn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坏处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huàichu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也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yě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没有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méiyǒu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 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Not bad at all.</a:t>
            </a:r>
            <a:endParaRPr kumimoji="1" lang="zh-CN" altLang="en-US" sz="2000" dirty="0"/>
          </a:p>
        </p:txBody>
      </p:sp>
      <p:pic>
        <p:nvPicPr>
          <p:cNvPr id="2" name="坏处.wav" descr="坏处.wav">
            <a:hlinkClick r:id="" action="ppaction://media"/>
            <a:extLst>
              <a:ext uri="{FF2B5EF4-FFF2-40B4-BE49-F238E27FC236}">
                <a16:creationId xmlns:a16="http://schemas.microsoft.com/office/drawing/2014/main" id="{D56D93F1-BF8F-D940-8B5E-049144F853AC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493713"/>
            <a:ext cx="457200" cy="455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有坏处.wav" descr="有坏处.wav">
            <a:hlinkClick r:id="" action="ppaction://media"/>
            <a:extLst>
              <a:ext uri="{FF2B5EF4-FFF2-40B4-BE49-F238E27FC236}">
                <a16:creationId xmlns:a16="http://schemas.microsoft.com/office/drawing/2014/main" id="{7807BB7F-6B09-2C4B-8F60-22D816201848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524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一点坏处也没有。.wav" descr="一点坏处也没有。.wav">
            <a:hlinkClick r:id="" action="ppaction://media"/>
            <a:extLst>
              <a:ext uri="{FF2B5EF4-FFF2-40B4-BE49-F238E27FC236}">
                <a16:creationId xmlns:a16="http://schemas.microsoft.com/office/drawing/2014/main" id="{CB130E4E-170D-AC40-82B3-110A7C32F91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2286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17D39BDB-0D57-7F42-A5E7-59F986583FFC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9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4319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1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9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1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标题 1">
            <a:extLst>
              <a:ext uri="{FF2B5EF4-FFF2-40B4-BE49-F238E27FC236}">
                <a16:creationId xmlns:a16="http://schemas.microsoft.com/office/drawing/2014/main" id="{6493FD81-11A8-6441-80D2-7E04236393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坏处 </a:t>
            </a:r>
            <a:r>
              <a:rPr kumimoji="1" lang="zh-CN" altLang="zh-CN"/>
              <a:t>huàichu </a:t>
            </a:r>
            <a:endParaRPr kumimoji="1" lang="zh-CN" altLang="en-US"/>
          </a:p>
        </p:txBody>
      </p:sp>
      <p:sp>
        <p:nvSpPr>
          <p:cNvPr id="9218" name="内容占位符 2">
            <a:extLst>
              <a:ext uri="{FF2B5EF4-FFF2-40B4-BE49-F238E27FC236}">
                <a16:creationId xmlns:a16="http://schemas.microsoft.com/office/drawing/2014/main" id="{CC58B363-EDA4-4647-A0E8-960C5ACB52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一点坏处也没有。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一点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yīdiǎn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坏处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huàichu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也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yě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没有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méiyǒu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 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Not bad at all.</a:t>
            </a:r>
            <a:endParaRPr kumimoji="1" lang="zh-CN" altLang="en-US" sz="2000" dirty="0"/>
          </a:p>
        </p:txBody>
      </p:sp>
      <p:pic>
        <p:nvPicPr>
          <p:cNvPr id="2" name="坏处.wav" descr="坏处.wav">
            <a:hlinkClick r:id="" action="ppaction://media"/>
            <a:extLst>
              <a:ext uri="{FF2B5EF4-FFF2-40B4-BE49-F238E27FC236}">
                <a16:creationId xmlns:a16="http://schemas.microsoft.com/office/drawing/2014/main" id="{D56D93F1-BF8F-D940-8B5E-049144F853AC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493713"/>
            <a:ext cx="457200" cy="455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一点坏处也没有。.wav" descr="一点坏处也没有。.wav">
            <a:hlinkClick r:id="" action="ppaction://media"/>
            <a:extLst>
              <a:ext uri="{FF2B5EF4-FFF2-40B4-BE49-F238E27FC236}">
                <a16:creationId xmlns:a16="http://schemas.microsoft.com/office/drawing/2014/main" id="{CB130E4E-170D-AC40-82B3-110A7C32F912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1524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3AFEF5B7-6AE7-6045-9370-E7AAE4C3519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3741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9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标题 1">
            <a:extLst>
              <a:ext uri="{FF2B5EF4-FFF2-40B4-BE49-F238E27FC236}">
                <a16:creationId xmlns:a16="http://schemas.microsoft.com/office/drawing/2014/main" id="{1C7AD643-1262-564F-A4B3-44A65E5955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CAA196-EDB3-4642-806F-B8D13059D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-US" altLang="zh-CN" sz="2000" dirty="0">
                <a:solidFill>
                  <a:srgbClr val="000000"/>
                </a:solidFill>
              </a:rPr>
              <a:t> harm; disadvantage</a:t>
            </a:r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A.</a:t>
            </a:r>
            <a:r>
              <a:rPr lang="zh-CN" altLang="en-US" sz="2000" dirty="0"/>
              <a:t>明白  </a:t>
            </a:r>
            <a:r>
              <a:rPr lang="en-US" altLang="zh-CN" sz="2000" dirty="0"/>
              <a:t>B.</a:t>
            </a:r>
            <a:r>
              <a:rPr lang="zh-CN" altLang="en-US" sz="2000" dirty="0"/>
              <a:t>坏处  </a:t>
            </a:r>
            <a:r>
              <a:rPr lang="en-US" altLang="zh-CN" sz="2000" dirty="0"/>
              <a:t>C.</a:t>
            </a:r>
            <a:r>
              <a:rPr lang="zh-CN" altLang="en-US" sz="2000" dirty="0"/>
              <a:t>重要  </a:t>
            </a:r>
            <a:r>
              <a:rPr lang="en-US" altLang="zh-CN" sz="2000" dirty="0"/>
              <a:t>D.</a:t>
            </a:r>
            <a:r>
              <a:rPr lang="zh-CN" altLang="en-US" sz="2000" dirty="0"/>
              <a:t>运动 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有（） </a:t>
            </a:r>
            <a:r>
              <a:rPr lang="en" altLang="zh-CN" sz="2000" dirty="0"/>
              <a:t>A.</a:t>
            </a:r>
            <a:r>
              <a:rPr lang="zh-CN" altLang="en-US" sz="2000" dirty="0"/>
              <a:t>坏处  </a:t>
            </a:r>
            <a:r>
              <a:rPr lang="en" altLang="zh-CN" sz="2000" dirty="0"/>
              <a:t>B.</a:t>
            </a:r>
            <a:r>
              <a:rPr lang="zh-CN" altLang="en-US" sz="2000" dirty="0"/>
              <a:t>鼻子  </a:t>
            </a:r>
            <a:r>
              <a:rPr lang="en" altLang="zh-CN" sz="2000" dirty="0"/>
              <a:t>C.</a:t>
            </a:r>
            <a:r>
              <a:rPr lang="zh-CN" altLang="en-US" sz="2000" dirty="0"/>
              <a:t>快  </a:t>
            </a:r>
            <a:r>
              <a:rPr lang="en" altLang="zh-CN" sz="2000" dirty="0"/>
              <a:t>D.</a:t>
            </a:r>
            <a:r>
              <a:rPr lang="zh-CN" altLang="en-US" sz="2000" dirty="0"/>
              <a:t>因为</a:t>
            </a:r>
            <a:r>
              <a:rPr lang="en-US" altLang="zh-CN" sz="2000" dirty="0"/>
              <a:t>……</a:t>
            </a:r>
            <a:r>
              <a:rPr lang="zh-CN" altLang="en-US" sz="2000" dirty="0"/>
              <a:t>所以</a:t>
            </a:r>
            <a:r>
              <a:rPr lang="en-US" altLang="zh-CN" sz="2000" dirty="0"/>
              <a:t>……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一点坏（）也没有。</a:t>
            </a:r>
            <a:endParaRPr kumimoji="1" lang="zh-CN" altLang="en-US" sz="20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9758D5B-FB0D-8249-94EF-B26520234486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7088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1279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天气？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4836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标题 1">
            <a:extLst>
              <a:ext uri="{FF2B5EF4-FFF2-40B4-BE49-F238E27FC236}">
                <a16:creationId xmlns:a16="http://schemas.microsoft.com/office/drawing/2014/main" id="{815E22B7-314D-E247-9AD8-0AB476D6E6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天气 </a:t>
            </a:r>
            <a:r>
              <a:rPr kumimoji="1" lang="zh-CN" altLang="zh-CN"/>
              <a:t>tiānqì 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265A28-D9E5-5440-AA33-A24FEADCD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 </a:t>
            </a:r>
            <a:r>
              <a:rPr lang="en" altLang="zh-CN" sz="2000" dirty="0" err="1">
                <a:solidFill>
                  <a:srgbClr val="000000"/>
                </a:solidFill>
              </a:rPr>
              <a:t>tiān</a:t>
            </a:r>
            <a:r>
              <a:rPr lang="en" altLang="zh-CN" sz="2000" dirty="0">
                <a:solidFill>
                  <a:srgbClr val="000000"/>
                </a:solidFill>
              </a:rPr>
              <a:t> NOUN weather</a:t>
            </a:r>
            <a:endParaRPr lang="en-US" altLang="zh-CN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气 </a:t>
            </a:r>
            <a:r>
              <a:rPr lang="en" altLang="zh-CN" sz="2000" dirty="0" err="1">
                <a:solidFill>
                  <a:srgbClr val="000000"/>
                </a:solidFill>
              </a:rPr>
              <a:t>qì</a:t>
            </a:r>
            <a:r>
              <a:rPr lang="en" altLang="zh-CN" sz="2000" dirty="0">
                <a:solidFill>
                  <a:srgbClr val="000000"/>
                </a:solidFill>
              </a:rPr>
              <a:t> NOUN weather</a:t>
            </a:r>
            <a:endParaRPr lang="en-US" altLang="zh-CN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NOUN  weather</a:t>
            </a:r>
            <a:endParaRPr lang="en" altLang="zh-CN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冷（一级） 了</a:t>
            </a:r>
            <a:r>
              <a:rPr lang="en-US" altLang="zh-CN" sz="2000" dirty="0">
                <a:solidFill>
                  <a:srgbClr val="000000"/>
                </a:solidFill>
              </a:rPr>
              <a:t>  it's cold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怎么样（一级）</a:t>
            </a:r>
            <a:r>
              <a:rPr lang="en" altLang="zh-CN" sz="2000" dirty="0">
                <a:solidFill>
                  <a:srgbClr val="000000"/>
                </a:solidFill>
              </a:rPr>
              <a:t> how is the weather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天气越来越冷了，注意别感冒。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/>
              <a:t>天气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tiānqì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越来越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yuèláiyuè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冷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lěng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en" altLang="zh-CN" sz="2000" dirty="0"/>
              <a:t>le  </a:t>
            </a:r>
            <a:r>
              <a:rPr kumimoji="1" lang="zh-CN" altLang="en" sz="2000" dirty="0"/>
              <a:t>，  </a:t>
            </a:r>
            <a:r>
              <a:rPr kumimoji="1" lang="zh-CN" altLang="en-US" sz="2000" dirty="0"/>
              <a:t>注意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zhùyì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别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bié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感冒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gǎnmào</a:t>
            </a:r>
            <a:r>
              <a:rPr kumimoji="1" lang="en" altLang="zh-CN" sz="2000" dirty="0"/>
              <a:t>  </a:t>
            </a:r>
            <a:r>
              <a:rPr kumimoji="1" lang="zh-CN" altLang="en" sz="2000" dirty="0"/>
              <a:t>。 </a:t>
            </a:r>
            <a:endParaRPr kumimoji="1"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kumimoji="1" lang="en" altLang="zh-CN" sz="2000" dirty="0"/>
              <a:t>The weather is getting colder and colder, so be careful not to catch a cold.</a:t>
            </a:r>
            <a:endParaRPr kumimoji="1" lang="zh-CN" altLang="en-US" sz="2000" dirty="0"/>
          </a:p>
        </p:txBody>
      </p:sp>
      <p:pic>
        <p:nvPicPr>
          <p:cNvPr id="2" name="天气.wav" descr="天气.wav">
            <a:hlinkClick r:id="" action="ppaction://media"/>
            <a:extLst>
              <a:ext uri="{FF2B5EF4-FFF2-40B4-BE49-F238E27FC236}">
                <a16:creationId xmlns:a16="http://schemas.microsoft.com/office/drawing/2014/main" id="{16C289D8-F586-5947-8B73-934D789D589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天.wav" descr="天.wav">
            <a:hlinkClick r:id="" action="ppaction://media"/>
            <a:extLst>
              <a:ext uri="{FF2B5EF4-FFF2-40B4-BE49-F238E27FC236}">
                <a16:creationId xmlns:a16="http://schemas.microsoft.com/office/drawing/2014/main" id="{7E46083D-1485-FD4A-8C6D-7A8E5C86DCC3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1430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气.wav" descr="气.wav">
            <a:hlinkClick r:id="" action="ppaction://media"/>
            <a:extLst>
              <a:ext uri="{FF2B5EF4-FFF2-40B4-BE49-F238E27FC236}">
                <a16:creationId xmlns:a16="http://schemas.microsoft.com/office/drawing/2014/main" id="{CB7FD27B-DB31-BD47-BCCA-2FB510EA918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8825" y="16002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天气冷了.wav" descr="天气冷了.wav">
            <a:hlinkClick r:id="" action="ppaction://media"/>
            <a:extLst>
              <a:ext uri="{FF2B5EF4-FFF2-40B4-BE49-F238E27FC236}">
                <a16:creationId xmlns:a16="http://schemas.microsoft.com/office/drawing/2014/main" id="{2D7D6E6F-61F6-2E41-8ECE-CCDEDD5D2B6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688" y="2667000"/>
            <a:ext cx="5016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天气怎么样.wav" descr="天气怎么样.wav">
            <a:hlinkClick r:id="" action="ppaction://media"/>
            <a:extLst>
              <a:ext uri="{FF2B5EF4-FFF2-40B4-BE49-F238E27FC236}">
                <a16:creationId xmlns:a16="http://schemas.microsoft.com/office/drawing/2014/main" id="{B6DE14EC-72FC-C942-BF69-00B47B2E1F10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763" y="3001963"/>
            <a:ext cx="5032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天气越来越冷了，注意别感冒。.wav" descr="天气越来越冷了，注意别感冒。.wav">
            <a:hlinkClick r:id="" action="ppaction://media"/>
            <a:extLst>
              <a:ext uri="{FF2B5EF4-FFF2-40B4-BE49-F238E27FC236}">
                <a16:creationId xmlns:a16="http://schemas.microsoft.com/office/drawing/2014/main" id="{82E307A7-AA67-E641-ABC3-2A2B19BB3ECA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350" y="3763963"/>
            <a:ext cx="5016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ED87DF6A-9CA6-1B44-BCC2-A947DC47605C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2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8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4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320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标题 1">
            <a:extLst>
              <a:ext uri="{FF2B5EF4-FFF2-40B4-BE49-F238E27FC236}">
                <a16:creationId xmlns:a16="http://schemas.microsoft.com/office/drawing/2014/main" id="{815E22B7-314D-E247-9AD8-0AB476D6E6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天气 </a:t>
            </a:r>
            <a:r>
              <a:rPr kumimoji="1" lang="zh-CN" altLang="zh-CN"/>
              <a:t>tiānqì 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265A28-D9E5-5440-AA33-A24FEADCD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NOUN  weather</a:t>
            </a:r>
            <a:endParaRPr lang="en" altLang="zh-CN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冷（一级） 了</a:t>
            </a:r>
            <a:r>
              <a:rPr lang="en-US" altLang="zh-CN" sz="2000" dirty="0">
                <a:solidFill>
                  <a:srgbClr val="000000"/>
                </a:solidFill>
              </a:rPr>
              <a:t>  it's cold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怎么样（一级）</a:t>
            </a:r>
            <a:r>
              <a:rPr lang="en" altLang="zh-CN" sz="2000" dirty="0">
                <a:solidFill>
                  <a:srgbClr val="000000"/>
                </a:solidFill>
              </a:rPr>
              <a:t> how is the weather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天气越来越冷了，注意别感冒。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/>
              <a:t>天气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tiānqì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越来越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yuèláiyuè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冷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lěng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en" altLang="zh-CN" sz="2000" dirty="0"/>
              <a:t>le  </a:t>
            </a:r>
            <a:r>
              <a:rPr kumimoji="1" lang="zh-CN" altLang="en" sz="2000" dirty="0"/>
              <a:t>，  </a:t>
            </a:r>
            <a:r>
              <a:rPr kumimoji="1" lang="zh-CN" altLang="en-US" sz="2000" dirty="0"/>
              <a:t>注意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zhùyì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别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bié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感冒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gǎnmào</a:t>
            </a:r>
            <a:r>
              <a:rPr kumimoji="1" lang="en" altLang="zh-CN" sz="2000" dirty="0"/>
              <a:t>  </a:t>
            </a:r>
            <a:r>
              <a:rPr kumimoji="1" lang="zh-CN" altLang="en" sz="2000" dirty="0"/>
              <a:t>。 </a:t>
            </a:r>
            <a:endParaRPr kumimoji="1"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kumimoji="1" lang="en" altLang="zh-CN" sz="2000" dirty="0"/>
              <a:t>The weather is getting colder and colder, so be careful not to catch a cold.</a:t>
            </a:r>
            <a:endParaRPr kumimoji="1" lang="zh-CN" altLang="en-US" sz="2000" dirty="0"/>
          </a:p>
        </p:txBody>
      </p:sp>
      <p:pic>
        <p:nvPicPr>
          <p:cNvPr id="2" name="天气.wav" descr="天气.wav">
            <a:hlinkClick r:id="" action="ppaction://media"/>
            <a:extLst>
              <a:ext uri="{FF2B5EF4-FFF2-40B4-BE49-F238E27FC236}">
                <a16:creationId xmlns:a16="http://schemas.microsoft.com/office/drawing/2014/main" id="{16C289D8-F586-5947-8B73-934D789D589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天气冷了.wav" descr="天气冷了.wav">
            <a:hlinkClick r:id="" action="ppaction://media"/>
            <a:extLst>
              <a:ext uri="{FF2B5EF4-FFF2-40B4-BE49-F238E27FC236}">
                <a16:creationId xmlns:a16="http://schemas.microsoft.com/office/drawing/2014/main" id="{2D7D6E6F-61F6-2E41-8ECE-CCDEDD5D2B6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688" y="1905000"/>
            <a:ext cx="5016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天气怎么样.wav" descr="天气怎么样.wav">
            <a:hlinkClick r:id="" action="ppaction://media"/>
            <a:extLst>
              <a:ext uri="{FF2B5EF4-FFF2-40B4-BE49-F238E27FC236}">
                <a16:creationId xmlns:a16="http://schemas.microsoft.com/office/drawing/2014/main" id="{B6DE14EC-72FC-C942-BF69-00B47B2E1F10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763" y="2239963"/>
            <a:ext cx="5032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天气越来越冷了，注意别感冒。.wav" descr="天气越来越冷了，注意别感冒。.wav">
            <a:hlinkClick r:id="" action="ppaction://media"/>
            <a:extLst>
              <a:ext uri="{FF2B5EF4-FFF2-40B4-BE49-F238E27FC236}">
                <a16:creationId xmlns:a16="http://schemas.microsoft.com/office/drawing/2014/main" id="{82E307A7-AA67-E641-ABC3-2A2B19BB3EC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350" y="3001963"/>
            <a:ext cx="5016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6FEC674E-3557-FE4B-B269-3860ADAB2331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106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4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20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标题 1">
            <a:extLst>
              <a:ext uri="{FF2B5EF4-FFF2-40B4-BE49-F238E27FC236}">
                <a16:creationId xmlns:a16="http://schemas.microsoft.com/office/drawing/2014/main" id="{815E22B7-314D-E247-9AD8-0AB476D6E6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天气 </a:t>
            </a:r>
            <a:r>
              <a:rPr kumimoji="1" lang="zh-CN" altLang="zh-CN"/>
              <a:t>tiānqì 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265A28-D9E5-5440-AA33-A24FEADCD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冷（一级） 了</a:t>
            </a:r>
            <a:r>
              <a:rPr lang="en-US" altLang="zh-CN" sz="2000" dirty="0">
                <a:solidFill>
                  <a:srgbClr val="000000"/>
                </a:solidFill>
              </a:rPr>
              <a:t>  it's cold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天气 怎么样（一级）</a:t>
            </a:r>
            <a:r>
              <a:rPr lang="en" altLang="zh-CN" sz="2000" dirty="0">
                <a:solidFill>
                  <a:srgbClr val="000000"/>
                </a:solidFill>
              </a:rPr>
              <a:t> how is the weather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天气越来越冷了，注意别感冒。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/>
              <a:t>天气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tiānqì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越来越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yuèláiyuè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冷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lěng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en" altLang="zh-CN" sz="2000" dirty="0"/>
              <a:t>le  </a:t>
            </a:r>
            <a:r>
              <a:rPr kumimoji="1" lang="zh-CN" altLang="en" sz="2000" dirty="0"/>
              <a:t>，  </a:t>
            </a:r>
            <a:r>
              <a:rPr kumimoji="1" lang="zh-CN" altLang="en-US" sz="2000" dirty="0"/>
              <a:t>注意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zhùyì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别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bié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感冒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gǎnmào</a:t>
            </a:r>
            <a:r>
              <a:rPr kumimoji="1" lang="en" altLang="zh-CN" sz="2000" dirty="0"/>
              <a:t>  </a:t>
            </a:r>
            <a:r>
              <a:rPr kumimoji="1" lang="zh-CN" altLang="en" sz="2000" dirty="0"/>
              <a:t>。 </a:t>
            </a:r>
            <a:endParaRPr kumimoji="1"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kumimoji="1" lang="en" altLang="zh-CN" sz="2000" dirty="0"/>
              <a:t>The weather is getting colder and colder, so be careful not to catch a cold.</a:t>
            </a:r>
            <a:endParaRPr kumimoji="1" lang="zh-CN" altLang="en-US" sz="2000" dirty="0"/>
          </a:p>
        </p:txBody>
      </p:sp>
      <p:pic>
        <p:nvPicPr>
          <p:cNvPr id="2" name="天气.wav" descr="天气.wav">
            <a:hlinkClick r:id="" action="ppaction://media"/>
            <a:extLst>
              <a:ext uri="{FF2B5EF4-FFF2-40B4-BE49-F238E27FC236}">
                <a16:creationId xmlns:a16="http://schemas.microsoft.com/office/drawing/2014/main" id="{16C289D8-F586-5947-8B73-934D789D589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天气冷了.wav" descr="天气冷了.wav">
            <a:hlinkClick r:id="" action="ppaction://media"/>
            <a:extLst>
              <a:ext uri="{FF2B5EF4-FFF2-40B4-BE49-F238E27FC236}">
                <a16:creationId xmlns:a16="http://schemas.microsoft.com/office/drawing/2014/main" id="{2D7D6E6F-61F6-2E41-8ECE-CCDEDD5D2B6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688" y="1447800"/>
            <a:ext cx="5016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天气怎么样.wav" descr="天气怎么样.wav">
            <a:hlinkClick r:id="" action="ppaction://media"/>
            <a:extLst>
              <a:ext uri="{FF2B5EF4-FFF2-40B4-BE49-F238E27FC236}">
                <a16:creationId xmlns:a16="http://schemas.microsoft.com/office/drawing/2014/main" id="{B6DE14EC-72FC-C942-BF69-00B47B2E1F10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763" y="1782763"/>
            <a:ext cx="5032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天气越来越冷了，注意别感冒。.wav" descr="天气越来越冷了，注意别感冒。.wav">
            <a:hlinkClick r:id="" action="ppaction://media"/>
            <a:extLst>
              <a:ext uri="{FF2B5EF4-FFF2-40B4-BE49-F238E27FC236}">
                <a16:creationId xmlns:a16="http://schemas.microsoft.com/office/drawing/2014/main" id="{82E307A7-AA67-E641-ABC3-2A2B19BB3EC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350" y="2544763"/>
            <a:ext cx="5016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FF6286E2-2B9C-964F-A6E5-1D4519AD0E8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25585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4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20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标题 1">
            <a:extLst>
              <a:ext uri="{FF2B5EF4-FFF2-40B4-BE49-F238E27FC236}">
                <a16:creationId xmlns:a16="http://schemas.microsoft.com/office/drawing/2014/main" id="{815E22B7-314D-E247-9AD8-0AB476D6E6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天气 </a:t>
            </a:r>
            <a:r>
              <a:rPr kumimoji="1" lang="zh-CN" altLang="zh-CN"/>
              <a:t>tiānqì 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265A28-D9E5-5440-AA33-A24FEADCD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天气越来越冷了，注意别感冒。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/>
              <a:t>天气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tiānqì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越来越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yuèláiyuè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冷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lěng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en" altLang="zh-CN" sz="2000" dirty="0"/>
              <a:t>le  </a:t>
            </a:r>
            <a:r>
              <a:rPr kumimoji="1" lang="zh-CN" altLang="en" sz="2000" dirty="0"/>
              <a:t>，  </a:t>
            </a:r>
            <a:r>
              <a:rPr kumimoji="1" lang="zh-CN" altLang="en-US" sz="2000" dirty="0"/>
              <a:t>注意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zhùyì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别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bié</a:t>
            </a:r>
            <a:r>
              <a:rPr kumimoji="1" lang="en" altLang="zh-CN" sz="2000" dirty="0"/>
              <a:t>  </a:t>
            </a:r>
            <a:r>
              <a:rPr kumimoji="1" lang="zh-CN" altLang="en-US" sz="2000" dirty="0"/>
              <a:t>感冒</a:t>
            </a:r>
            <a:r>
              <a:rPr kumimoji="1" lang="en-US" altLang="zh-CN" sz="2000" dirty="0"/>
              <a:t>/</a:t>
            </a:r>
            <a:r>
              <a:rPr kumimoji="1" lang="en" altLang="zh-CN" sz="2000" dirty="0" err="1"/>
              <a:t>gǎnmào</a:t>
            </a:r>
            <a:r>
              <a:rPr kumimoji="1" lang="en" altLang="zh-CN" sz="2000" dirty="0"/>
              <a:t>  </a:t>
            </a:r>
            <a:r>
              <a:rPr kumimoji="1" lang="zh-CN" altLang="en" sz="2000" dirty="0"/>
              <a:t>。 </a:t>
            </a:r>
            <a:endParaRPr kumimoji="1"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kumimoji="1" lang="en" altLang="zh-CN" sz="2000" dirty="0"/>
              <a:t>The weather is getting colder and colder, so be careful not to catch a cold.</a:t>
            </a:r>
            <a:endParaRPr kumimoji="1" lang="zh-CN" altLang="en-US" sz="2000" dirty="0"/>
          </a:p>
        </p:txBody>
      </p:sp>
      <p:pic>
        <p:nvPicPr>
          <p:cNvPr id="2" name="天气.wav" descr="天气.wav">
            <a:hlinkClick r:id="" action="ppaction://media"/>
            <a:extLst>
              <a:ext uri="{FF2B5EF4-FFF2-40B4-BE49-F238E27FC236}">
                <a16:creationId xmlns:a16="http://schemas.microsoft.com/office/drawing/2014/main" id="{16C289D8-F586-5947-8B73-934D789D589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5032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天气越来越冷了，注意别感冒。.wav" descr="天气越来越冷了，注意别感冒。.wav">
            <a:hlinkClick r:id="" action="ppaction://media"/>
            <a:extLst>
              <a:ext uri="{FF2B5EF4-FFF2-40B4-BE49-F238E27FC236}">
                <a16:creationId xmlns:a16="http://schemas.microsoft.com/office/drawing/2014/main" id="{82E307A7-AA67-E641-ABC3-2A2B19BB3EC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350" y="1524000"/>
            <a:ext cx="5016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08845F76-6E66-DD46-A372-55F33FD9EED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48966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20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标题 1">
            <a:extLst>
              <a:ext uri="{FF2B5EF4-FFF2-40B4-BE49-F238E27FC236}">
                <a16:creationId xmlns:a16="http://schemas.microsoft.com/office/drawing/2014/main" id="{DDA2B5D2-E1F2-4447-AB98-9278B91576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22753D-BECD-0246-BF31-53ECCBFC6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-US" altLang="zh-CN" sz="2000" dirty="0">
                <a:solidFill>
                  <a:srgbClr val="000000"/>
                </a:solidFill>
              </a:rPr>
              <a:t> weather</a:t>
            </a:r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A.</a:t>
            </a:r>
            <a:r>
              <a:rPr lang="zh-CN" altLang="en-US" sz="2000" dirty="0"/>
              <a:t>明白  </a:t>
            </a:r>
            <a:r>
              <a:rPr lang="en-US" altLang="zh-CN" sz="2000" dirty="0"/>
              <a:t>B.</a:t>
            </a:r>
            <a:r>
              <a:rPr lang="zh-CN" altLang="en-US" sz="2000"/>
              <a:t>天气  </a:t>
            </a:r>
            <a:r>
              <a:rPr lang="en-US" altLang="zh-CN" sz="2000" dirty="0"/>
              <a:t>C.</a:t>
            </a:r>
            <a:r>
              <a:rPr lang="zh-CN" altLang="en-US" sz="2000" dirty="0"/>
              <a:t>重要  </a:t>
            </a:r>
            <a:r>
              <a:rPr lang="en-US" altLang="zh-CN" sz="2000" dirty="0"/>
              <a:t>D.</a:t>
            </a:r>
            <a:r>
              <a:rPr lang="zh-CN" altLang="en-US" sz="2000" dirty="0"/>
              <a:t>运动 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（）冷了   </a:t>
            </a:r>
            <a:r>
              <a:rPr lang="en" altLang="zh-CN" sz="2000" dirty="0"/>
              <a:t>A.</a:t>
            </a:r>
            <a:r>
              <a:rPr lang="zh-CN" altLang="en-US" sz="2000" dirty="0"/>
              <a:t>天气  </a:t>
            </a:r>
            <a:r>
              <a:rPr lang="en" altLang="zh-CN" sz="2000" dirty="0"/>
              <a:t>B.</a:t>
            </a:r>
            <a:r>
              <a:rPr lang="zh-CN" altLang="en-US" sz="2000" dirty="0"/>
              <a:t>中间  </a:t>
            </a:r>
            <a:r>
              <a:rPr lang="en" altLang="zh-CN" sz="2000" dirty="0"/>
              <a:t>C.</a:t>
            </a:r>
            <a:r>
              <a:rPr lang="zh-CN" altLang="en-US" sz="2000" dirty="0"/>
              <a:t>检查  </a:t>
            </a:r>
            <a:r>
              <a:rPr lang="en" altLang="zh-CN" sz="2000" dirty="0"/>
              <a:t>D.</a:t>
            </a:r>
            <a:r>
              <a:rPr lang="zh-CN" altLang="en-US" sz="2000" dirty="0"/>
              <a:t>叔叔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（）怎么样   </a:t>
            </a:r>
            <a:r>
              <a:rPr lang="en" altLang="zh-CN" sz="2000" dirty="0"/>
              <a:t>A.</a:t>
            </a:r>
            <a:r>
              <a:rPr lang="zh-CN" altLang="en-US" sz="2000" dirty="0"/>
              <a:t>分钟  </a:t>
            </a:r>
            <a:r>
              <a:rPr lang="en" altLang="zh-CN" sz="2000" dirty="0"/>
              <a:t>B.</a:t>
            </a:r>
            <a:r>
              <a:rPr lang="zh-CN" altLang="en-US" sz="2000" dirty="0"/>
              <a:t>千  </a:t>
            </a:r>
            <a:r>
              <a:rPr lang="en" altLang="zh-CN" sz="2000" dirty="0"/>
              <a:t>C.</a:t>
            </a:r>
            <a:r>
              <a:rPr lang="zh-CN" altLang="en-US" sz="2000" dirty="0"/>
              <a:t>天气  </a:t>
            </a:r>
            <a:r>
              <a:rPr lang="en" altLang="zh-CN" sz="2000" dirty="0"/>
              <a:t>D.</a:t>
            </a:r>
            <a:r>
              <a:rPr lang="zh-CN" altLang="en-US" sz="2000" dirty="0"/>
              <a:t>相信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天（）越来越冷了，注意别感冒。</a:t>
            </a:r>
            <a:endParaRPr kumimoji="1" lang="zh-CN" altLang="en-US" sz="20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B93E12BD-3F06-AF44-82DE-C6B43918BA03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13825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32285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关键？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64528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标题 1">
            <a:extLst>
              <a:ext uri="{FF2B5EF4-FFF2-40B4-BE49-F238E27FC236}">
                <a16:creationId xmlns:a16="http://schemas.microsoft.com/office/drawing/2014/main" id="{B9470432-7402-7442-BE2C-B26799817E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关键 </a:t>
            </a:r>
            <a:r>
              <a:rPr kumimoji="1" lang="zh-CN" altLang="zh-CN"/>
              <a:t>guānjiàn </a:t>
            </a:r>
            <a:endParaRPr kumimoji="1" lang="zh-CN" altLang="en-US"/>
          </a:p>
        </p:txBody>
      </p:sp>
      <p:sp>
        <p:nvSpPr>
          <p:cNvPr id="13314" name="内容占位符 2">
            <a:extLst>
              <a:ext uri="{FF2B5EF4-FFF2-40B4-BE49-F238E27FC236}">
                <a16:creationId xmlns:a16="http://schemas.microsoft.com/office/drawing/2014/main" id="{E59AA936-3BD1-2A42-937A-1BF83A2D20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229600" cy="4648200"/>
          </a:xfrm>
        </p:spPr>
        <p:txBody>
          <a:bodyPr/>
          <a:lstStyle/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关 </a:t>
            </a:r>
            <a:r>
              <a:rPr lang="zh-CN" altLang="zh-CN" sz="2000">
                <a:solidFill>
                  <a:srgbClr val="000000"/>
                </a:solidFill>
              </a:rPr>
              <a:t>guān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en-US" altLang="zh-CN" sz="2000">
                <a:solidFill>
                  <a:srgbClr val="000000"/>
                </a:solidFill>
              </a:rPr>
              <a:t>NOUN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en-US" altLang="zh-CN" sz="2000">
                <a:solidFill>
                  <a:srgbClr val="000000"/>
                </a:solidFill>
              </a:rPr>
              <a:t>key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en-US" altLang="zh-CN" sz="2000">
                <a:solidFill>
                  <a:srgbClr val="000000"/>
                </a:solidFill>
              </a:rPr>
              <a:t>part; crucial part; key factor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键 </a:t>
            </a:r>
            <a:r>
              <a:rPr lang="zh-CN" altLang="zh-CN" sz="2000">
                <a:solidFill>
                  <a:srgbClr val="000000"/>
                </a:solidFill>
              </a:rPr>
              <a:t>jiàn NOUN key </a:t>
            </a:r>
            <a:endParaRPr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NOUN</a:t>
            </a:r>
            <a:r>
              <a:rPr lang="zh-CN" altLang="en-US" sz="2000">
                <a:solidFill>
                  <a:srgbClr val="000000"/>
                </a:solidFill>
              </a:rPr>
              <a:t>  </a:t>
            </a:r>
            <a:r>
              <a:rPr lang="en-US" altLang="zh-CN" sz="2000">
                <a:solidFill>
                  <a:srgbClr val="000000"/>
                </a:solidFill>
              </a:rPr>
              <a:t>key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最（二级） 关键</a:t>
            </a:r>
            <a:r>
              <a:rPr lang="en-US" altLang="zh-CN" sz="2000">
                <a:solidFill>
                  <a:srgbClr val="000000"/>
                </a:solidFill>
              </a:rPr>
              <a:t>  most critical</a:t>
            </a:r>
            <a:endParaRPr lang="zh-CN" altLang="en-US" sz="200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关键 看（一级）</a:t>
            </a:r>
            <a:r>
              <a:rPr lang="en-US" altLang="zh-CN" sz="2000">
                <a:solidFill>
                  <a:srgbClr val="000000"/>
                </a:solidFill>
              </a:rPr>
              <a:t>essential part is 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>
                <a:solidFill>
                  <a:srgbClr val="000000"/>
                </a:solidFill>
              </a:rPr>
              <a:t>小雨：在我看来，赚钱多少不是最重要的，兴趣才是关键。</a:t>
            </a:r>
            <a:endParaRPr kumimoji="1"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/>
              <a:t>小雨</a:t>
            </a:r>
            <a:r>
              <a:rPr kumimoji="1" lang="en-US" altLang="zh-CN" sz="2000"/>
              <a:t>/</a:t>
            </a:r>
            <a:r>
              <a:rPr kumimoji="1" lang="zh-CN" altLang="zh-CN" sz="2000"/>
              <a:t>xiǎoyǔ  ：  </a:t>
            </a:r>
            <a:r>
              <a:rPr kumimoji="1" lang="zh-CN" altLang="en-US" sz="2000"/>
              <a:t>在</a:t>
            </a:r>
            <a:r>
              <a:rPr kumimoji="1" lang="en-US" altLang="zh-CN" sz="2000"/>
              <a:t>/</a:t>
            </a:r>
            <a:r>
              <a:rPr kumimoji="1" lang="zh-CN" altLang="zh-CN" sz="2000"/>
              <a:t>zài  </a:t>
            </a:r>
            <a:r>
              <a:rPr kumimoji="1" lang="zh-CN" altLang="en-US" sz="2000"/>
              <a:t>我</a:t>
            </a:r>
            <a:r>
              <a:rPr kumimoji="1" lang="en-US" altLang="zh-CN" sz="2000"/>
              <a:t>/</a:t>
            </a:r>
            <a:r>
              <a:rPr kumimoji="1" lang="zh-CN" altLang="zh-CN" sz="2000"/>
              <a:t>wǒ  </a:t>
            </a:r>
            <a:r>
              <a:rPr kumimoji="1" lang="zh-CN" altLang="en-US" sz="2000"/>
              <a:t>看来</a:t>
            </a:r>
            <a:r>
              <a:rPr kumimoji="1" lang="en-US" altLang="zh-CN" sz="2000"/>
              <a:t>/</a:t>
            </a:r>
            <a:r>
              <a:rPr kumimoji="1" lang="zh-CN" altLang="zh-CN" sz="2000"/>
              <a:t>kànlái  ，  </a:t>
            </a:r>
            <a:r>
              <a:rPr kumimoji="1" lang="zh-CN" altLang="en-US" sz="2000"/>
              <a:t>赚钱</a:t>
            </a:r>
            <a:r>
              <a:rPr kumimoji="1" lang="en-US" altLang="zh-CN" sz="2000"/>
              <a:t>/</a:t>
            </a:r>
            <a:r>
              <a:rPr kumimoji="1" lang="zh-CN" altLang="zh-CN" sz="2000"/>
              <a:t>zhuànqián  </a:t>
            </a:r>
            <a:r>
              <a:rPr kumimoji="1" lang="zh-CN" altLang="en-US" sz="2000"/>
              <a:t>多少</a:t>
            </a:r>
            <a:r>
              <a:rPr kumimoji="1" lang="en-US" altLang="zh-CN" sz="2000"/>
              <a:t>/</a:t>
            </a:r>
            <a:r>
              <a:rPr kumimoji="1" lang="zh-CN" altLang="zh-CN" sz="2000"/>
              <a:t>duōshao  </a:t>
            </a:r>
            <a:r>
              <a:rPr kumimoji="1" lang="zh-CN" altLang="en-US" sz="2000"/>
              <a:t>不是</a:t>
            </a:r>
            <a:r>
              <a:rPr kumimoji="1" lang="en-US" altLang="zh-CN" sz="2000"/>
              <a:t>/</a:t>
            </a:r>
            <a:r>
              <a:rPr kumimoji="1" lang="zh-CN" altLang="zh-CN" sz="2000"/>
              <a:t>bùshì  </a:t>
            </a:r>
            <a:r>
              <a:rPr kumimoji="1" lang="zh-CN" altLang="en-US" sz="2000"/>
              <a:t>最</a:t>
            </a:r>
            <a:r>
              <a:rPr kumimoji="1" lang="en-US" altLang="zh-CN" sz="2000"/>
              <a:t>/</a:t>
            </a:r>
            <a:r>
              <a:rPr kumimoji="1" lang="zh-CN" altLang="zh-CN" sz="2000"/>
              <a:t>zuì  </a:t>
            </a:r>
            <a:r>
              <a:rPr kumimoji="1" lang="zh-CN" altLang="en-US" sz="2000"/>
              <a:t>重要</a:t>
            </a:r>
            <a:r>
              <a:rPr kumimoji="1" lang="en-US" altLang="zh-CN" sz="2000"/>
              <a:t>/</a:t>
            </a:r>
            <a:r>
              <a:rPr kumimoji="1" lang="zh-CN" altLang="zh-CN" sz="2000"/>
              <a:t>zhòngyào  </a:t>
            </a:r>
            <a:r>
              <a:rPr kumimoji="1" lang="zh-CN" altLang="en-US" sz="2000"/>
              <a:t>的</a:t>
            </a:r>
            <a:r>
              <a:rPr kumimoji="1" lang="en-US" altLang="zh-CN" sz="2000"/>
              <a:t>/</a:t>
            </a:r>
            <a:r>
              <a:rPr kumimoji="1" lang="zh-CN" altLang="zh-CN" sz="2000"/>
              <a:t>de  ，  </a:t>
            </a:r>
            <a:r>
              <a:rPr kumimoji="1" lang="zh-CN" altLang="en-US" sz="2000"/>
              <a:t>兴趣</a:t>
            </a:r>
            <a:r>
              <a:rPr kumimoji="1" lang="en-US" altLang="zh-CN" sz="2000"/>
              <a:t>/</a:t>
            </a:r>
            <a:r>
              <a:rPr kumimoji="1" lang="zh-CN" altLang="zh-CN" sz="2000"/>
              <a:t>xìngqù  </a:t>
            </a:r>
            <a:r>
              <a:rPr kumimoji="1" lang="zh-CN" altLang="en-US" sz="2000"/>
              <a:t>才是</a:t>
            </a:r>
            <a:r>
              <a:rPr kumimoji="1" lang="en-US" altLang="zh-CN" sz="2000"/>
              <a:t>/</a:t>
            </a:r>
            <a:r>
              <a:rPr kumimoji="1" lang="zh-CN" altLang="zh-CN" sz="2000"/>
              <a:t>cáishì  </a:t>
            </a:r>
            <a:r>
              <a:rPr kumimoji="1" lang="zh-CN" altLang="en-US" sz="2000"/>
              <a:t>关键</a:t>
            </a:r>
            <a:r>
              <a:rPr kumimoji="1" lang="en-US" altLang="zh-CN" sz="2000"/>
              <a:t>/</a:t>
            </a:r>
            <a:r>
              <a:rPr kumimoji="1" lang="zh-CN" altLang="zh-CN" sz="2000"/>
              <a:t>guānjiàn  。 </a:t>
            </a:r>
            <a:endParaRPr kumimoji="1" lang="en-US" altLang="zh-CN" sz="2000"/>
          </a:p>
          <a:p>
            <a:pPr eaLnBrk="1" hangingPunct="1"/>
            <a:r>
              <a:rPr kumimoji="1" lang="en-US" altLang="zh-CN" sz="2000"/>
              <a:t>Xiaoyu: In my opinion, how much money you make is not the most important thing, but interest is the key.</a:t>
            </a:r>
          </a:p>
          <a:p>
            <a:pPr eaLnBrk="1" hangingPunct="1"/>
            <a:endParaRPr kumimoji="1" lang="zh-CN" altLang="en-US" sz="2000"/>
          </a:p>
        </p:txBody>
      </p:sp>
      <p:pic>
        <p:nvPicPr>
          <p:cNvPr id="2" name="关键.wav" descr="关键.wav">
            <a:hlinkClick r:id="" action="ppaction://media"/>
            <a:extLst>
              <a:ext uri="{FF2B5EF4-FFF2-40B4-BE49-F238E27FC236}">
                <a16:creationId xmlns:a16="http://schemas.microsoft.com/office/drawing/2014/main" id="{01F78797-05D9-8D45-9A69-1A1BFB2D41C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4572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关.wav" descr="关.wav">
            <a:hlinkClick r:id="" action="ppaction://media"/>
            <a:extLst>
              <a:ext uri="{FF2B5EF4-FFF2-40B4-BE49-F238E27FC236}">
                <a16:creationId xmlns:a16="http://schemas.microsoft.com/office/drawing/2014/main" id="{524D056C-1AAD-CA49-A0E2-7410FB4AD06D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9363" y="1143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键.wav" descr="键.wav">
            <a:hlinkClick r:id="" action="ppaction://media"/>
            <a:extLst>
              <a:ext uri="{FF2B5EF4-FFF2-40B4-BE49-F238E27FC236}">
                <a16:creationId xmlns:a16="http://schemas.microsoft.com/office/drawing/2014/main" id="{4D2AFD32-BAA8-8A4D-BEF4-272BE5AC24F6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675" y="1524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最关键.wav" descr="最关键.wav">
            <a:hlinkClick r:id="" action="ppaction://media"/>
            <a:extLst>
              <a:ext uri="{FF2B5EF4-FFF2-40B4-BE49-F238E27FC236}">
                <a16:creationId xmlns:a16="http://schemas.microsoft.com/office/drawing/2014/main" id="{2D3B0B5C-E376-3743-AF87-B9D44243B2C9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2514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关键看.wav" descr="关键看.wav">
            <a:hlinkClick r:id="" action="ppaction://media"/>
            <a:extLst>
              <a:ext uri="{FF2B5EF4-FFF2-40B4-BE49-F238E27FC236}">
                <a16:creationId xmlns:a16="http://schemas.microsoft.com/office/drawing/2014/main" id="{65D4F067-6D26-6744-93B5-273C15C360D2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022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小雨：在我看来，赚钱多少不是最重要的，兴趣才是关键。.wav" descr="小雨：在我看来，赚钱多少不是最重要的，兴趣才是关键。.wav">
            <a:hlinkClick r:id="" action="ppaction://media"/>
            <a:extLst>
              <a:ext uri="{FF2B5EF4-FFF2-40B4-BE49-F238E27FC236}">
                <a16:creationId xmlns:a16="http://schemas.microsoft.com/office/drawing/2014/main" id="{684693A7-0FFD-6940-8ED9-EACEFE6E03A4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37338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1B1A5AB4-67FF-D248-8AEC-441EB062E199}"/>
              </a:ext>
            </a:extLst>
          </p:cNvPr>
          <p:cNvSpPr/>
          <p:nvPr/>
        </p:nvSpPr>
        <p:spPr>
          <a:xfrm>
            <a:off x="6346825" y="5486400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4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8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1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60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标题 1">
            <a:extLst>
              <a:ext uri="{FF2B5EF4-FFF2-40B4-BE49-F238E27FC236}">
                <a16:creationId xmlns:a16="http://schemas.microsoft.com/office/drawing/2014/main" id="{B9470432-7402-7442-BE2C-B26799817E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关键 </a:t>
            </a:r>
            <a:r>
              <a:rPr kumimoji="1" lang="zh-CN" altLang="zh-CN"/>
              <a:t>guānjiàn </a:t>
            </a:r>
            <a:endParaRPr kumimoji="1" lang="zh-CN" altLang="en-US"/>
          </a:p>
        </p:txBody>
      </p:sp>
      <p:sp>
        <p:nvSpPr>
          <p:cNvPr id="13314" name="内容占位符 2">
            <a:extLst>
              <a:ext uri="{FF2B5EF4-FFF2-40B4-BE49-F238E27FC236}">
                <a16:creationId xmlns:a16="http://schemas.microsoft.com/office/drawing/2014/main" id="{E59AA936-3BD1-2A42-937A-1BF83A2D20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229600" cy="4648200"/>
          </a:xfrm>
        </p:spPr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NOUN</a:t>
            </a:r>
            <a:r>
              <a:rPr lang="zh-CN" altLang="en-US" sz="2000" dirty="0">
                <a:solidFill>
                  <a:srgbClr val="000000"/>
                </a:solidFill>
              </a:rPr>
              <a:t>  </a:t>
            </a:r>
            <a:r>
              <a:rPr lang="en-US" altLang="zh-CN" sz="2000" dirty="0">
                <a:solidFill>
                  <a:srgbClr val="000000"/>
                </a:solidFill>
              </a:rPr>
              <a:t>key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最（二级） 关键</a:t>
            </a:r>
            <a:r>
              <a:rPr lang="en-US" altLang="zh-CN" sz="2000" dirty="0">
                <a:solidFill>
                  <a:srgbClr val="000000"/>
                </a:solidFill>
              </a:rPr>
              <a:t>  most critical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关键 看（一级）</a:t>
            </a:r>
            <a:r>
              <a:rPr lang="en-US" altLang="zh-CN" sz="2000" dirty="0">
                <a:solidFill>
                  <a:srgbClr val="000000"/>
                </a:solidFill>
              </a:rPr>
              <a:t>essential part is 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小雨：在我看来，赚钱多少不是最重要的，兴趣才是关键。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/>
              <a:t>小雨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xiǎoyǔ  ：  </a:t>
            </a:r>
            <a:r>
              <a:rPr kumimoji="1" lang="zh-CN" altLang="en-US" sz="2000" dirty="0"/>
              <a:t>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zài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看来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kànlái  ，  </a:t>
            </a:r>
            <a:r>
              <a:rPr kumimoji="1" lang="zh-CN" altLang="en-US" sz="2000" dirty="0"/>
              <a:t>赚钱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zhuànqián  </a:t>
            </a:r>
            <a:r>
              <a:rPr kumimoji="1" lang="zh-CN" altLang="en-US" sz="2000" dirty="0"/>
              <a:t>多少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duōshao  </a:t>
            </a:r>
            <a:r>
              <a:rPr kumimoji="1" lang="zh-CN" altLang="en-US" sz="2000" dirty="0"/>
              <a:t>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bùshì  </a:t>
            </a:r>
            <a:r>
              <a:rPr kumimoji="1" lang="zh-CN" altLang="en-US" sz="2000" dirty="0"/>
              <a:t>最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zuì  </a:t>
            </a:r>
            <a:r>
              <a:rPr kumimoji="1" lang="zh-CN" altLang="en-US" sz="2000" dirty="0"/>
              <a:t>重要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zhòngyào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，  </a:t>
            </a:r>
            <a:r>
              <a:rPr kumimoji="1" lang="zh-CN" altLang="en-US" sz="2000" dirty="0"/>
              <a:t>兴趣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xìngqù  </a:t>
            </a:r>
            <a:r>
              <a:rPr kumimoji="1" lang="zh-CN" altLang="en-US" sz="2000" dirty="0"/>
              <a:t>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cáishì  </a:t>
            </a:r>
            <a:r>
              <a:rPr kumimoji="1" lang="zh-CN" altLang="en-US" sz="2000" dirty="0"/>
              <a:t>关键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guānjiàn  。 </a:t>
            </a:r>
            <a:endParaRPr kumimoji="1" lang="en-US" altLang="zh-CN" sz="2000" dirty="0"/>
          </a:p>
          <a:p>
            <a:pPr eaLnBrk="1" hangingPunct="1"/>
            <a:r>
              <a:rPr kumimoji="1" lang="en-US" altLang="zh-CN" sz="2000" dirty="0" err="1"/>
              <a:t>Xiaoyu</a:t>
            </a:r>
            <a:r>
              <a:rPr kumimoji="1" lang="en-US" altLang="zh-CN" sz="2000" dirty="0"/>
              <a:t>: In my opinion, how much money you make is not the most important thing, but interest is the key.</a:t>
            </a:r>
          </a:p>
          <a:p>
            <a:pPr eaLnBrk="1" hangingPunct="1"/>
            <a:endParaRPr kumimoji="1" lang="zh-CN" altLang="en-US" sz="2000" dirty="0"/>
          </a:p>
        </p:txBody>
      </p:sp>
      <p:pic>
        <p:nvPicPr>
          <p:cNvPr id="2" name="关键.wav" descr="关键.wav">
            <a:hlinkClick r:id="" action="ppaction://media"/>
            <a:extLst>
              <a:ext uri="{FF2B5EF4-FFF2-40B4-BE49-F238E27FC236}">
                <a16:creationId xmlns:a16="http://schemas.microsoft.com/office/drawing/2014/main" id="{01F78797-05D9-8D45-9A69-1A1BFB2D41C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4572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最关键.wav" descr="最关键.wav">
            <a:hlinkClick r:id="" action="ppaction://media"/>
            <a:extLst>
              <a:ext uri="{FF2B5EF4-FFF2-40B4-BE49-F238E27FC236}">
                <a16:creationId xmlns:a16="http://schemas.microsoft.com/office/drawing/2014/main" id="{2D3B0B5C-E376-3743-AF87-B9D44243B2C9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1752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关键看.wav" descr="关键看.wav">
            <a:hlinkClick r:id="" action="ppaction://media"/>
            <a:extLst>
              <a:ext uri="{FF2B5EF4-FFF2-40B4-BE49-F238E27FC236}">
                <a16:creationId xmlns:a16="http://schemas.microsoft.com/office/drawing/2014/main" id="{65D4F067-6D26-6744-93B5-273C15C360D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260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小雨：在我看来，赚钱多少不是最重要的，兴趣才是关键。.wav" descr="小雨：在我看来，赚钱多少不是最重要的，兴趣才是关键。.wav">
            <a:hlinkClick r:id="" action="ppaction://media"/>
            <a:extLst>
              <a:ext uri="{FF2B5EF4-FFF2-40B4-BE49-F238E27FC236}">
                <a16:creationId xmlns:a16="http://schemas.microsoft.com/office/drawing/2014/main" id="{684693A7-0FFD-6940-8ED9-EACEFE6E03A4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29718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BB22E0BC-A53F-A743-B257-B7CB58D32E02}"/>
              </a:ext>
            </a:extLst>
          </p:cNvPr>
          <p:cNvSpPr/>
          <p:nvPr/>
        </p:nvSpPr>
        <p:spPr>
          <a:xfrm>
            <a:off x="6346825" y="5181600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323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8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1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60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标题 1">
            <a:extLst>
              <a:ext uri="{FF2B5EF4-FFF2-40B4-BE49-F238E27FC236}">
                <a16:creationId xmlns:a16="http://schemas.microsoft.com/office/drawing/2014/main" id="{B9470432-7402-7442-BE2C-B26799817E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关键 </a:t>
            </a:r>
            <a:r>
              <a:rPr kumimoji="1" lang="zh-CN" altLang="zh-CN"/>
              <a:t>guānjiàn </a:t>
            </a:r>
            <a:endParaRPr kumimoji="1" lang="zh-CN" altLang="en-US"/>
          </a:p>
        </p:txBody>
      </p:sp>
      <p:sp>
        <p:nvSpPr>
          <p:cNvPr id="13314" name="内容占位符 2">
            <a:extLst>
              <a:ext uri="{FF2B5EF4-FFF2-40B4-BE49-F238E27FC236}">
                <a16:creationId xmlns:a16="http://schemas.microsoft.com/office/drawing/2014/main" id="{E59AA936-3BD1-2A42-937A-1BF83A2D20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229600" cy="4648200"/>
          </a:xfrm>
        </p:spPr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最（二级） 关键</a:t>
            </a:r>
            <a:r>
              <a:rPr lang="en-US" altLang="zh-CN" sz="2000" dirty="0">
                <a:solidFill>
                  <a:srgbClr val="000000"/>
                </a:solidFill>
              </a:rPr>
              <a:t>  most critical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关键 看（一级）</a:t>
            </a:r>
            <a:r>
              <a:rPr lang="en-US" altLang="zh-CN" sz="2000" dirty="0">
                <a:solidFill>
                  <a:srgbClr val="000000"/>
                </a:solidFill>
              </a:rPr>
              <a:t>essential part is 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小雨：在我看来，赚钱多少不是最重要的，兴趣才是关键。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/>
              <a:t>小雨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xiǎoyǔ  ：  </a:t>
            </a:r>
            <a:r>
              <a:rPr kumimoji="1" lang="zh-CN" altLang="en-US" sz="2000" dirty="0"/>
              <a:t>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zài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看来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kànlái  ，  </a:t>
            </a:r>
            <a:r>
              <a:rPr kumimoji="1" lang="zh-CN" altLang="en-US" sz="2000" dirty="0"/>
              <a:t>赚钱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zhuànqián  </a:t>
            </a:r>
            <a:r>
              <a:rPr kumimoji="1" lang="zh-CN" altLang="en-US" sz="2000" dirty="0"/>
              <a:t>多少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duōshao  </a:t>
            </a:r>
            <a:r>
              <a:rPr kumimoji="1" lang="zh-CN" altLang="en-US" sz="2000" dirty="0"/>
              <a:t>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bùshì  </a:t>
            </a:r>
            <a:r>
              <a:rPr kumimoji="1" lang="zh-CN" altLang="en-US" sz="2000" dirty="0"/>
              <a:t>最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zuì  </a:t>
            </a:r>
            <a:r>
              <a:rPr kumimoji="1" lang="zh-CN" altLang="en-US" sz="2000" dirty="0"/>
              <a:t>重要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zhòngyào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，  </a:t>
            </a:r>
            <a:r>
              <a:rPr kumimoji="1" lang="zh-CN" altLang="en-US" sz="2000" dirty="0"/>
              <a:t>兴趣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xìngqù  </a:t>
            </a:r>
            <a:r>
              <a:rPr kumimoji="1" lang="zh-CN" altLang="en-US" sz="2000" dirty="0"/>
              <a:t>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cáishì  </a:t>
            </a:r>
            <a:r>
              <a:rPr kumimoji="1" lang="zh-CN" altLang="en-US" sz="2000" dirty="0"/>
              <a:t>关键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guānjiàn  。 </a:t>
            </a:r>
            <a:endParaRPr kumimoji="1" lang="en-US" altLang="zh-CN" sz="2000" dirty="0"/>
          </a:p>
          <a:p>
            <a:pPr eaLnBrk="1" hangingPunct="1"/>
            <a:r>
              <a:rPr kumimoji="1" lang="en-US" altLang="zh-CN" sz="2000" dirty="0" err="1"/>
              <a:t>Xiaoyu</a:t>
            </a:r>
            <a:r>
              <a:rPr kumimoji="1" lang="en-US" altLang="zh-CN" sz="2000" dirty="0"/>
              <a:t>: In my opinion, how much money you make is not the most important thing, but interest is the key.</a:t>
            </a:r>
          </a:p>
          <a:p>
            <a:pPr eaLnBrk="1" hangingPunct="1"/>
            <a:endParaRPr kumimoji="1" lang="zh-CN" altLang="en-US" sz="2000" dirty="0"/>
          </a:p>
        </p:txBody>
      </p:sp>
      <p:pic>
        <p:nvPicPr>
          <p:cNvPr id="2" name="关键.wav" descr="关键.wav">
            <a:hlinkClick r:id="" action="ppaction://media"/>
            <a:extLst>
              <a:ext uri="{FF2B5EF4-FFF2-40B4-BE49-F238E27FC236}">
                <a16:creationId xmlns:a16="http://schemas.microsoft.com/office/drawing/2014/main" id="{01F78797-05D9-8D45-9A69-1A1BFB2D41C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4572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最关键.wav" descr="最关键.wav">
            <a:hlinkClick r:id="" action="ppaction://media"/>
            <a:extLst>
              <a:ext uri="{FF2B5EF4-FFF2-40B4-BE49-F238E27FC236}">
                <a16:creationId xmlns:a16="http://schemas.microsoft.com/office/drawing/2014/main" id="{2D3B0B5C-E376-3743-AF87-B9D44243B2C9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1371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关键看.wav" descr="关键看.wav">
            <a:hlinkClick r:id="" action="ppaction://media"/>
            <a:extLst>
              <a:ext uri="{FF2B5EF4-FFF2-40B4-BE49-F238E27FC236}">
                <a16:creationId xmlns:a16="http://schemas.microsoft.com/office/drawing/2014/main" id="{65D4F067-6D26-6744-93B5-273C15C360D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79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小雨：在我看来，赚钱多少不是最重要的，兴趣才是关键。.wav" descr="小雨：在我看来，赚钱多少不是最重要的，兴趣才是关键。.wav">
            <a:hlinkClick r:id="" action="ppaction://media"/>
            <a:extLst>
              <a:ext uri="{FF2B5EF4-FFF2-40B4-BE49-F238E27FC236}">
                <a16:creationId xmlns:a16="http://schemas.microsoft.com/office/drawing/2014/main" id="{684693A7-0FFD-6940-8ED9-EACEFE6E03A4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25908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2C902ED6-DD6C-AC41-9815-B72195EBB3B8}"/>
              </a:ext>
            </a:extLst>
          </p:cNvPr>
          <p:cNvSpPr/>
          <p:nvPr/>
        </p:nvSpPr>
        <p:spPr>
          <a:xfrm>
            <a:off x="6346825" y="5181600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15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8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1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60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标题 1">
            <a:extLst>
              <a:ext uri="{FF2B5EF4-FFF2-40B4-BE49-F238E27FC236}">
                <a16:creationId xmlns:a16="http://schemas.microsoft.com/office/drawing/2014/main" id="{B9470432-7402-7442-BE2C-B26799817E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关键 </a:t>
            </a:r>
            <a:r>
              <a:rPr kumimoji="1" lang="zh-CN" altLang="zh-CN"/>
              <a:t>guānjiàn </a:t>
            </a:r>
            <a:endParaRPr kumimoji="1" lang="zh-CN" altLang="en-US"/>
          </a:p>
        </p:txBody>
      </p:sp>
      <p:sp>
        <p:nvSpPr>
          <p:cNvPr id="13314" name="内容占位符 2">
            <a:extLst>
              <a:ext uri="{FF2B5EF4-FFF2-40B4-BE49-F238E27FC236}">
                <a16:creationId xmlns:a16="http://schemas.microsoft.com/office/drawing/2014/main" id="{E59AA936-3BD1-2A42-937A-1BF83A2D20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229600" cy="4648200"/>
          </a:xfrm>
        </p:spPr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小雨：在我看来，赚钱多少不是最重要的，兴趣才是关键。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en-US" sz="2000" dirty="0"/>
              <a:t>小雨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xiǎoyǔ  ：  </a:t>
            </a:r>
            <a:r>
              <a:rPr kumimoji="1" lang="zh-CN" altLang="en-US" sz="2000" dirty="0"/>
              <a:t>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zài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看来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kànlái  ，  </a:t>
            </a:r>
            <a:r>
              <a:rPr kumimoji="1" lang="zh-CN" altLang="en-US" sz="2000" dirty="0"/>
              <a:t>赚钱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zhuànqián  </a:t>
            </a:r>
            <a:r>
              <a:rPr kumimoji="1" lang="zh-CN" altLang="en-US" sz="2000" dirty="0"/>
              <a:t>多少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duōshao  </a:t>
            </a:r>
            <a:r>
              <a:rPr kumimoji="1" lang="zh-CN" altLang="en-US" sz="2000" dirty="0"/>
              <a:t>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bùshì  </a:t>
            </a:r>
            <a:r>
              <a:rPr kumimoji="1" lang="zh-CN" altLang="en-US" sz="2000" dirty="0"/>
              <a:t>最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zuì  </a:t>
            </a:r>
            <a:r>
              <a:rPr kumimoji="1" lang="zh-CN" altLang="en-US" sz="2000" dirty="0"/>
              <a:t>重要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zhòngyào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，  </a:t>
            </a:r>
            <a:r>
              <a:rPr kumimoji="1" lang="zh-CN" altLang="en-US" sz="2000" dirty="0"/>
              <a:t>兴趣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xìngqù  </a:t>
            </a:r>
            <a:r>
              <a:rPr kumimoji="1" lang="zh-CN" altLang="en-US" sz="2000" dirty="0"/>
              <a:t>才是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cáishì  </a:t>
            </a:r>
            <a:r>
              <a:rPr kumimoji="1" lang="zh-CN" altLang="en-US" sz="2000" dirty="0"/>
              <a:t>关键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guānjiàn  。 </a:t>
            </a:r>
            <a:endParaRPr kumimoji="1" lang="en-US" altLang="zh-CN" sz="2000" dirty="0"/>
          </a:p>
          <a:p>
            <a:pPr eaLnBrk="1" hangingPunct="1"/>
            <a:r>
              <a:rPr kumimoji="1" lang="en-US" altLang="zh-CN" sz="2000" dirty="0" err="1"/>
              <a:t>Xiaoyu</a:t>
            </a:r>
            <a:r>
              <a:rPr kumimoji="1" lang="en-US" altLang="zh-CN" sz="2000" dirty="0"/>
              <a:t>: In my opinion, how much money you make is not the most important thing, but interest is the key.</a:t>
            </a:r>
          </a:p>
          <a:p>
            <a:pPr eaLnBrk="1" hangingPunct="1"/>
            <a:endParaRPr kumimoji="1" lang="zh-CN" altLang="en-US" sz="2000" dirty="0"/>
          </a:p>
        </p:txBody>
      </p:sp>
      <p:pic>
        <p:nvPicPr>
          <p:cNvPr id="2" name="关键.wav" descr="关键.wav">
            <a:hlinkClick r:id="" action="ppaction://media"/>
            <a:extLst>
              <a:ext uri="{FF2B5EF4-FFF2-40B4-BE49-F238E27FC236}">
                <a16:creationId xmlns:a16="http://schemas.microsoft.com/office/drawing/2014/main" id="{01F78797-05D9-8D45-9A69-1A1BFB2D41CA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4572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小雨：在我看来，赚钱多少不是最重要的，兴趣才是关键。.wav" descr="小雨：在我看来，赚钱多少不是最重要的，兴趣才是关键。.wav">
            <a:hlinkClick r:id="" action="ppaction://media"/>
            <a:extLst>
              <a:ext uri="{FF2B5EF4-FFF2-40B4-BE49-F238E27FC236}">
                <a16:creationId xmlns:a16="http://schemas.microsoft.com/office/drawing/2014/main" id="{684693A7-0FFD-6940-8ED9-EACEFE6E03A4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14478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952AD7D3-A46F-B54A-8637-8A6A0B92D087}"/>
              </a:ext>
            </a:extLst>
          </p:cNvPr>
          <p:cNvSpPr/>
          <p:nvPr/>
        </p:nvSpPr>
        <p:spPr>
          <a:xfrm>
            <a:off x="6346825" y="5181600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934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04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标题 1">
            <a:extLst>
              <a:ext uri="{FF2B5EF4-FFF2-40B4-BE49-F238E27FC236}">
                <a16:creationId xmlns:a16="http://schemas.microsoft.com/office/drawing/2014/main" id="{C20C5C0E-11ED-FF45-88B6-45371557E3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2AD9F3-343C-0041-9A23-6A23588ED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-US" altLang="zh-CN" sz="2000" dirty="0">
                <a:solidFill>
                  <a:srgbClr val="000000"/>
                </a:solidFill>
              </a:rPr>
              <a:t> key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   </a:t>
            </a:r>
            <a:r>
              <a:rPr lang="en-US" altLang="zh-CN" sz="2000" dirty="0"/>
              <a:t>A.</a:t>
            </a:r>
            <a:r>
              <a:rPr lang="zh-CN" altLang="en-US" sz="2000" dirty="0"/>
              <a:t>变化  </a:t>
            </a:r>
            <a:r>
              <a:rPr lang="en-US" altLang="zh-CN" sz="2000" dirty="0"/>
              <a:t>B.</a:t>
            </a:r>
            <a:r>
              <a:rPr lang="zh-CN" altLang="en-US" sz="2000" dirty="0"/>
              <a:t>关键  </a:t>
            </a:r>
            <a:r>
              <a:rPr lang="en-US" altLang="zh-CN" sz="2000" dirty="0"/>
              <a:t>C.</a:t>
            </a:r>
            <a:r>
              <a:rPr lang="zh-CN" altLang="en-US" sz="2000" dirty="0"/>
              <a:t>便宜  </a:t>
            </a:r>
            <a:r>
              <a:rPr lang="en-US" altLang="zh-CN" sz="2000" dirty="0"/>
              <a:t>D.</a:t>
            </a:r>
            <a:r>
              <a:rPr lang="zh-CN" altLang="en-US" sz="2000" dirty="0"/>
              <a:t>机场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最（） </a:t>
            </a:r>
            <a:r>
              <a:rPr lang="en-US" altLang="zh-CN" sz="2000" dirty="0">
                <a:solidFill>
                  <a:srgbClr val="000000"/>
                </a:solidFill>
              </a:rPr>
              <a:t>  </a:t>
            </a:r>
            <a:r>
              <a:rPr lang="en-US" altLang="zh-CN" sz="2000" dirty="0"/>
              <a:t>A.</a:t>
            </a:r>
            <a:r>
              <a:rPr lang="zh-CN" altLang="en-US" sz="2000" dirty="0"/>
              <a:t>家</a:t>
            </a:r>
            <a:r>
              <a:rPr lang="en-US" altLang="zh-CN" sz="2000" dirty="0"/>
              <a:t>  B.</a:t>
            </a:r>
            <a:r>
              <a:rPr lang="zh-CN" altLang="en-US" sz="2000" dirty="0"/>
              <a:t>关键</a:t>
            </a:r>
            <a:r>
              <a:rPr lang="en-US" altLang="zh-CN" sz="2000" dirty="0"/>
              <a:t>  C.</a:t>
            </a:r>
            <a:r>
              <a:rPr lang="zh-CN" altLang="en-US" sz="2000" dirty="0"/>
              <a:t>出  </a:t>
            </a:r>
            <a:r>
              <a:rPr lang="en-US" altLang="zh-CN" sz="2000" dirty="0"/>
              <a:t>D.</a:t>
            </a:r>
            <a:r>
              <a:rPr lang="zh-CN" altLang="en-US" sz="2000" dirty="0"/>
              <a:t>啤酒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小雨：在我看来，赚钱多少不是最重要的，兴趣才是关（）。</a:t>
            </a:r>
            <a:endParaRPr kumimoji="1" lang="zh-CN" altLang="en-US" sz="20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E64AB118-3AAD-6D45-9421-6CC9CFB85F94}"/>
              </a:ext>
            </a:extLst>
          </p:cNvPr>
          <p:cNvSpPr/>
          <p:nvPr/>
        </p:nvSpPr>
        <p:spPr>
          <a:xfrm>
            <a:off x="6346825" y="5181600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3486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86217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难受？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52644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标题 1">
            <a:extLst>
              <a:ext uri="{FF2B5EF4-FFF2-40B4-BE49-F238E27FC236}">
                <a16:creationId xmlns:a16="http://schemas.microsoft.com/office/drawing/2014/main" id="{04E0032E-0EE9-8444-A06E-0F6E173C45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难受 </a:t>
            </a:r>
            <a:r>
              <a:rPr kumimoji="1" lang="zh-CN" altLang="zh-CN"/>
              <a:t>nánshòu </a:t>
            </a:r>
            <a:endParaRPr kumimoji="1" lang="zh-CN" altLang="en-US"/>
          </a:p>
        </p:txBody>
      </p:sp>
      <p:sp>
        <p:nvSpPr>
          <p:cNvPr id="15362" name="内容占位符 2">
            <a:extLst>
              <a:ext uri="{FF2B5EF4-FFF2-40B4-BE49-F238E27FC236}">
                <a16:creationId xmlns:a16="http://schemas.microsoft.com/office/drawing/2014/main" id="{5B30E11A-731F-654D-9DE7-4B851AC610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难 </a:t>
            </a:r>
            <a:r>
              <a:rPr lang="zh-CN" altLang="zh-CN" sz="2000">
                <a:solidFill>
                  <a:srgbClr val="000000"/>
                </a:solidFill>
              </a:rPr>
              <a:t>nán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en-US" altLang="zh-CN" sz="2000">
                <a:solidFill>
                  <a:srgbClr val="000000"/>
                </a:solidFill>
              </a:rPr>
              <a:t>ADJECTIVE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en-US" altLang="zh-CN" sz="2000">
                <a:solidFill>
                  <a:srgbClr val="000000"/>
                </a:solidFill>
              </a:rPr>
              <a:t>difficult; hard; troublesome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受 </a:t>
            </a:r>
            <a:r>
              <a:rPr lang="zh-CN" altLang="zh-CN" sz="2000">
                <a:solidFill>
                  <a:srgbClr val="000000"/>
                </a:solidFill>
              </a:rPr>
              <a:t>shòu VERB stand</a:t>
            </a:r>
            <a:r>
              <a:rPr lang="en-US" altLang="zh-CN" sz="2000">
                <a:solidFill>
                  <a:srgbClr val="000000"/>
                </a:solidFill>
              </a:rPr>
              <a:t>; endure; bear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ADJECTIVE</a:t>
            </a:r>
            <a:r>
              <a:rPr lang="zh-CN" altLang="en-US" sz="2000">
                <a:solidFill>
                  <a:srgbClr val="000000"/>
                </a:solidFill>
              </a:rPr>
              <a:t> </a:t>
            </a:r>
            <a:r>
              <a:rPr lang="zh-CN" altLang="zh-CN" sz="2000">
                <a:solidFill>
                  <a:srgbClr val="000000"/>
                </a:solidFill>
              </a:rPr>
              <a:t>feel unhappy; feel sorry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多么（三级） 难受</a:t>
            </a:r>
            <a:r>
              <a:rPr lang="en-US" altLang="zh-CN" sz="2000">
                <a:solidFill>
                  <a:srgbClr val="000000"/>
                </a:solidFill>
              </a:rPr>
              <a:t>  how uncomfortable</a:t>
            </a:r>
            <a:endParaRPr lang="zh-CN" altLang="en-US" sz="200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>
                <a:solidFill>
                  <a:srgbClr val="000000"/>
                </a:solidFill>
              </a:rPr>
              <a:t>非常（二级） 难受</a:t>
            </a:r>
            <a:r>
              <a:rPr lang="en-US" altLang="zh-CN" sz="2000">
                <a:solidFill>
                  <a:srgbClr val="000000"/>
                </a:solidFill>
              </a:rPr>
              <a:t>  very uncomfortable</a:t>
            </a:r>
          </a:p>
          <a:p>
            <a:pPr eaLnBrk="1" hangingPunct="1"/>
            <a:r>
              <a:rPr lang="en-US" altLang="zh-CN" sz="200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>
                <a:solidFill>
                  <a:srgbClr val="000000"/>
                </a:solidFill>
              </a:rPr>
              <a:t>在你心里难受的时候，它会一直陪着你。</a:t>
            </a:r>
            <a:r>
              <a:rPr kumimoji="1" lang="en-US" altLang="zh-CN" sz="2000">
                <a:solidFill>
                  <a:srgbClr val="000000"/>
                </a:solidFill>
              </a:rPr>
              <a:t>[‘</a:t>
            </a:r>
            <a:r>
              <a:rPr kumimoji="1" lang="zh-CN" altLang="en-US" sz="2000">
                <a:solidFill>
                  <a:srgbClr val="000000"/>
                </a:solidFill>
              </a:rPr>
              <a:t>陪</a:t>
            </a:r>
            <a:r>
              <a:rPr kumimoji="1" lang="en-US" altLang="zh-CN" sz="2000">
                <a:solidFill>
                  <a:srgbClr val="000000"/>
                </a:solidFill>
              </a:rPr>
              <a:t>’]</a:t>
            </a:r>
          </a:p>
          <a:p>
            <a:pPr eaLnBrk="1" hangingPunct="1"/>
            <a:r>
              <a:rPr kumimoji="1" lang="zh-CN" altLang="en-US" sz="2000">
                <a:solidFill>
                  <a:srgbClr val="000000"/>
                </a:solidFill>
              </a:rPr>
              <a:t>在</a:t>
            </a:r>
            <a:r>
              <a:rPr kumimoji="1" lang="en-US" altLang="zh-CN" sz="2000">
                <a:solidFill>
                  <a:srgbClr val="000000"/>
                </a:solidFill>
              </a:rPr>
              <a:t>/zài  </a:t>
            </a:r>
            <a:r>
              <a:rPr kumimoji="1" lang="zh-CN" altLang="en-US" sz="2000">
                <a:solidFill>
                  <a:srgbClr val="000000"/>
                </a:solidFill>
              </a:rPr>
              <a:t>你</a:t>
            </a:r>
            <a:r>
              <a:rPr kumimoji="1" lang="en-US" altLang="zh-CN" sz="2000">
                <a:solidFill>
                  <a:srgbClr val="000000"/>
                </a:solidFill>
              </a:rPr>
              <a:t>/nǐ  </a:t>
            </a:r>
            <a:r>
              <a:rPr kumimoji="1" lang="zh-CN" altLang="en-US" sz="2000">
                <a:solidFill>
                  <a:srgbClr val="000000"/>
                </a:solidFill>
              </a:rPr>
              <a:t>心里</a:t>
            </a:r>
            <a:r>
              <a:rPr kumimoji="1" lang="en-US" altLang="zh-CN" sz="2000">
                <a:solidFill>
                  <a:srgbClr val="000000"/>
                </a:solidFill>
              </a:rPr>
              <a:t>/xīnli  </a:t>
            </a:r>
            <a:r>
              <a:rPr kumimoji="1" lang="zh-CN" altLang="en-US" sz="2000">
                <a:solidFill>
                  <a:srgbClr val="000000"/>
                </a:solidFill>
              </a:rPr>
              <a:t>难受</a:t>
            </a:r>
            <a:r>
              <a:rPr kumimoji="1" lang="en-US" altLang="zh-CN" sz="2000">
                <a:solidFill>
                  <a:srgbClr val="000000"/>
                </a:solidFill>
              </a:rPr>
              <a:t>/nánshòu  </a:t>
            </a:r>
            <a:r>
              <a:rPr kumimoji="1" lang="zh-CN" altLang="en-US" sz="2000">
                <a:solidFill>
                  <a:srgbClr val="000000"/>
                </a:solidFill>
              </a:rPr>
              <a:t>的</a:t>
            </a:r>
            <a:r>
              <a:rPr kumimoji="1" lang="en-US" altLang="zh-CN" sz="2000">
                <a:solidFill>
                  <a:srgbClr val="000000"/>
                </a:solidFill>
              </a:rPr>
              <a:t>/de  </a:t>
            </a:r>
            <a:r>
              <a:rPr kumimoji="1" lang="zh-CN" altLang="en-US" sz="2000">
                <a:solidFill>
                  <a:srgbClr val="000000"/>
                </a:solidFill>
              </a:rPr>
              <a:t>时候</a:t>
            </a:r>
            <a:r>
              <a:rPr kumimoji="1" lang="en-US" altLang="zh-CN" sz="2000">
                <a:solidFill>
                  <a:srgbClr val="000000"/>
                </a:solidFill>
              </a:rPr>
              <a:t>/shíhou  </a:t>
            </a:r>
            <a:r>
              <a:rPr kumimoji="1" lang="zh-CN" altLang="en-US" sz="2000">
                <a:solidFill>
                  <a:srgbClr val="000000"/>
                </a:solidFill>
              </a:rPr>
              <a:t>，  它</a:t>
            </a:r>
            <a:r>
              <a:rPr kumimoji="1" lang="en-US" altLang="zh-CN" sz="2000">
                <a:solidFill>
                  <a:srgbClr val="000000"/>
                </a:solidFill>
              </a:rPr>
              <a:t>/tā  </a:t>
            </a:r>
            <a:r>
              <a:rPr kumimoji="1" lang="zh-CN" altLang="en-US" sz="2000">
                <a:solidFill>
                  <a:srgbClr val="000000"/>
                </a:solidFill>
              </a:rPr>
              <a:t>会</a:t>
            </a:r>
            <a:r>
              <a:rPr kumimoji="1" lang="en-US" altLang="zh-CN" sz="2000">
                <a:solidFill>
                  <a:srgbClr val="000000"/>
                </a:solidFill>
              </a:rPr>
              <a:t>/huì  </a:t>
            </a:r>
            <a:r>
              <a:rPr kumimoji="1" lang="zh-CN" altLang="en-US" sz="2000">
                <a:solidFill>
                  <a:srgbClr val="000000"/>
                </a:solidFill>
              </a:rPr>
              <a:t>一直</a:t>
            </a:r>
            <a:r>
              <a:rPr kumimoji="1" lang="en-US" altLang="zh-CN" sz="2000">
                <a:solidFill>
                  <a:srgbClr val="000000"/>
                </a:solidFill>
              </a:rPr>
              <a:t>/yīzhí  </a:t>
            </a:r>
            <a:r>
              <a:rPr kumimoji="1" lang="zh-CN" altLang="en-US" sz="2000">
                <a:solidFill>
                  <a:srgbClr val="000000"/>
                </a:solidFill>
              </a:rPr>
              <a:t>陪着</a:t>
            </a:r>
            <a:r>
              <a:rPr kumimoji="1" lang="en-US" altLang="zh-CN" sz="2000">
                <a:solidFill>
                  <a:srgbClr val="000000"/>
                </a:solidFill>
              </a:rPr>
              <a:t>/péizhe  </a:t>
            </a:r>
            <a:r>
              <a:rPr kumimoji="1" lang="zh-CN" altLang="en-US" sz="2000">
                <a:solidFill>
                  <a:srgbClr val="000000"/>
                </a:solidFill>
              </a:rPr>
              <a:t>你</a:t>
            </a:r>
            <a:r>
              <a:rPr kumimoji="1" lang="en-US" altLang="zh-CN" sz="2000">
                <a:solidFill>
                  <a:srgbClr val="000000"/>
                </a:solidFill>
              </a:rPr>
              <a:t>/nǐ  </a:t>
            </a:r>
            <a:r>
              <a:rPr kumimoji="1" lang="zh-CN" altLang="en-US" sz="2000">
                <a:solidFill>
                  <a:srgbClr val="000000"/>
                </a:solidFill>
              </a:rPr>
              <a:t>。</a:t>
            </a:r>
            <a:endParaRPr kumimoji="1" lang="en-US" altLang="zh-CN" sz="200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/>
              <a:t>It will always be there for you when you are feeling down.</a:t>
            </a:r>
            <a:endParaRPr kumimoji="1" lang="zh-CN" altLang="en-US" sz="2000"/>
          </a:p>
        </p:txBody>
      </p:sp>
      <p:pic>
        <p:nvPicPr>
          <p:cNvPr id="2" name="难受.wav" descr="难受.wav">
            <a:hlinkClick r:id="" action="ppaction://media"/>
            <a:extLst>
              <a:ext uri="{FF2B5EF4-FFF2-40B4-BE49-F238E27FC236}">
                <a16:creationId xmlns:a16="http://schemas.microsoft.com/office/drawing/2014/main" id="{DF83BD5B-FAF5-1A4D-A67B-F03DC55D4E38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4064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难.wav" descr="难.wav">
            <a:hlinkClick r:id="" action="ppaction://media"/>
            <a:extLst>
              <a:ext uri="{FF2B5EF4-FFF2-40B4-BE49-F238E27FC236}">
                <a16:creationId xmlns:a16="http://schemas.microsoft.com/office/drawing/2014/main" id="{D2734E21-C9D4-F64B-9ACF-3AE449D5F519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5" y="1143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受.wav" descr="受.wav">
            <a:hlinkClick r:id="" action="ppaction://media"/>
            <a:extLst>
              <a:ext uri="{FF2B5EF4-FFF2-40B4-BE49-F238E27FC236}">
                <a16:creationId xmlns:a16="http://schemas.microsoft.com/office/drawing/2014/main" id="{5F7E1B10-1E51-4848-BD36-CFCB64E83DDD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2350" y="1524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多么难受.wav" descr="多么难受.wav">
            <a:hlinkClick r:id="" action="ppaction://media"/>
            <a:extLst>
              <a:ext uri="{FF2B5EF4-FFF2-40B4-BE49-F238E27FC236}">
                <a16:creationId xmlns:a16="http://schemas.microsoft.com/office/drawing/2014/main" id="{D19A05C6-7BEF-AA4B-933B-ED49ABBEC862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275" y="2555875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非常难受.wav" descr="非常难受.wav">
            <a:hlinkClick r:id="" action="ppaction://media"/>
            <a:extLst>
              <a:ext uri="{FF2B5EF4-FFF2-40B4-BE49-F238E27FC236}">
                <a16:creationId xmlns:a16="http://schemas.microsoft.com/office/drawing/2014/main" id="{C8F6538B-B535-C141-8CA4-BE2B6FA3C9EC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3048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在你心里难受的时候，它会一直陪着你。.wav" descr="在你心里难受的时候，它会一直陪着你。.wav">
            <a:hlinkClick r:id="" action="ppaction://media"/>
            <a:extLst>
              <a:ext uri="{FF2B5EF4-FFF2-40B4-BE49-F238E27FC236}">
                <a16:creationId xmlns:a16="http://schemas.microsoft.com/office/drawing/2014/main" id="{BDFBA99E-4B3D-1A48-9F0C-CD1BBDEDA246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37338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A4A2C263-144C-6A47-B692-04A664941D71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5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72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22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392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标题 1">
            <a:extLst>
              <a:ext uri="{FF2B5EF4-FFF2-40B4-BE49-F238E27FC236}">
                <a16:creationId xmlns:a16="http://schemas.microsoft.com/office/drawing/2014/main" id="{04E0032E-0EE9-8444-A06E-0F6E173C45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难受 </a:t>
            </a:r>
            <a:r>
              <a:rPr kumimoji="1" lang="zh-CN" altLang="zh-CN"/>
              <a:t>nánshòu </a:t>
            </a:r>
            <a:endParaRPr kumimoji="1" lang="zh-CN" altLang="en-US"/>
          </a:p>
        </p:txBody>
      </p:sp>
      <p:sp>
        <p:nvSpPr>
          <p:cNvPr id="15362" name="内容占位符 2">
            <a:extLst>
              <a:ext uri="{FF2B5EF4-FFF2-40B4-BE49-F238E27FC236}">
                <a16:creationId xmlns:a16="http://schemas.microsoft.com/office/drawing/2014/main" id="{5B30E11A-731F-654D-9DE7-4B851AC610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ADJECTIVE</a:t>
            </a:r>
            <a:r>
              <a:rPr lang="zh-CN" altLang="en-US" sz="2000" dirty="0">
                <a:solidFill>
                  <a:srgbClr val="000000"/>
                </a:solidFill>
              </a:rPr>
              <a:t> </a:t>
            </a:r>
            <a:r>
              <a:rPr lang="zh-CN" altLang="zh-CN" sz="2000" dirty="0">
                <a:solidFill>
                  <a:srgbClr val="000000"/>
                </a:solidFill>
              </a:rPr>
              <a:t>feel unhappy; feel sorry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多么（三级） 难受</a:t>
            </a:r>
            <a:r>
              <a:rPr lang="en-US" altLang="zh-CN" sz="2000" dirty="0">
                <a:solidFill>
                  <a:srgbClr val="000000"/>
                </a:solidFill>
              </a:rPr>
              <a:t>  how uncomfortable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非常（二级） 难受</a:t>
            </a:r>
            <a:r>
              <a:rPr lang="en-US" altLang="zh-CN" sz="2000" dirty="0">
                <a:solidFill>
                  <a:srgbClr val="000000"/>
                </a:solidFill>
              </a:rPr>
              <a:t>  very uncomfortable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在你心里难受的时候，它会一直陪着你。</a:t>
            </a:r>
            <a:r>
              <a:rPr kumimoji="1" lang="en-US" altLang="zh-CN" sz="2000" dirty="0">
                <a:solidFill>
                  <a:srgbClr val="000000"/>
                </a:solidFill>
              </a:rPr>
              <a:t>[‘</a:t>
            </a:r>
            <a:r>
              <a:rPr kumimoji="1" lang="zh-CN" altLang="en-US" sz="2000" dirty="0">
                <a:solidFill>
                  <a:srgbClr val="000000"/>
                </a:solidFill>
              </a:rPr>
              <a:t>陪</a:t>
            </a:r>
            <a:r>
              <a:rPr kumimoji="1" lang="en-US" altLang="zh-CN" sz="2000" dirty="0">
                <a:solidFill>
                  <a:srgbClr val="000000"/>
                </a:solidFill>
              </a:rPr>
              <a:t>’]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zài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心里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xīnli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难受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nánshòu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的</a:t>
            </a:r>
            <a:r>
              <a:rPr kumimoji="1" lang="en-US" altLang="zh-CN" sz="2000" dirty="0">
                <a:solidFill>
                  <a:srgbClr val="000000"/>
                </a:solidFill>
              </a:rPr>
              <a:t>/de  </a:t>
            </a:r>
            <a:r>
              <a:rPr kumimoji="1" lang="zh-CN" altLang="en-US" sz="2000" dirty="0">
                <a:solidFill>
                  <a:srgbClr val="000000"/>
                </a:solidFill>
              </a:rPr>
              <a:t>时候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shíhou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，  它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tā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会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huì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一直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yīzhí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陪着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péizhe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It will always be there for you when you are feeling down.</a:t>
            </a:r>
            <a:endParaRPr kumimoji="1" lang="zh-CN" altLang="en-US" sz="2000" dirty="0"/>
          </a:p>
        </p:txBody>
      </p:sp>
      <p:pic>
        <p:nvPicPr>
          <p:cNvPr id="2" name="难受.wav" descr="难受.wav">
            <a:hlinkClick r:id="" action="ppaction://media"/>
            <a:extLst>
              <a:ext uri="{FF2B5EF4-FFF2-40B4-BE49-F238E27FC236}">
                <a16:creationId xmlns:a16="http://schemas.microsoft.com/office/drawing/2014/main" id="{DF83BD5B-FAF5-1A4D-A67B-F03DC55D4E38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4064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多么难受.wav" descr="多么难受.wav">
            <a:hlinkClick r:id="" action="ppaction://media"/>
            <a:extLst>
              <a:ext uri="{FF2B5EF4-FFF2-40B4-BE49-F238E27FC236}">
                <a16:creationId xmlns:a16="http://schemas.microsoft.com/office/drawing/2014/main" id="{D19A05C6-7BEF-AA4B-933B-ED49ABBEC862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275" y="1752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非常难受.wav" descr="非常难受.wav">
            <a:hlinkClick r:id="" action="ppaction://media"/>
            <a:extLst>
              <a:ext uri="{FF2B5EF4-FFF2-40B4-BE49-F238E27FC236}">
                <a16:creationId xmlns:a16="http://schemas.microsoft.com/office/drawing/2014/main" id="{C8F6538B-B535-C141-8CA4-BE2B6FA3C9EC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2244725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在你心里难受的时候，它会一直陪着你。.wav" descr="在你心里难受的时候，它会一直陪着你。.wav">
            <a:hlinkClick r:id="" action="ppaction://media"/>
            <a:extLst>
              <a:ext uri="{FF2B5EF4-FFF2-40B4-BE49-F238E27FC236}">
                <a16:creationId xmlns:a16="http://schemas.microsoft.com/office/drawing/2014/main" id="{BDFBA99E-4B3D-1A48-9F0C-CD1BBDEDA246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2930525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9DB1F397-214F-2A40-B7F0-40814041BDC7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506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2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92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标题 1">
            <a:extLst>
              <a:ext uri="{FF2B5EF4-FFF2-40B4-BE49-F238E27FC236}">
                <a16:creationId xmlns:a16="http://schemas.microsoft.com/office/drawing/2014/main" id="{04E0032E-0EE9-8444-A06E-0F6E173C45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难受 </a:t>
            </a:r>
            <a:r>
              <a:rPr kumimoji="1" lang="zh-CN" altLang="zh-CN"/>
              <a:t>nánshòu </a:t>
            </a:r>
            <a:endParaRPr kumimoji="1" lang="zh-CN" altLang="en-US"/>
          </a:p>
        </p:txBody>
      </p:sp>
      <p:sp>
        <p:nvSpPr>
          <p:cNvPr id="15362" name="内容占位符 2">
            <a:extLst>
              <a:ext uri="{FF2B5EF4-FFF2-40B4-BE49-F238E27FC236}">
                <a16:creationId xmlns:a16="http://schemas.microsoft.com/office/drawing/2014/main" id="{5B30E11A-731F-654D-9DE7-4B851AC610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Collocation:</a:t>
            </a: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多么（三级） 难受</a:t>
            </a:r>
            <a:r>
              <a:rPr lang="en-US" altLang="zh-CN" sz="2000" dirty="0">
                <a:solidFill>
                  <a:srgbClr val="000000"/>
                </a:solidFill>
              </a:rPr>
              <a:t>  how uncomfortable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eaLnBrk="1" hangingPunct="1"/>
            <a:r>
              <a:rPr lang="zh-CN" altLang="en-US" sz="2000" dirty="0">
                <a:solidFill>
                  <a:srgbClr val="000000"/>
                </a:solidFill>
              </a:rPr>
              <a:t>非常（二级） 难受</a:t>
            </a:r>
            <a:r>
              <a:rPr lang="en-US" altLang="zh-CN" sz="2000" dirty="0">
                <a:solidFill>
                  <a:srgbClr val="000000"/>
                </a:solidFill>
              </a:rPr>
              <a:t>  very uncomfortable</a:t>
            </a:r>
          </a:p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在你心里难受的时候，它会一直陪着你。</a:t>
            </a:r>
            <a:r>
              <a:rPr kumimoji="1" lang="en-US" altLang="zh-CN" sz="2000" dirty="0">
                <a:solidFill>
                  <a:srgbClr val="000000"/>
                </a:solidFill>
              </a:rPr>
              <a:t>[‘</a:t>
            </a:r>
            <a:r>
              <a:rPr kumimoji="1" lang="zh-CN" altLang="en-US" sz="2000" dirty="0">
                <a:solidFill>
                  <a:srgbClr val="000000"/>
                </a:solidFill>
              </a:rPr>
              <a:t>陪</a:t>
            </a:r>
            <a:r>
              <a:rPr kumimoji="1" lang="en-US" altLang="zh-CN" sz="2000" dirty="0">
                <a:solidFill>
                  <a:srgbClr val="000000"/>
                </a:solidFill>
              </a:rPr>
              <a:t>’]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zài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心里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xīnli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难受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nánshòu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的</a:t>
            </a:r>
            <a:r>
              <a:rPr kumimoji="1" lang="en-US" altLang="zh-CN" sz="2000" dirty="0">
                <a:solidFill>
                  <a:srgbClr val="000000"/>
                </a:solidFill>
              </a:rPr>
              <a:t>/de  </a:t>
            </a:r>
            <a:r>
              <a:rPr kumimoji="1" lang="zh-CN" altLang="en-US" sz="2000" dirty="0">
                <a:solidFill>
                  <a:srgbClr val="000000"/>
                </a:solidFill>
              </a:rPr>
              <a:t>时候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shíhou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，  它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tā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会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huì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一直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yīzhí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陪着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péizhe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It will always be there for you when you are feeling down.</a:t>
            </a:r>
            <a:endParaRPr kumimoji="1" lang="zh-CN" altLang="en-US" sz="2000" dirty="0"/>
          </a:p>
        </p:txBody>
      </p:sp>
      <p:pic>
        <p:nvPicPr>
          <p:cNvPr id="2" name="难受.wav" descr="难受.wav">
            <a:hlinkClick r:id="" action="ppaction://media"/>
            <a:extLst>
              <a:ext uri="{FF2B5EF4-FFF2-40B4-BE49-F238E27FC236}">
                <a16:creationId xmlns:a16="http://schemas.microsoft.com/office/drawing/2014/main" id="{DF83BD5B-FAF5-1A4D-A67B-F03DC55D4E38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4064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多么难受.wav" descr="多么难受.wav">
            <a:hlinkClick r:id="" action="ppaction://media"/>
            <a:extLst>
              <a:ext uri="{FF2B5EF4-FFF2-40B4-BE49-F238E27FC236}">
                <a16:creationId xmlns:a16="http://schemas.microsoft.com/office/drawing/2014/main" id="{D19A05C6-7BEF-AA4B-933B-ED49ABBEC862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8275" y="13716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非常难受.wav" descr="非常难受.wav">
            <a:hlinkClick r:id="" action="ppaction://media"/>
            <a:extLst>
              <a:ext uri="{FF2B5EF4-FFF2-40B4-BE49-F238E27FC236}">
                <a16:creationId xmlns:a16="http://schemas.microsoft.com/office/drawing/2014/main" id="{C8F6538B-B535-C141-8CA4-BE2B6FA3C9EC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1863725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在你心里难受的时候，它会一直陪着你。.wav" descr="在你心里难受的时候，它会一直陪着你。.wav">
            <a:hlinkClick r:id="" action="ppaction://media"/>
            <a:extLst>
              <a:ext uri="{FF2B5EF4-FFF2-40B4-BE49-F238E27FC236}">
                <a16:creationId xmlns:a16="http://schemas.microsoft.com/office/drawing/2014/main" id="{BDFBA99E-4B3D-1A48-9F0C-CD1BBDEDA246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600" y="2549525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0A80E249-31AE-B947-BF4F-F514CE19D8E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264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2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92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标题 1">
            <a:extLst>
              <a:ext uri="{FF2B5EF4-FFF2-40B4-BE49-F238E27FC236}">
                <a16:creationId xmlns:a16="http://schemas.microsoft.com/office/drawing/2014/main" id="{04E0032E-0EE9-8444-A06E-0F6E173C45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/>
              <a:t>难受 </a:t>
            </a:r>
            <a:r>
              <a:rPr kumimoji="1" lang="zh-CN" altLang="zh-CN"/>
              <a:t>nánshòu </a:t>
            </a:r>
            <a:endParaRPr kumimoji="1" lang="zh-CN" altLang="en-US"/>
          </a:p>
        </p:txBody>
      </p:sp>
      <p:sp>
        <p:nvSpPr>
          <p:cNvPr id="15362" name="内容占位符 2">
            <a:extLst>
              <a:ext uri="{FF2B5EF4-FFF2-40B4-BE49-F238E27FC236}">
                <a16:creationId xmlns:a16="http://schemas.microsoft.com/office/drawing/2014/main" id="{5B30E11A-731F-654D-9DE7-4B851AC610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>
                <a:solidFill>
                  <a:srgbClr val="000000"/>
                </a:solidFill>
              </a:rPr>
              <a:t>Sentence: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在你心里难受的时候，它会一直陪着你。</a:t>
            </a:r>
            <a:r>
              <a:rPr kumimoji="1" lang="en-US" altLang="zh-CN" sz="2000" dirty="0">
                <a:solidFill>
                  <a:srgbClr val="000000"/>
                </a:solidFill>
              </a:rPr>
              <a:t>[‘</a:t>
            </a:r>
            <a:r>
              <a:rPr kumimoji="1" lang="zh-CN" altLang="en-US" sz="2000" dirty="0">
                <a:solidFill>
                  <a:srgbClr val="000000"/>
                </a:solidFill>
              </a:rPr>
              <a:t>陪</a:t>
            </a:r>
            <a:r>
              <a:rPr kumimoji="1" lang="en-US" altLang="zh-CN" sz="2000" dirty="0">
                <a:solidFill>
                  <a:srgbClr val="000000"/>
                </a:solidFill>
              </a:rPr>
              <a:t>’]</a:t>
            </a:r>
          </a:p>
          <a:p>
            <a:pPr eaLnBrk="1" hangingPunct="1"/>
            <a:r>
              <a:rPr kumimoji="1" lang="zh-CN" altLang="en-US" sz="2000" dirty="0">
                <a:solidFill>
                  <a:srgbClr val="000000"/>
                </a:solidFill>
              </a:rPr>
              <a:t>在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zài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心里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xīnli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难受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nánshòu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的</a:t>
            </a:r>
            <a:r>
              <a:rPr kumimoji="1" lang="en-US" altLang="zh-CN" sz="2000" dirty="0">
                <a:solidFill>
                  <a:srgbClr val="000000"/>
                </a:solidFill>
              </a:rPr>
              <a:t>/de  </a:t>
            </a:r>
            <a:r>
              <a:rPr kumimoji="1" lang="zh-CN" altLang="en-US" sz="2000" dirty="0">
                <a:solidFill>
                  <a:srgbClr val="000000"/>
                </a:solidFill>
              </a:rPr>
              <a:t>时候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shíhou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，  它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tā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会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huì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一直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yīzhí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陪着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péizhe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你</a:t>
            </a:r>
            <a:r>
              <a:rPr kumimoji="1" lang="en-US" altLang="zh-CN" sz="2000" dirty="0">
                <a:solidFill>
                  <a:srgbClr val="000000"/>
                </a:solidFill>
              </a:rPr>
              <a:t>/</a:t>
            </a:r>
            <a:r>
              <a:rPr kumimoji="1" lang="en-US" altLang="zh-CN" sz="2000" dirty="0" err="1">
                <a:solidFill>
                  <a:srgbClr val="000000"/>
                </a:solidFill>
              </a:rPr>
              <a:t>nǐ</a:t>
            </a:r>
            <a:r>
              <a:rPr kumimoji="1" lang="en-US" altLang="zh-CN" sz="2000" dirty="0">
                <a:solidFill>
                  <a:srgbClr val="000000"/>
                </a:solidFill>
              </a:rPr>
              <a:t>  </a:t>
            </a:r>
            <a:r>
              <a:rPr kumimoji="1" lang="zh-CN" altLang="en-US" sz="2000" dirty="0">
                <a:solidFill>
                  <a:srgbClr val="000000"/>
                </a:solidFill>
              </a:rPr>
              <a:t>。</a:t>
            </a:r>
            <a:endParaRPr kumimoji="1" lang="en-US" altLang="zh-CN" sz="2000" dirty="0">
              <a:solidFill>
                <a:srgbClr val="000000"/>
              </a:solidFill>
            </a:endParaRPr>
          </a:p>
          <a:p>
            <a:pPr eaLnBrk="1" hangingPunct="1"/>
            <a:r>
              <a:rPr kumimoji="1" lang="zh-CN" altLang="zh-CN" sz="2000" dirty="0"/>
              <a:t>It will always be there for you when you are feeling down.</a:t>
            </a:r>
            <a:endParaRPr kumimoji="1" lang="zh-CN" altLang="en-US" sz="2000" dirty="0"/>
          </a:p>
        </p:txBody>
      </p:sp>
      <p:pic>
        <p:nvPicPr>
          <p:cNvPr id="2" name="难受.wav" descr="难受.wav">
            <a:hlinkClick r:id="" action="ppaction://media"/>
            <a:extLst>
              <a:ext uri="{FF2B5EF4-FFF2-40B4-BE49-F238E27FC236}">
                <a16:creationId xmlns:a16="http://schemas.microsoft.com/office/drawing/2014/main" id="{DF83BD5B-FAF5-1A4D-A67B-F03DC55D4E38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4064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在你心里难受的时候，它会一直陪着你。.wav" descr="在你心里难受的时候，它会一直陪着你。.wav">
            <a:hlinkClick r:id="" action="ppaction://media"/>
            <a:extLst>
              <a:ext uri="{FF2B5EF4-FFF2-40B4-BE49-F238E27FC236}">
                <a16:creationId xmlns:a16="http://schemas.microsoft.com/office/drawing/2014/main" id="{BDFBA99E-4B3D-1A48-9F0C-CD1BBDEDA246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24000"/>
            <a:ext cx="53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F6B97075-698F-B84B-B14B-7413FF6541AA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61239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92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标题 1">
            <a:extLst>
              <a:ext uri="{FF2B5EF4-FFF2-40B4-BE49-F238E27FC236}">
                <a16:creationId xmlns:a16="http://schemas.microsoft.com/office/drawing/2014/main" id="{09399D2B-A28F-A44D-9159-8921351CA5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79FA2C-73EF-3142-AB08-A10B5133E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-US" altLang="zh-CN" sz="2000" dirty="0">
                <a:solidFill>
                  <a:srgbClr val="000000"/>
                </a:solidFill>
              </a:rPr>
              <a:t> </a:t>
            </a:r>
            <a:r>
              <a:rPr lang="en" altLang="zh-CN" sz="2000" dirty="0">
                <a:solidFill>
                  <a:srgbClr val="000000"/>
                </a:solidFill>
              </a:rPr>
              <a:t>feel unhappy; feel sorry</a:t>
            </a:r>
            <a:endParaRPr lang="en-US" altLang="zh-CN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   </a:t>
            </a:r>
            <a:r>
              <a:rPr lang="en-US" altLang="zh-CN" sz="2000" dirty="0"/>
              <a:t>A.</a:t>
            </a:r>
            <a:r>
              <a:rPr lang="zh-CN" altLang="en-US" sz="2000" dirty="0"/>
              <a:t>贵  </a:t>
            </a:r>
            <a:r>
              <a:rPr lang="en-US" altLang="zh-CN" sz="2000" dirty="0"/>
              <a:t>B.</a:t>
            </a:r>
            <a:r>
              <a:rPr lang="zh-CN" altLang="en-US" sz="2000" dirty="0"/>
              <a:t>参加  </a:t>
            </a:r>
            <a:r>
              <a:rPr lang="en-US" altLang="zh-CN" sz="2000" dirty="0"/>
              <a:t>C.</a:t>
            </a:r>
            <a:r>
              <a:rPr lang="zh-CN" altLang="en-US" sz="2000" dirty="0"/>
              <a:t>健康  </a:t>
            </a:r>
            <a:r>
              <a:rPr lang="en-US" altLang="zh-CN" sz="2000" dirty="0"/>
              <a:t>D.</a:t>
            </a:r>
            <a:r>
              <a:rPr lang="zh-CN" altLang="en-US" sz="2000" dirty="0"/>
              <a:t>难受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多么（） </a:t>
            </a:r>
            <a:r>
              <a:rPr lang="en-US" altLang="zh-CN" sz="2000" dirty="0"/>
              <a:t>A.</a:t>
            </a:r>
            <a:r>
              <a:rPr lang="zh-CN" altLang="en-US" sz="2000" dirty="0"/>
              <a:t>难受</a:t>
            </a:r>
            <a:r>
              <a:rPr lang="en-US" altLang="zh-CN" sz="2000" dirty="0"/>
              <a:t>  B.</a:t>
            </a:r>
            <a:r>
              <a:rPr lang="zh-CN" altLang="en-US" sz="2000" dirty="0"/>
              <a:t>借</a:t>
            </a:r>
            <a:r>
              <a:rPr lang="en-US" altLang="zh-CN" sz="2000" dirty="0"/>
              <a:t>  C.</a:t>
            </a:r>
            <a:r>
              <a:rPr lang="zh-CN" altLang="en-US" sz="2000" dirty="0"/>
              <a:t>一共  </a:t>
            </a:r>
            <a:r>
              <a:rPr lang="en-US" altLang="zh-CN" sz="2000" dirty="0"/>
              <a:t>D.</a:t>
            </a:r>
            <a:r>
              <a:rPr lang="zh-CN" altLang="en-US" sz="2000" dirty="0"/>
              <a:t>左边</a:t>
            </a:r>
            <a:endParaRPr lang="zh-CN" altLang="en-US" sz="2000" dirty="0">
              <a:solidFill>
                <a:srgbClr val="000000"/>
              </a:solidFill>
            </a:endParaRP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>
                <a:solidFill>
                  <a:srgbClr val="000000"/>
                </a:solidFill>
              </a:rPr>
              <a:t>非常（） </a:t>
            </a:r>
            <a:r>
              <a:rPr lang="en-US" altLang="zh-CN" sz="2000" dirty="0"/>
              <a:t>A.</a:t>
            </a:r>
            <a:r>
              <a:rPr lang="zh-CN" altLang="en-US" sz="2000" dirty="0"/>
              <a:t>会议</a:t>
            </a:r>
            <a:r>
              <a:rPr lang="en-US" altLang="zh-CN" sz="2000" dirty="0"/>
              <a:t>  B.</a:t>
            </a:r>
            <a:r>
              <a:rPr lang="zh-CN" altLang="en-US" sz="2000" dirty="0"/>
              <a:t>难受</a:t>
            </a:r>
            <a:r>
              <a:rPr lang="en-US" altLang="zh-CN" sz="2000" dirty="0"/>
              <a:t>  C.</a:t>
            </a:r>
            <a:r>
              <a:rPr lang="zh-CN" altLang="en-US" sz="2000" dirty="0"/>
              <a:t>吃  </a:t>
            </a:r>
            <a:r>
              <a:rPr lang="en-US" altLang="zh-CN" sz="2000" dirty="0"/>
              <a:t>D.</a:t>
            </a:r>
            <a:r>
              <a:rPr lang="zh-CN" altLang="en-US" sz="2000" dirty="0"/>
              <a:t>说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	</a:t>
            </a:r>
            <a:r>
              <a:rPr lang="zh-CN" altLang="en-US" sz="2000" dirty="0"/>
              <a:t>      </a:t>
            </a:r>
            <a:r>
              <a:rPr lang="en-US" altLang="zh-CN" sz="2000" dirty="0"/>
              <a:t>s__</a:t>
            </a:r>
          </a:p>
          <a:p>
            <a:pPr marL="0" indent="0" eaLnBrk="1" hangingPunct="1">
              <a:buFontTx/>
              <a:buNone/>
              <a:defRPr/>
            </a:pPr>
            <a:r>
              <a:rPr kumimoji="1" lang="zh-CN" altLang="en-US" sz="2000" dirty="0">
                <a:solidFill>
                  <a:srgbClr val="000000"/>
                </a:solidFill>
              </a:rPr>
              <a:t>在你心里难（）的时候，它会一直陪着你。</a:t>
            </a:r>
            <a:endParaRPr kumimoji="1" lang="zh-CN" altLang="en-US" sz="20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42CC8244-F874-4D47-8331-96E418705658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17969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3731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成为？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6406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标题 1">
            <a:extLst>
              <a:ext uri="{FF2B5EF4-FFF2-40B4-BE49-F238E27FC236}">
                <a16:creationId xmlns:a16="http://schemas.microsoft.com/office/drawing/2014/main" id="{038109F4-C003-4149-A47D-9E7084AE42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成为 </a:t>
            </a:r>
            <a:r>
              <a:rPr kumimoji="1" lang="zh-CN" altLang="zh-CN" sz="2800"/>
              <a:t>chéngwéi </a:t>
            </a:r>
            <a:endParaRPr kumimoji="1" lang="zh-CN" altLang="en-US" sz="2800"/>
          </a:p>
        </p:txBody>
      </p:sp>
      <p:sp>
        <p:nvSpPr>
          <p:cNvPr id="17410" name="内容占位符 2">
            <a:extLst>
              <a:ext uri="{FF2B5EF4-FFF2-40B4-BE49-F238E27FC236}">
                <a16:creationId xmlns:a16="http://schemas.microsoft.com/office/drawing/2014/main" id="{18158A82-9B36-014A-A865-79245DF57E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/>
              <a:t>成 </a:t>
            </a:r>
            <a:r>
              <a:rPr kumimoji="1" lang="zh-CN" altLang="zh-CN" sz="2000"/>
              <a:t>chéng </a:t>
            </a:r>
            <a:r>
              <a:rPr lang="en-US" altLang="zh-CN" sz="2000"/>
              <a:t>VERB</a:t>
            </a:r>
            <a:r>
              <a:rPr lang="zh-CN" altLang="en-US" sz="2000"/>
              <a:t> </a:t>
            </a:r>
            <a:r>
              <a:rPr lang="en-US" altLang="zh-CN" sz="2000"/>
              <a:t>become; turn into</a:t>
            </a:r>
          </a:p>
          <a:p>
            <a:pPr eaLnBrk="1" hangingPunct="1"/>
            <a:r>
              <a:rPr lang="zh-CN" altLang="en-US" sz="2000"/>
              <a:t>为 </a:t>
            </a:r>
            <a:r>
              <a:rPr kumimoji="1" lang="zh-CN" altLang="zh-CN" sz="2000"/>
              <a:t>wéi </a:t>
            </a:r>
            <a:r>
              <a:rPr lang="en-US" altLang="zh-CN" sz="2000"/>
              <a:t>VERB</a:t>
            </a:r>
            <a:r>
              <a:rPr lang="zh-CN" altLang="en-US" sz="2000"/>
              <a:t> </a:t>
            </a:r>
            <a:r>
              <a:rPr lang="en-US" altLang="zh-CN" sz="2000"/>
              <a:t>become; turn</a:t>
            </a:r>
          </a:p>
          <a:p>
            <a:pPr eaLnBrk="1" hangingPunct="1"/>
            <a:r>
              <a:rPr lang="en-US" altLang="zh-CN" sz="2000"/>
              <a:t>VERB</a:t>
            </a:r>
            <a:r>
              <a:rPr lang="zh-CN" altLang="en-US" sz="2000"/>
              <a:t>   </a:t>
            </a:r>
            <a:r>
              <a:rPr lang="zh-CN" altLang="zh-CN" sz="2000"/>
              <a:t>become;</a:t>
            </a:r>
            <a:r>
              <a:rPr lang="zh-CN" altLang="en-US" sz="2000"/>
              <a:t> </a:t>
            </a:r>
            <a:r>
              <a:rPr lang="zh-CN" altLang="zh-CN" sz="2000"/>
              <a:t>turn into</a:t>
            </a:r>
          </a:p>
          <a:p>
            <a:pPr eaLnBrk="1" hangingPunct="1"/>
            <a:r>
              <a:rPr lang="en-US" altLang="zh-CN" sz="2000"/>
              <a:t>Collocation: </a:t>
            </a:r>
          </a:p>
          <a:p>
            <a:pPr eaLnBrk="1" hangingPunct="1"/>
            <a:r>
              <a:rPr lang="zh-CN" altLang="en-US" sz="2000"/>
              <a:t>已经（一级） 成为</a:t>
            </a:r>
            <a:r>
              <a:rPr lang="en-US" altLang="zh-CN" sz="2000"/>
              <a:t> already become</a:t>
            </a:r>
            <a:endParaRPr lang="zh-CN" altLang="en-US" sz="2000"/>
          </a:p>
          <a:p>
            <a:pPr eaLnBrk="1" hangingPunct="1"/>
            <a:r>
              <a:rPr lang="zh-CN" altLang="en-US" sz="2000"/>
              <a:t>成为 朋友（一级）</a:t>
            </a:r>
            <a:r>
              <a:rPr lang="zh-CN" altLang="zh-CN" sz="2000"/>
              <a:t> become friends</a:t>
            </a:r>
            <a:endParaRPr lang="en-US" altLang="zh-CN" sz="2000"/>
          </a:p>
          <a:p>
            <a:pPr eaLnBrk="1" hangingPunct="1"/>
            <a:r>
              <a:rPr lang="en-US" altLang="zh-CN" sz="2000"/>
              <a:t>Sentence:</a:t>
            </a:r>
          </a:p>
          <a:p>
            <a:pPr eaLnBrk="1" hangingPunct="1"/>
            <a:r>
              <a:rPr kumimoji="1" lang="zh-CN" altLang="en-US" sz="2000"/>
              <a:t>诸位，万页书可以使你成为一个学者了。</a:t>
            </a:r>
            <a:r>
              <a:rPr kumimoji="1" lang="en-US" altLang="zh-CN" sz="2000"/>
              <a:t>['</a:t>
            </a:r>
            <a:r>
              <a:rPr kumimoji="1" lang="zh-CN" altLang="en-US" sz="2000"/>
              <a:t>诸位</a:t>
            </a:r>
            <a:r>
              <a:rPr kumimoji="1" lang="en-US" altLang="zh-CN" sz="2000"/>
              <a:t>', '</a:t>
            </a:r>
            <a:r>
              <a:rPr kumimoji="1" lang="zh-CN" altLang="en-US" sz="2000"/>
              <a:t>使</a:t>
            </a:r>
            <a:r>
              <a:rPr kumimoji="1" lang="en-US" altLang="zh-CN" sz="2000"/>
              <a:t>’]</a:t>
            </a:r>
          </a:p>
          <a:p>
            <a:pPr eaLnBrk="1" hangingPunct="1"/>
            <a:r>
              <a:rPr kumimoji="1" lang="zh-CN" altLang="en-US" sz="2000"/>
              <a:t>诸位</a:t>
            </a:r>
            <a:r>
              <a:rPr kumimoji="1" lang="en-US" altLang="zh-CN" sz="2000"/>
              <a:t>/</a:t>
            </a:r>
            <a:r>
              <a:rPr kumimoji="1" lang="zh-CN" altLang="zh-CN" sz="2000"/>
              <a:t>zhūwèi  ，  </a:t>
            </a:r>
            <a:r>
              <a:rPr kumimoji="1" lang="zh-CN" altLang="en-US" sz="2000"/>
              <a:t>万</a:t>
            </a:r>
            <a:r>
              <a:rPr kumimoji="1" lang="en-US" altLang="zh-CN" sz="2000"/>
              <a:t>/</a:t>
            </a:r>
            <a:r>
              <a:rPr kumimoji="1" lang="zh-CN" altLang="zh-CN" sz="2000"/>
              <a:t>wàn  </a:t>
            </a:r>
            <a:r>
              <a:rPr kumimoji="1" lang="zh-CN" altLang="en-US" sz="2000"/>
              <a:t>页</a:t>
            </a:r>
            <a:r>
              <a:rPr kumimoji="1" lang="en-US" altLang="zh-CN" sz="2000"/>
              <a:t>/</a:t>
            </a:r>
            <a:r>
              <a:rPr kumimoji="1" lang="zh-CN" altLang="zh-CN" sz="2000"/>
              <a:t>yè  </a:t>
            </a:r>
            <a:r>
              <a:rPr kumimoji="1" lang="zh-CN" altLang="en-US" sz="2000"/>
              <a:t>书</a:t>
            </a:r>
            <a:r>
              <a:rPr kumimoji="1" lang="en-US" altLang="zh-CN" sz="2000"/>
              <a:t>/</a:t>
            </a:r>
            <a:r>
              <a:rPr kumimoji="1" lang="zh-CN" altLang="zh-CN" sz="2000"/>
              <a:t>shū  </a:t>
            </a:r>
            <a:r>
              <a:rPr kumimoji="1" lang="zh-CN" altLang="en-US" sz="2000"/>
              <a:t>可以</a:t>
            </a:r>
            <a:r>
              <a:rPr kumimoji="1" lang="en-US" altLang="zh-CN" sz="2000"/>
              <a:t>/</a:t>
            </a:r>
            <a:r>
              <a:rPr kumimoji="1" lang="zh-CN" altLang="zh-CN" sz="2000"/>
              <a:t>kěyǐ  </a:t>
            </a:r>
            <a:r>
              <a:rPr kumimoji="1" lang="zh-CN" altLang="en-US" sz="2000"/>
              <a:t>使</a:t>
            </a:r>
            <a:r>
              <a:rPr kumimoji="1" lang="en-US" altLang="zh-CN" sz="2000"/>
              <a:t>/</a:t>
            </a:r>
            <a:r>
              <a:rPr kumimoji="1" lang="zh-CN" altLang="zh-CN" sz="2000"/>
              <a:t>shǐ  </a:t>
            </a:r>
            <a:r>
              <a:rPr kumimoji="1" lang="zh-CN" altLang="en-US" sz="2000"/>
              <a:t>你</a:t>
            </a:r>
            <a:r>
              <a:rPr kumimoji="1" lang="en-US" altLang="zh-CN" sz="2000"/>
              <a:t>/</a:t>
            </a:r>
            <a:r>
              <a:rPr kumimoji="1" lang="zh-CN" altLang="zh-CN" sz="2000"/>
              <a:t>nǐ  </a:t>
            </a:r>
            <a:r>
              <a:rPr kumimoji="1" lang="zh-CN" altLang="en-US" sz="2000"/>
              <a:t>成为</a:t>
            </a:r>
            <a:r>
              <a:rPr kumimoji="1" lang="en-US" altLang="zh-CN" sz="2000"/>
              <a:t>/</a:t>
            </a:r>
            <a:r>
              <a:rPr kumimoji="1" lang="zh-CN" altLang="zh-CN" sz="2000"/>
              <a:t>chéngwéi  </a:t>
            </a:r>
            <a:r>
              <a:rPr kumimoji="1" lang="zh-CN" altLang="en-US" sz="2000"/>
              <a:t>一个</a:t>
            </a:r>
            <a:r>
              <a:rPr kumimoji="1" lang="en-US" altLang="zh-CN" sz="2000"/>
              <a:t>/</a:t>
            </a:r>
            <a:r>
              <a:rPr kumimoji="1" lang="zh-CN" altLang="zh-CN" sz="2000"/>
              <a:t>yīgè  </a:t>
            </a:r>
            <a:r>
              <a:rPr kumimoji="1" lang="zh-CN" altLang="en-US" sz="2000"/>
              <a:t>学者</a:t>
            </a:r>
            <a:r>
              <a:rPr kumimoji="1" lang="en-US" altLang="zh-CN" sz="2000"/>
              <a:t>/</a:t>
            </a:r>
            <a:r>
              <a:rPr kumimoji="1" lang="zh-CN" altLang="zh-CN" sz="2000"/>
              <a:t>xuézhě  </a:t>
            </a:r>
            <a:r>
              <a:rPr kumimoji="1" lang="zh-CN" altLang="en-US" sz="2000"/>
              <a:t>了</a:t>
            </a:r>
            <a:r>
              <a:rPr kumimoji="1" lang="en-US" altLang="zh-CN" sz="2000"/>
              <a:t>/</a:t>
            </a:r>
            <a:r>
              <a:rPr kumimoji="1" lang="zh-CN" altLang="zh-CN" sz="2000"/>
              <a:t>le  。</a:t>
            </a:r>
            <a:endParaRPr kumimoji="1" lang="en-US" altLang="zh-CN" sz="2000"/>
          </a:p>
          <a:p>
            <a:pPr eaLnBrk="1" hangingPunct="1"/>
            <a:r>
              <a:rPr kumimoji="1" lang="zh-CN" altLang="zh-CN" sz="2000"/>
              <a:t>Ladies and gentlemen, a thousand-page book can make you a scholar.</a:t>
            </a:r>
            <a:endParaRPr kumimoji="1" lang="zh-CN" altLang="en-US" sz="2000"/>
          </a:p>
        </p:txBody>
      </p:sp>
      <p:pic>
        <p:nvPicPr>
          <p:cNvPr id="2" name="成为.wav" descr="成为.wav">
            <a:hlinkClick r:id="" action="ppaction://media"/>
            <a:extLst>
              <a:ext uri="{FF2B5EF4-FFF2-40B4-BE49-F238E27FC236}">
                <a16:creationId xmlns:a16="http://schemas.microsoft.com/office/drawing/2014/main" id="{295097EC-9D27-DF4C-BF98-4320DA32E687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64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成.wav" descr="成.wav">
            <a:hlinkClick r:id="" action="ppaction://media"/>
            <a:extLst>
              <a:ext uri="{FF2B5EF4-FFF2-40B4-BE49-F238E27FC236}">
                <a16:creationId xmlns:a16="http://schemas.microsoft.com/office/drawing/2014/main" id="{ACDD7CA1-24F8-DA47-86DC-7C3BF24D4176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1143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为.wav" descr="为.wav">
            <a:hlinkClick r:id="" action="ppaction://media"/>
            <a:extLst>
              <a:ext uri="{FF2B5EF4-FFF2-40B4-BE49-F238E27FC236}">
                <a16:creationId xmlns:a16="http://schemas.microsoft.com/office/drawing/2014/main" id="{53E360D5-307C-8544-A881-60C62FFABBF2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0" y="1528763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已经成为.wav" descr="已经成为.wav">
            <a:hlinkClick r:id="" action="ppaction://media"/>
            <a:extLst>
              <a:ext uri="{FF2B5EF4-FFF2-40B4-BE49-F238E27FC236}">
                <a16:creationId xmlns:a16="http://schemas.microsoft.com/office/drawing/2014/main" id="{036088C7-48DA-8E49-A645-1FD0A2C5FAB6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2624138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成为朋友.wav" descr="成为朋友.wav">
            <a:hlinkClick r:id="" action="ppaction://media"/>
            <a:extLst>
              <a:ext uri="{FF2B5EF4-FFF2-40B4-BE49-F238E27FC236}">
                <a16:creationId xmlns:a16="http://schemas.microsoft.com/office/drawing/2014/main" id="{E01FF76A-15C5-C244-A5A7-D81C206CE85D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3175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诸位，万页书可以使你成为一个学者了。.wav" descr="诸位，万页书可以使你成为一个学者了。.wav">
            <a:hlinkClick r:id="" action="ppaction://media"/>
            <a:extLst>
              <a:ext uri="{FF2B5EF4-FFF2-40B4-BE49-F238E27FC236}">
                <a16:creationId xmlns:a16="http://schemas.microsoft.com/office/drawing/2014/main" id="{5ACB18BC-AD84-844D-9718-1BF8BA967383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37338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FC49FE28-E156-A24D-8432-C50D51EE265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188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4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2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370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标题 1">
            <a:extLst>
              <a:ext uri="{FF2B5EF4-FFF2-40B4-BE49-F238E27FC236}">
                <a16:creationId xmlns:a16="http://schemas.microsoft.com/office/drawing/2014/main" id="{038109F4-C003-4149-A47D-9E7084AE42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成为 </a:t>
            </a:r>
            <a:r>
              <a:rPr kumimoji="1" lang="zh-CN" altLang="zh-CN" sz="2800"/>
              <a:t>chéngwéi </a:t>
            </a:r>
            <a:endParaRPr kumimoji="1" lang="zh-CN" altLang="en-US" sz="2800"/>
          </a:p>
        </p:txBody>
      </p:sp>
      <p:sp>
        <p:nvSpPr>
          <p:cNvPr id="17410" name="内容占位符 2">
            <a:extLst>
              <a:ext uri="{FF2B5EF4-FFF2-40B4-BE49-F238E27FC236}">
                <a16:creationId xmlns:a16="http://schemas.microsoft.com/office/drawing/2014/main" id="{18158A82-9B36-014A-A865-79245DF57E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VERB</a:t>
            </a:r>
            <a:r>
              <a:rPr lang="zh-CN" altLang="en-US" sz="2000" dirty="0"/>
              <a:t>   </a:t>
            </a:r>
            <a:r>
              <a:rPr lang="zh-CN" altLang="zh-CN" sz="2000" dirty="0"/>
              <a:t>become;</a:t>
            </a:r>
            <a:r>
              <a:rPr lang="zh-CN" altLang="en-US" sz="2000" dirty="0"/>
              <a:t> </a:t>
            </a:r>
            <a:r>
              <a:rPr lang="zh-CN" altLang="zh-CN" sz="2000" dirty="0"/>
              <a:t>turn into</a:t>
            </a:r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已经（一级） 成为</a:t>
            </a:r>
            <a:r>
              <a:rPr lang="en-US" altLang="zh-CN" sz="2000" dirty="0"/>
              <a:t> already become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成为 朋友（一级）</a:t>
            </a:r>
            <a:r>
              <a:rPr lang="zh-CN" altLang="zh-CN" sz="2000" dirty="0"/>
              <a:t> become friends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诸位，万页书可以使你成为一个学者了。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诸位</a:t>
            </a:r>
            <a:r>
              <a:rPr kumimoji="1" lang="en-US" altLang="zh-CN" sz="2000" dirty="0"/>
              <a:t>', '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诸位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zhūwèi  ，  </a:t>
            </a:r>
            <a:r>
              <a:rPr kumimoji="1" lang="zh-CN" altLang="en-US" sz="2000" dirty="0"/>
              <a:t>万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wàn  </a:t>
            </a:r>
            <a:r>
              <a:rPr kumimoji="1" lang="zh-CN" altLang="en-US" sz="2000" dirty="0"/>
              <a:t>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yè  </a:t>
            </a:r>
            <a:r>
              <a:rPr kumimoji="1" lang="zh-CN" altLang="en-US" sz="2000" dirty="0"/>
              <a:t>书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shū  </a:t>
            </a:r>
            <a:r>
              <a:rPr kumimoji="1" lang="zh-CN" altLang="en-US" sz="2000" dirty="0"/>
              <a:t>可以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kěyǐ  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shǐ  </a:t>
            </a:r>
            <a:r>
              <a:rPr kumimoji="1" lang="zh-CN" altLang="en-US" sz="2000" dirty="0"/>
              <a:t>你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nǐ  </a:t>
            </a:r>
            <a:r>
              <a:rPr kumimoji="1" lang="zh-CN" altLang="en-US" sz="2000" dirty="0"/>
              <a:t>成为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chéngwéi  </a:t>
            </a:r>
            <a:r>
              <a:rPr kumimoji="1" lang="zh-CN" altLang="en-US" sz="2000" dirty="0"/>
              <a:t>一个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yīgè  </a:t>
            </a:r>
            <a:r>
              <a:rPr kumimoji="1" lang="zh-CN" altLang="en-US" sz="2000" dirty="0"/>
              <a:t>学者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xuézhě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Ladies and gentlemen, a thousand-page book can make you a scholar.</a:t>
            </a:r>
            <a:endParaRPr kumimoji="1" lang="zh-CN" altLang="en-US" sz="2000" dirty="0"/>
          </a:p>
        </p:txBody>
      </p:sp>
      <p:pic>
        <p:nvPicPr>
          <p:cNvPr id="2" name="成为.wav" descr="成为.wav">
            <a:hlinkClick r:id="" action="ppaction://media"/>
            <a:extLst>
              <a:ext uri="{FF2B5EF4-FFF2-40B4-BE49-F238E27FC236}">
                <a16:creationId xmlns:a16="http://schemas.microsoft.com/office/drawing/2014/main" id="{295097EC-9D27-DF4C-BF98-4320DA32E687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64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已经成为.wav" descr="已经成为.wav">
            <a:hlinkClick r:id="" action="ppaction://media"/>
            <a:extLst>
              <a:ext uri="{FF2B5EF4-FFF2-40B4-BE49-F238E27FC236}">
                <a16:creationId xmlns:a16="http://schemas.microsoft.com/office/drawing/2014/main" id="{036088C7-48DA-8E49-A645-1FD0A2C5FAB6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18288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成为朋友.wav" descr="成为朋友.wav">
            <a:hlinkClick r:id="" action="ppaction://media"/>
            <a:extLst>
              <a:ext uri="{FF2B5EF4-FFF2-40B4-BE49-F238E27FC236}">
                <a16:creationId xmlns:a16="http://schemas.microsoft.com/office/drawing/2014/main" id="{E01FF76A-15C5-C244-A5A7-D81C206CE85D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2379662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诸位，万页书可以使你成为一个学者了。.wav" descr="诸位，万页书可以使你成为一个学者了。.wav">
            <a:hlinkClick r:id="" action="ppaction://media"/>
            <a:extLst>
              <a:ext uri="{FF2B5EF4-FFF2-40B4-BE49-F238E27FC236}">
                <a16:creationId xmlns:a16="http://schemas.microsoft.com/office/drawing/2014/main" id="{5ACB18BC-AD84-844D-9718-1BF8BA967383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2938462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B25C4DAD-92EE-F84B-B249-C2B1D6FF75F6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518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70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标题 1">
            <a:extLst>
              <a:ext uri="{FF2B5EF4-FFF2-40B4-BE49-F238E27FC236}">
                <a16:creationId xmlns:a16="http://schemas.microsoft.com/office/drawing/2014/main" id="{038109F4-C003-4149-A47D-9E7084AE42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成为 </a:t>
            </a:r>
            <a:r>
              <a:rPr kumimoji="1" lang="zh-CN" altLang="zh-CN" sz="2800"/>
              <a:t>chéngwéi </a:t>
            </a:r>
            <a:endParaRPr kumimoji="1" lang="zh-CN" altLang="en-US" sz="2800"/>
          </a:p>
        </p:txBody>
      </p:sp>
      <p:sp>
        <p:nvSpPr>
          <p:cNvPr id="17410" name="内容占位符 2">
            <a:extLst>
              <a:ext uri="{FF2B5EF4-FFF2-40B4-BE49-F238E27FC236}">
                <a16:creationId xmlns:a16="http://schemas.microsoft.com/office/drawing/2014/main" id="{18158A82-9B36-014A-A865-79245DF57E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已经（一级） 成为</a:t>
            </a:r>
            <a:r>
              <a:rPr lang="en-US" altLang="zh-CN" sz="2000" dirty="0"/>
              <a:t> already become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成为 朋友（一级）</a:t>
            </a:r>
            <a:r>
              <a:rPr lang="zh-CN" altLang="zh-CN" sz="2000" dirty="0"/>
              <a:t> become friends</a:t>
            </a:r>
            <a:endParaRPr lang="en-US" altLang="zh-CN" sz="2000" dirty="0"/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诸位，万页书可以使你成为一个学者了。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诸位</a:t>
            </a:r>
            <a:r>
              <a:rPr kumimoji="1" lang="en-US" altLang="zh-CN" sz="2000" dirty="0"/>
              <a:t>', '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诸位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zhūwèi  ，  </a:t>
            </a:r>
            <a:r>
              <a:rPr kumimoji="1" lang="zh-CN" altLang="en-US" sz="2000" dirty="0"/>
              <a:t>万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wàn  </a:t>
            </a:r>
            <a:r>
              <a:rPr kumimoji="1" lang="zh-CN" altLang="en-US" sz="2000" dirty="0"/>
              <a:t>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yè  </a:t>
            </a:r>
            <a:r>
              <a:rPr kumimoji="1" lang="zh-CN" altLang="en-US" sz="2000" dirty="0"/>
              <a:t>书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shū  </a:t>
            </a:r>
            <a:r>
              <a:rPr kumimoji="1" lang="zh-CN" altLang="en-US" sz="2000" dirty="0"/>
              <a:t>可以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kěyǐ  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shǐ  </a:t>
            </a:r>
            <a:r>
              <a:rPr kumimoji="1" lang="zh-CN" altLang="en-US" sz="2000" dirty="0"/>
              <a:t>你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nǐ  </a:t>
            </a:r>
            <a:r>
              <a:rPr kumimoji="1" lang="zh-CN" altLang="en-US" sz="2000" dirty="0"/>
              <a:t>成为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chéngwéi  </a:t>
            </a:r>
            <a:r>
              <a:rPr kumimoji="1" lang="zh-CN" altLang="en-US" sz="2000" dirty="0"/>
              <a:t>一个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yīgè  </a:t>
            </a:r>
            <a:r>
              <a:rPr kumimoji="1" lang="zh-CN" altLang="en-US" sz="2000" dirty="0"/>
              <a:t>学者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xuézhě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Ladies and gentlemen, a thousand-page book can make you a scholar.</a:t>
            </a:r>
            <a:endParaRPr kumimoji="1" lang="zh-CN" altLang="en-US" sz="2000" dirty="0"/>
          </a:p>
        </p:txBody>
      </p:sp>
      <p:pic>
        <p:nvPicPr>
          <p:cNvPr id="2" name="成为.wav" descr="成为.wav">
            <a:hlinkClick r:id="" action="ppaction://media"/>
            <a:extLst>
              <a:ext uri="{FF2B5EF4-FFF2-40B4-BE49-F238E27FC236}">
                <a16:creationId xmlns:a16="http://schemas.microsoft.com/office/drawing/2014/main" id="{295097EC-9D27-DF4C-BF98-4320DA32E687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64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已经成为.wav" descr="已经成为.wav">
            <a:hlinkClick r:id="" action="ppaction://media"/>
            <a:extLst>
              <a:ext uri="{FF2B5EF4-FFF2-40B4-BE49-F238E27FC236}">
                <a16:creationId xmlns:a16="http://schemas.microsoft.com/office/drawing/2014/main" id="{036088C7-48DA-8E49-A645-1FD0A2C5FAB6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14478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成为朋友.wav" descr="成为朋友.wav">
            <a:hlinkClick r:id="" action="ppaction://media"/>
            <a:extLst>
              <a:ext uri="{FF2B5EF4-FFF2-40B4-BE49-F238E27FC236}">
                <a16:creationId xmlns:a16="http://schemas.microsoft.com/office/drawing/2014/main" id="{E01FF76A-15C5-C244-A5A7-D81C206CE85D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600" y="1998662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诸位，万页书可以使你成为一个学者了。.wav" descr="诸位，万页书可以使你成为一个学者了。.wav">
            <a:hlinkClick r:id="" action="ppaction://media"/>
            <a:extLst>
              <a:ext uri="{FF2B5EF4-FFF2-40B4-BE49-F238E27FC236}">
                <a16:creationId xmlns:a16="http://schemas.microsoft.com/office/drawing/2014/main" id="{5ACB18BC-AD84-844D-9718-1BF8BA967383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2557462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34B3554A-A672-2249-A1C1-379CB0B5C8A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195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2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70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标题 1">
            <a:extLst>
              <a:ext uri="{FF2B5EF4-FFF2-40B4-BE49-F238E27FC236}">
                <a16:creationId xmlns:a16="http://schemas.microsoft.com/office/drawing/2014/main" id="{038109F4-C003-4149-A47D-9E7084AE42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成为 </a:t>
            </a:r>
            <a:r>
              <a:rPr kumimoji="1" lang="zh-CN" altLang="zh-CN" sz="2800"/>
              <a:t>chéngwéi </a:t>
            </a:r>
            <a:endParaRPr kumimoji="1" lang="zh-CN" altLang="en-US" sz="2800"/>
          </a:p>
        </p:txBody>
      </p:sp>
      <p:sp>
        <p:nvSpPr>
          <p:cNvPr id="17410" name="内容占位符 2">
            <a:extLst>
              <a:ext uri="{FF2B5EF4-FFF2-40B4-BE49-F238E27FC236}">
                <a16:creationId xmlns:a16="http://schemas.microsoft.com/office/drawing/2014/main" id="{18158A82-9B36-014A-A865-79245DF57E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诸位，万页书可以使你成为一个学者了。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诸位</a:t>
            </a:r>
            <a:r>
              <a:rPr kumimoji="1" lang="en-US" altLang="zh-CN" sz="2000" dirty="0"/>
              <a:t>', '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诸位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zhūwèi  ，  </a:t>
            </a:r>
            <a:r>
              <a:rPr kumimoji="1" lang="zh-CN" altLang="en-US" sz="2000" dirty="0"/>
              <a:t>万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wàn  </a:t>
            </a:r>
            <a:r>
              <a:rPr kumimoji="1" lang="zh-CN" altLang="en-US" sz="2000" dirty="0"/>
              <a:t>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yè  </a:t>
            </a:r>
            <a:r>
              <a:rPr kumimoji="1" lang="zh-CN" altLang="en-US" sz="2000" dirty="0"/>
              <a:t>书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shū  </a:t>
            </a:r>
            <a:r>
              <a:rPr kumimoji="1" lang="zh-CN" altLang="en-US" sz="2000" dirty="0"/>
              <a:t>可以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kěyǐ  </a:t>
            </a:r>
            <a:r>
              <a:rPr kumimoji="1" lang="zh-CN" altLang="en-US" sz="2000" dirty="0"/>
              <a:t>使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shǐ  </a:t>
            </a:r>
            <a:r>
              <a:rPr kumimoji="1" lang="zh-CN" altLang="en-US" sz="2000" dirty="0"/>
              <a:t>你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nǐ  </a:t>
            </a:r>
            <a:r>
              <a:rPr kumimoji="1" lang="zh-CN" altLang="en-US" sz="2000" dirty="0"/>
              <a:t>成为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chéngwéi  </a:t>
            </a:r>
            <a:r>
              <a:rPr kumimoji="1" lang="zh-CN" altLang="en-US" sz="2000" dirty="0"/>
              <a:t>一个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yīgè  </a:t>
            </a:r>
            <a:r>
              <a:rPr kumimoji="1" lang="zh-CN" altLang="en-US" sz="2000" dirty="0"/>
              <a:t>学者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xuézhě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Ladies and gentlemen, a thousand-page book can make you a scholar.</a:t>
            </a:r>
            <a:endParaRPr kumimoji="1" lang="zh-CN" altLang="en-US" sz="2000" dirty="0"/>
          </a:p>
        </p:txBody>
      </p:sp>
      <p:pic>
        <p:nvPicPr>
          <p:cNvPr id="2" name="成为.wav" descr="成为.wav">
            <a:hlinkClick r:id="" action="ppaction://media"/>
            <a:extLst>
              <a:ext uri="{FF2B5EF4-FFF2-40B4-BE49-F238E27FC236}">
                <a16:creationId xmlns:a16="http://schemas.microsoft.com/office/drawing/2014/main" id="{295097EC-9D27-DF4C-BF98-4320DA32E687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64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诸位，万页书可以使你成为一个学者了。.wav" descr="诸位，万页书可以使你成为一个学者了。.wav">
            <a:hlinkClick r:id="" action="ppaction://media"/>
            <a:extLst>
              <a:ext uri="{FF2B5EF4-FFF2-40B4-BE49-F238E27FC236}">
                <a16:creationId xmlns:a16="http://schemas.microsoft.com/office/drawing/2014/main" id="{5ACB18BC-AD84-844D-9718-1BF8BA967383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1524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24771A98-AAB3-6C43-9B70-2A076CB2D2D0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44941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70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标题 1">
            <a:extLst>
              <a:ext uri="{FF2B5EF4-FFF2-40B4-BE49-F238E27FC236}">
                <a16:creationId xmlns:a16="http://schemas.microsoft.com/office/drawing/2014/main" id="{971B1034-C2CE-B241-920A-3A1E7139B6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F0BE18-2434-424C-A803-AD7E9FA95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 become;</a:t>
            </a:r>
            <a:r>
              <a:rPr lang="zh-CN" altLang="en-US" sz="2000" dirty="0"/>
              <a:t> </a:t>
            </a:r>
            <a:r>
              <a:rPr lang="en" altLang="zh-CN" sz="2000" dirty="0"/>
              <a:t>turn into </a:t>
            </a:r>
            <a:r>
              <a:rPr lang="zh-CN" altLang="en-US" sz="2000" dirty="0"/>
              <a:t>    </a:t>
            </a:r>
            <a:r>
              <a:rPr lang="en-US" altLang="zh-CN" sz="2000" dirty="0"/>
              <a:t>A.</a:t>
            </a:r>
            <a:r>
              <a:rPr lang="zh-CN" altLang="en-US" sz="2000" dirty="0"/>
              <a:t>刻  </a:t>
            </a:r>
            <a:r>
              <a:rPr lang="en-US" altLang="zh-CN" sz="2000" dirty="0"/>
              <a:t>B.</a:t>
            </a:r>
            <a:r>
              <a:rPr lang="zh-CN" altLang="en-US" sz="2000" dirty="0"/>
              <a:t>几乎  </a:t>
            </a:r>
            <a:r>
              <a:rPr lang="en-US" altLang="zh-CN" sz="2000" dirty="0"/>
              <a:t>C.</a:t>
            </a:r>
            <a:r>
              <a:rPr lang="zh-CN" altLang="en-US" sz="2000" dirty="0"/>
              <a:t>去年  </a:t>
            </a:r>
            <a:r>
              <a:rPr lang="en-US" altLang="zh-CN" sz="2000" dirty="0"/>
              <a:t>D.</a:t>
            </a:r>
            <a:r>
              <a:rPr lang="zh-CN" altLang="en-US" sz="2000" dirty="0"/>
              <a:t>成为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已经（）   </a:t>
            </a:r>
            <a:r>
              <a:rPr lang="en-US" altLang="zh-CN" sz="2000" dirty="0"/>
              <a:t>A.</a:t>
            </a:r>
            <a:r>
              <a:rPr lang="zh-CN" altLang="en-US" sz="2000" dirty="0"/>
              <a:t>女  </a:t>
            </a:r>
            <a:r>
              <a:rPr lang="en-US" altLang="zh-CN" sz="2000" dirty="0"/>
              <a:t>B.</a:t>
            </a:r>
            <a:r>
              <a:rPr lang="zh-CN" altLang="en-US" sz="2000" dirty="0"/>
              <a:t>音乐</a:t>
            </a:r>
            <a:r>
              <a:rPr lang="en-US" altLang="zh-CN" sz="2000" dirty="0"/>
              <a:t>  C.</a:t>
            </a:r>
            <a:r>
              <a:rPr lang="zh-CN" altLang="en-US" sz="2000" dirty="0"/>
              <a:t>成为  </a:t>
            </a:r>
            <a:r>
              <a:rPr lang="en-US" altLang="zh-CN" sz="2000" dirty="0"/>
              <a:t>D.</a:t>
            </a:r>
            <a:r>
              <a:rPr lang="zh-CN" altLang="en-US" sz="2000" dirty="0"/>
              <a:t>一会儿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诸位，万页书可以使你成（）一个学者了。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B8590A04-36EF-CD4F-8B14-02596BB4B025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4454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46883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出现？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07009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标题 1">
            <a:extLst>
              <a:ext uri="{FF2B5EF4-FFF2-40B4-BE49-F238E27FC236}">
                <a16:creationId xmlns:a16="http://schemas.microsoft.com/office/drawing/2014/main" id="{EC058E98-C1D5-2544-ABAE-AB869C8118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出现 </a:t>
            </a:r>
            <a:r>
              <a:rPr kumimoji="1" lang="zh-CN" altLang="zh-CN" sz="2800"/>
              <a:t>chūxiàn </a:t>
            </a:r>
            <a:endParaRPr kumimoji="1" lang="zh-CN" altLang="en-US" sz="2800"/>
          </a:p>
        </p:txBody>
      </p:sp>
      <p:sp>
        <p:nvSpPr>
          <p:cNvPr id="19458" name="内容占位符 2">
            <a:extLst>
              <a:ext uri="{FF2B5EF4-FFF2-40B4-BE49-F238E27FC236}">
                <a16:creationId xmlns:a16="http://schemas.microsoft.com/office/drawing/2014/main" id="{D4B34ACE-35C9-F94A-B669-ED732321E7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/>
              <a:t>出 </a:t>
            </a:r>
            <a:r>
              <a:rPr kumimoji="1" lang="zh-CN" altLang="zh-CN" sz="2000"/>
              <a:t>chū </a:t>
            </a:r>
            <a:r>
              <a:rPr lang="en-US" altLang="zh-CN" sz="2000"/>
              <a:t>VERB</a:t>
            </a:r>
            <a:r>
              <a:rPr lang="zh-CN" altLang="en-US" sz="2000"/>
              <a:t> </a:t>
            </a:r>
            <a:r>
              <a:rPr lang="en-US" altLang="zh-CN" sz="2000"/>
              <a:t>arise; happen</a:t>
            </a:r>
          </a:p>
          <a:p>
            <a:pPr eaLnBrk="1" hangingPunct="1"/>
            <a:r>
              <a:rPr lang="zh-CN" altLang="en-US" sz="2000"/>
              <a:t>现</a:t>
            </a:r>
            <a:r>
              <a:rPr lang="en-US" altLang="zh-CN" sz="2000"/>
              <a:t> </a:t>
            </a:r>
            <a:r>
              <a:rPr kumimoji="1" lang="zh-CN" altLang="zh-CN" sz="2000"/>
              <a:t>xiàn </a:t>
            </a:r>
            <a:r>
              <a:rPr lang="en-US" altLang="zh-CN" sz="2000"/>
              <a:t>VERB show; appear; become visible</a:t>
            </a:r>
          </a:p>
          <a:p>
            <a:pPr eaLnBrk="1" hangingPunct="1"/>
            <a:r>
              <a:rPr lang="en-US" altLang="zh-CN" sz="2000"/>
              <a:t>VERB</a:t>
            </a:r>
            <a:r>
              <a:rPr lang="zh-CN" altLang="en-US" sz="2000"/>
              <a:t>   </a:t>
            </a:r>
            <a:r>
              <a:rPr lang="zh-CN" altLang="zh-CN" sz="2000"/>
              <a:t>appear;</a:t>
            </a:r>
            <a:r>
              <a:rPr lang="zh-CN" altLang="en-US" sz="2000"/>
              <a:t> </a:t>
            </a:r>
            <a:r>
              <a:rPr lang="zh-CN" altLang="zh-CN" sz="2000"/>
              <a:t>arise;</a:t>
            </a:r>
            <a:r>
              <a:rPr lang="zh-CN" altLang="en-US" sz="2000"/>
              <a:t> </a:t>
            </a:r>
            <a:r>
              <a:rPr lang="zh-CN" altLang="zh-CN" sz="2000"/>
              <a:t>emerge</a:t>
            </a:r>
          </a:p>
          <a:p>
            <a:pPr eaLnBrk="1" hangingPunct="1"/>
            <a:r>
              <a:rPr lang="en-US" altLang="zh-CN" sz="2000"/>
              <a:t>Collocation: </a:t>
            </a:r>
          </a:p>
          <a:p>
            <a:pPr eaLnBrk="1" hangingPunct="1"/>
            <a:r>
              <a:rPr lang="zh-CN" altLang="en-US" sz="2000"/>
              <a:t>突然（三级） 出现</a:t>
            </a:r>
            <a:r>
              <a:rPr lang="en-US" altLang="zh-CN" sz="2000"/>
              <a:t>  appear suddenly</a:t>
            </a:r>
            <a:endParaRPr lang="zh-CN" altLang="en-US" sz="2000"/>
          </a:p>
          <a:p>
            <a:pPr eaLnBrk="1" hangingPunct="1"/>
            <a:r>
              <a:rPr lang="zh-CN" altLang="en-US" sz="2000"/>
              <a:t>经常（三级） 出现</a:t>
            </a:r>
            <a:r>
              <a:rPr lang="en-US" altLang="zh-CN" sz="2000"/>
              <a:t> occur frequently</a:t>
            </a:r>
          </a:p>
          <a:p>
            <a:pPr eaLnBrk="1" hangingPunct="1"/>
            <a:r>
              <a:rPr lang="en-US" altLang="zh-CN" sz="2000"/>
              <a:t>Sentence:</a:t>
            </a:r>
          </a:p>
          <a:p>
            <a:pPr eaLnBrk="1" hangingPunct="1"/>
            <a:r>
              <a:rPr kumimoji="1" lang="zh-CN" altLang="en-US" sz="2000"/>
              <a:t>不愿意发生的事情终于出现了。</a:t>
            </a:r>
            <a:r>
              <a:rPr kumimoji="1" lang="en-US" altLang="zh-CN" sz="2000"/>
              <a:t>['</a:t>
            </a:r>
            <a:r>
              <a:rPr kumimoji="1" lang="zh-CN" altLang="en-US" sz="2000"/>
              <a:t>发生</a:t>
            </a:r>
            <a:r>
              <a:rPr kumimoji="1" lang="en-US" altLang="zh-CN" sz="2000"/>
              <a:t>’]</a:t>
            </a:r>
          </a:p>
          <a:p>
            <a:pPr eaLnBrk="1" hangingPunct="1"/>
            <a:r>
              <a:rPr kumimoji="1" lang="zh-CN" altLang="en-US" sz="2000"/>
              <a:t>不</a:t>
            </a:r>
            <a:r>
              <a:rPr kumimoji="1" lang="en-US" altLang="zh-CN" sz="2000"/>
              <a:t>/</a:t>
            </a:r>
            <a:r>
              <a:rPr kumimoji="1" lang="zh-CN" altLang="zh-CN" sz="2000"/>
              <a:t>bù  </a:t>
            </a:r>
            <a:r>
              <a:rPr kumimoji="1" lang="zh-CN" altLang="en-US" sz="2000"/>
              <a:t>愿意</a:t>
            </a:r>
            <a:r>
              <a:rPr kumimoji="1" lang="en-US" altLang="zh-CN" sz="2000"/>
              <a:t>/</a:t>
            </a:r>
            <a:r>
              <a:rPr kumimoji="1" lang="zh-CN" altLang="zh-CN" sz="2000"/>
              <a:t>yuànyì  </a:t>
            </a:r>
            <a:r>
              <a:rPr kumimoji="1" lang="zh-CN" altLang="en-US" sz="2000"/>
              <a:t>发生</a:t>
            </a:r>
            <a:r>
              <a:rPr kumimoji="1" lang="en-US" altLang="zh-CN" sz="2000"/>
              <a:t>/</a:t>
            </a:r>
            <a:r>
              <a:rPr kumimoji="1" lang="zh-CN" altLang="zh-CN" sz="2000"/>
              <a:t>fāshēng  </a:t>
            </a:r>
            <a:r>
              <a:rPr kumimoji="1" lang="zh-CN" altLang="en-US" sz="2000"/>
              <a:t>的</a:t>
            </a:r>
            <a:r>
              <a:rPr kumimoji="1" lang="en-US" altLang="zh-CN" sz="2000"/>
              <a:t>/</a:t>
            </a:r>
            <a:r>
              <a:rPr kumimoji="1" lang="zh-CN" altLang="zh-CN" sz="2000"/>
              <a:t>de  </a:t>
            </a:r>
            <a:r>
              <a:rPr kumimoji="1" lang="zh-CN" altLang="en-US" sz="2000"/>
              <a:t>事情</a:t>
            </a:r>
            <a:r>
              <a:rPr kumimoji="1" lang="en-US" altLang="zh-CN" sz="2000"/>
              <a:t>/</a:t>
            </a:r>
            <a:r>
              <a:rPr kumimoji="1" lang="zh-CN" altLang="zh-CN" sz="2000"/>
              <a:t>shìqing  </a:t>
            </a:r>
            <a:r>
              <a:rPr kumimoji="1" lang="zh-CN" altLang="en-US" sz="2000"/>
              <a:t>终于</a:t>
            </a:r>
            <a:r>
              <a:rPr kumimoji="1" lang="en-US" altLang="zh-CN" sz="2000"/>
              <a:t>/</a:t>
            </a:r>
            <a:r>
              <a:rPr kumimoji="1" lang="zh-CN" altLang="zh-CN" sz="2000"/>
              <a:t>zhōngyú  </a:t>
            </a:r>
            <a:r>
              <a:rPr kumimoji="1" lang="zh-CN" altLang="en-US" sz="2000"/>
              <a:t>出现</a:t>
            </a:r>
            <a:r>
              <a:rPr kumimoji="1" lang="en-US" altLang="zh-CN" sz="2000"/>
              <a:t>/</a:t>
            </a:r>
            <a:r>
              <a:rPr kumimoji="1" lang="zh-CN" altLang="zh-CN" sz="2000"/>
              <a:t>chūxiàn  </a:t>
            </a:r>
            <a:r>
              <a:rPr kumimoji="1" lang="zh-CN" altLang="en-US" sz="2000"/>
              <a:t>了</a:t>
            </a:r>
            <a:r>
              <a:rPr kumimoji="1" lang="en-US" altLang="zh-CN" sz="2000"/>
              <a:t>/</a:t>
            </a:r>
            <a:r>
              <a:rPr kumimoji="1" lang="zh-CN" altLang="zh-CN" sz="2000"/>
              <a:t>le  。</a:t>
            </a:r>
            <a:endParaRPr kumimoji="1" lang="en-US" altLang="zh-CN" sz="2000"/>
          </a:p>
          <a:p>
            <a:pPr eaLnBrk="1" hangingPunct="1"/>
            <a:r>
              <a:rPr kumimoji="1" lang="zh-CN" altLang="zh-CN" sz="2000"/>
              <a:t>What I didn't want to happen finally happened.</a:t>
            </a:r>
            <a:endParaRPr kumimoji="1" lang="zh-CN" altLang="en-US" sz="2000"/>
          </a:p>
        </p:txBody>
      </p:sp>
      <p:pic>
        <p:nvPicPr>
          <p:cNvPr id="2" name="出现.wav" descr="出现.wav">
            <a:hlinkClick r:id="" action="ppaction://media"/>
            <a:extLst>
              <a:ext uri="{FF2B5EF4-FFF2-40B4-BE49-F238E27FC236}">
                <a16:creationId xmlns:a16="http://schemas.microsoft.com/office/drawing/2014/main" id="{CD302DC3-96A6-B141-AC2E-F031A5E9658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381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出.wav" descr="出.wav">
            <a:hlinkClick r:id="" action="ppaction://media"/>
            <a:extLst>
              <a:ext uri="{FF2B5EF4-FFF2-40B4-BE49-F238E27FC236}">
                <a16:creationId xmlns:a16="http://schemas.microsoft.com/office/drawing/2014/main" id="{1148FAFF-1942-174A-AFB2-A9833B784FE8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143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现.wav" descr="现.wav">
            <a:hlinkClick r:id="" action="ppaction://media"/>
            <a:extLst>
              <a:ext uri="{FF2B5EF4-FFF2-40B4-BE49-F238E27FC236}">
                <a16:creationId xmlns:a16="http://schemas.microsoft.com/office/drawing/2014/main" id="{30C8E1D1-DF50-AC41-A211-507A00FCED45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300" y="1524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突然出现.wav" descr="突然出现.wav">
            <a:hlinkClick r:id="" action="ppaction://media"/>
            <a:extLst>
              <a:ext uri="{FF2B5EF4-FFF2-40B4-BE49-F238E27FC236}">
                <a16:creationId xmlns:a16="http://schemas.microsoft.com/office/drawing/2014/main" id="{7227007D-99E9-6A4D-A09B-B569C0FCFBCA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6838" y="25654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经常出现.wav" descr="经常出现.wav">
            <a:hlinkClick r:id="" action="ppaction://media"/>
            <a:extLst>
              <a:ext uri="{FF2B5EF4-FFF2-40B4-BE49-F238E27FC236}">
                <a16:creationId xmlns:a16="http://schemas.microsoft.com/office/drawing/2014/main" id="{A70C2698-E0B5-9D4F-8180-36016E363331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400" y="3048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不愿意发生的事情终于出现了。.wav" descr="不愿意发生的事情终于出现了。.wav">
            <a:hlinkClick r:id="" action="ppaction://media"/>
            <a:extLst>
              <a:ext uri="{FF2B5EF4-FFF2-40B4-BE49-F238E27FC236}">
                <a16:creationId xmlns:a16="http://schemas.microsoft.com/office/drawing/2014/main" id="{ADBCDFA9-FDB2-C549-A826-3AE0E6413ACF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4813" y="36703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91D44A5B-6BF5-BC41-AD97-4D88B2497F9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72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29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36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309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标题 1">
            <a:extLst>
              <a:ext uri="{FF2B5EF4-FFF2-40B4-BE49-F238E27FC236}">
                <a16:creationId xmlns:a16="http://schemas.microsoft.com/office/drawing/2014/main" id="{EC058E98-C1D5-2544-ABAE-AB869C8118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出现 </a:t>
            </a:r>
            <a:r>
              <a:rPr kumimoji="1" lang="zh-CN" altLang="zh-CN" sz="2800"/>
              <a:t>chūxiàn </a:t>
            </a:r>
            <a:endParaRPr kumimoji="1" lang="zh-CN" altLang="en-US" sz="2800"/>
          </a:p>
        </p:txBody>
      </p:sp>
      <p:sp>
        <p:nvSpPr>
          <p:cNvPr id="19458" name="内容占位符 2">
            <a:extLst>
              <a:ext uri="{FF2B5EF4-FFF2-40B4-BE49-F238E27FC236}">
                <a16:creationId xmlns:a16="http://schemas.microsoft.com/office/drawing/2014/main" id="{D4B34ACE-35C9-F94A-B669-ED732321E7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VERB</a:t>
            </a:r>
            <a:r>
              <a:rPr lang="zh-CN" altLang="en-US" sz="2000" dirty="0"/>
              <a:t>   </a:t>
            </a:r>
            <a:r>
              <a:rPr lang="zh-CN" altLang="zh-CN" sz="2000" dirty="0"/>
              <a:t>appear;</a:t>
            </a:r>
            <a:r>
              <a:rPr lang="zh-CN" altLang="en-US" sz="2000" dirty="0"/>
              <a:t> </a:t>
            </a:r>
            <a:r>
              <a:rPr lang="zh-CN" altLang="zh-CN" sz="2000" dirty="0"/>
              <a:t>arise;</a:t>
            </a:r>
            <a:r>
              <a:rPr lang="zh-CN" altLang="en-US" sz="2000" dirty="0"/>
              <a:t> </a:t>
            </a:r>
            <a:r>
              <a:rPr lang="zh-CN" altLang="zh-CN" sz="2000" dirty="0"/>
              <a:t>emerge</a:t>
            </a:r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突然（三级） 出现</a:t>
            </a:r>
            <a:r>
              <a:rPr lang="en-US" altLang="zh-CN" sz="2000" dirty="0"/>
              <a:t>  appear suddenly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经常（三级） 出现</a:t>
            </a:r>
            <a:r>
              <a:rPr lang="en-US" altLang="zh-CN" sz="2000" dirty="0"/>
              <a:t> occur frequently</a:t>
            </a:r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不愿意发生的事情终于出现了。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  </a:t>
            </a:r>
            <a:r>
              <a:rPr kumimoji="1" lang="zh-CN" altLang="en-US" sz="2000" dirty="0"/>
              <a:t>愿意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yuànyì  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fāshēng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事情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shìqing  </a:t>
            </a:r>
            <a:r>
              <a:rPr kumimoji="1" lang="zh-CN" altLang="en-US" sz="2000" dirty="0"/>
              <a:t>终于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zhōngyú  </a:t>
            </a:r>
            <a:r>
              <a:rPr kumimoji="1" lang="zh-CN" altLang="en-US" sz="2000" dirty="0"/>
              <a:t>出现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chūxiàn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What I didn't want to happen finally happened.</a:t>
            </a:r>
            <a:endParaRPr kumimoji="1" lang="zh-CN" altLang="en-US" sz="2000" dirty="0"/>
          </a:p>
        </p:txBody>
      </p:sp>
      <p:pic>
        <p:nvPicPr>
          <p:cNvPr id="2" name="出现.wav" descr="出现.wav">
            <a:hlinkClick r:id="" action="ppaction://media"/>
            <a:extLst>
              <a:ext uri="{FF2B5EF4-FFF2-40B4-BE49-F238E27FC236}">
                <a16:creationId xmlns:a16="http://schemas.microsoft.com/office/drawing/2014/main" id="{CD302DC3-96A6-B141-AC2E-F031A5E9658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381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突然出现.wav" descr="突然出现.wav">
            <a:hlinkClick r:id="" action="ppaction://media"/>
            <a:extLst>
              <a:ext uri="{FF2B5EF4-FFF2-40B4-BE49-F238E27FC236}">
                <a16:creationId xmlns:a16="http://schemas.microsoft.com/office/drawing/2014/main" id="{7227007D-99E9-6A4D-A09B-B569C0FCFBC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6838" y="18288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经常出现.wav" descr="经常出现.wav">
            <a:hlinkClick r:id="" action="ppaction://media"/>
            <a:extLst>
              <a:ext uri="{FF2B5EF4-FFF2-40B4-BE49-F238E27FC236}">
                <a16:creationId xmlns:a16="http://schemas.microsoft.com/office/drawing/2014/main" id="{A70C2698-E0B5-9D4F-8180-36016E363331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400" y="23114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不愿意发生的事情终于出现了。.wav" descr="不愿意发生的事情终于出现了。.wav">
            <a:hlinkClick r:id="" action="ppaction://media"/>
            <a:extLst>
              <a:ext uri="{FF2B5EF4-FFF2-40B4-BE49-F238E27FC236}">
                <a16:creationId xmlns:a16="http://schemas.microsoft.com/office/drawing/2014/main" id="{ADBCDFA9-FDB2-C549-A826-3AE0E6413ACF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4813" y="29337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EA9D93CA-5214-9B43-80CD-931AA644DB85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13643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9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6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09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标题 1">
            <a:extLst>
              <a:ext uri="{FF2B5EF4-FFF2-40B4-BE49-F238E27FC236}">
                <a16:creationId xmlns:a16="http://schemas.microsoft.com/office/drawing/2014/main" id="{EC058E98-C1D5-2544-ABAE-AB869C8118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出现 </a:t>
            </a:r>
            <a:r>
              <a:rPr kumimoji="1" lang="zh-CN" altLang="zh-CN" sz="2800"/>
              <a:t>chūxiàn </a:t>
            </a:r>
            <a:endParaRPr kumimoji="1" lang="zh-CN" altLang="en-US" sz="2800"/>
          </a:p>
        </p:txBody>
      </p:sp>
      <p:sp>
        <p:nvSpPr>
          <p:cNvPr id="19458" name="内容占位符 2">
            <a:extLst>
              <a:ext uri="{FF2B5EF4-FFF2-40B4-BE49-F238E27FC236}">
                <a16:creationId xmlns:a16="http://schemas.microsoft.com/office/drawing/2014/main" id="{D4B34ACE-35C9-F94A-B669-ED732321E7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突然（三级） 出现</a:t>
            </a:r>
            <a:r>
              <a:rPr lang="en-US" altLang="zh-CN" sz="2000" dirty="0"/>
              <a:t>  appear suddenly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经常（三级） 出现</a:t>
            </a:r>
            <a:r>
              <a:rPr lang="en-US" altLang="zh-CN" sz="2000" dirty="0"/>
              <a:t> occur frequently</a:t>
            </a:r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不愿意发生的事情终于出现了。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  </a:t>
            </a:r>
            <a:r>
              <a:rPr kumimoji="1" lang="zh-CN" altLang="en-US" sz="2000" dirty="0"/>
              <a:t>愿意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yuànyì  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fāshēng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事情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shìqing  </a:t>
            </a:r>
            <a:r>
              <a:rPr kumimoji="1" lang="zh-CN" altLang="en-US" sz="2000" dirty="0"/>
              <a:t>终于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zhōngyú  </a:t>
            </a:r>
            <a:r>
              <a:rPr kumimoji="1" lang="zh-CN" altLang="en-US" sz="2000" dirty="0"/>
              <a:t>出现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chūxiàn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What I didn't want to happen finally happened.</a:t>
            </a:r>
            <a:endParaRPr kumimoji="1" lang="zh-CN" altLang="en-US" sz="2000" dirty="0"/>
          </a:p>
        </p:txBody>
      </p:sp>
      <p:pic>
        <p:nvPicPr>
          <p:cNvPr id="2" name="出现.wav" descr="出现.wav">
            <a:hlinkClick r:id="" action="ppaction://media"/>
            <a:extLst>
              <a:ext uri="{FF2B5EF4-FFF2-40B4-BE49-F238E27FC236}">
                <a16:creationId xmlns:a16="http://schemas.microsoft.com/office/drawing/2014/main" id="{CD302DC3-96A6-B141-AC2E-F031A5E9658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381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突然出现.wav" descr="突然出现.wav">
            <a:hlinkClick r:id="" action="ppaction://media"/>
            <a:extLst>
              <a:ext uri="{FF2B5EF4-FFF2-40B4-BE49-F238E27FC236}">
                <a16:creationId xmlns:a16="http://schemas.microsoft.com/office/drawing/2014/main" id="{7227007D-99E9-6A4D-A09B-B569C0FCFBCA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6838" y="14478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经常出现.wav" descr="经常出现.wav">
            <a:hlinkClick r:id="" action="ppaction://media"/>
            <a:extLst>
              <a:ext uri="{FF2B5EF4-FFF2-40B4-BE49-F238E27FC236}">
                <a16:creationId xmlns:a16="http://schemas.microsoft.com/office/drawing/2014/main" id="{A70C2698-E0B5-9D4F-8180-36016E363331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400" y="19304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不愿意发生的事情终于出现了。.wav" descr="不愿意发生的事情终于出现了。.wav">
            <a:hlinkClick r:id="" action="ppaction://media"/>
            <a:extLst>
              <a:ext uri="{FF2B5EF4-FFF2-40B4-BE49-F238E27FC236}">
                <a16:creationId xmlns:a16="http://schemas.microsoft.com/office/drawing/2014/main" id="{ADBCDFA9-FDB2-C549-A826-3AE0E6413ACF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4813" y="25527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FB0E4C94-E235-314F-9CA1-AC58BED08325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1885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9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6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09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标题 1">
            <a:extLst>
              <a:ext uri="{FF2B5EF4-FFF2-40B4-BE49-F238E27FC236}">
                <a16:creationId xmlns:a16="http://schemas.microsoft.com/office/drawing/2014/main" id="{EC058E98-C1D5-2544-ABAE-AB869C8118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出现 </a:t>
            </a:r>
            <a:r>
              <a:rPr kumimoji="1" lang="zh-CN" altLang="zh-CN" sz="2800"/>
              <a:t>chūxiàn </a:t>
            </a:r>
            <a:endParaRPr kumimoji="1" lang="zh-CN" altLang="en-US" sz="2800"/>
          </a:p>
        </p:txBody>
      </p:sp>
      <p:sp>
        <p:nvSpPr>
          <p:cNvPr id="19458" name="内容占位符 2">
            <a:extLst>
              <a:ext uri="{FF2B5EF4-FFF2-40B4-BE49-F238E27FC236}">
                <a16:creationId xmlns:a16="http://schemas.microsoft.com/office/drawing/2014/main" id="{D4B34ACE-35C9-F94A-B669-ED732321E7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不愿意发生的事情终于出现了。</a:t>
            </a:r>
            <a:r>
              <a:rPr kumimoji="1" lang="en-US" altLang="zh-CN" sz="2000" dirty="0"/>
              <a:t>['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’]</a:t>
            </a:r>
          </a:p>
          <a:p>
            <a:pPr eaLnBrk="1" hangingPunct="1"/>
            <a:r>
              <a:rPr kumimoji="1" lang="zh-CN" altLang="en-US" sz="2000" dirty="0"/>
              <a:t>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  </a:t>
            </a:r>
            <a:r>
              <a:rPr kumimoji="1" lang="zh-CN" altLang="en-US" sz="2000" dirty="0"/>
              <a:t>愿意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yuànyì  </a:t>
            </a:r>
            <a:r>
              <a:rPr kumimoji="1" lang="zh-CN" altLang="en-US" sz="2000" dirty="0"/>
              <a:t>发生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fāshēng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事情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shìqing  </a:t>
            </a:r>
            <a:r>
              <a:rPr kumimoji="1" lang="zh-CN" altLang="en-US" sz="2000" dirty="0"/>
              <a:t>终于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zhōngyú  </a:t>
            </a:r>
            <a:r>
              <a:rPr kumimoji="1" lang="zh-CN" altLang="en-US" sz="2000" dirty="0"/>
              <a:t>出现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chūxiàn  </a:t>
            </a:r>
            <a:r>
              <a:rPr kumimoji="1" lang="zh-CN" altLang="en-US" sz="2000" dirty="0"/>
              <a:t>了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le  。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What I didn't want to happen finally happened.</a:t>
            </a:r>
            <a:endParaRPr kumimoji="1" lang="zh-CN" altLang="en-US" sz="2000" dirty="0"/>
          </a:p>
        </p:txBody>
      </p:sp>
      <p:pic>
        <p:nvPicPr>
          <p:cNvPr id="2" name="出现.wav" descr="出现.wav">
            <a:hlinkClick r:id="" action="ppaction://media"/>
            <a:extLst>
              <a:ext uri="{FF2B5EF4-FFF2-40B4-BE49-F238E27FC236}">
                <a16:creationId xmlns:a16="http://schemas.microsoft.com/office/drawing/2014/main" id="{CD302DC3-96A6-B141-AC2E-F031A5E9658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381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不愿意发生的事情终于出现了。.wav" descr="不愿意发生的事情终于出现了。.wav">
            <a:hlinkClick r:id="" action="ppaction://media"/>
            <a:extLst>
              <a:ext uri="{FF2B5EF4-FFF2-40B4-BE49-F238E27FC236}">
                <a16:creationId xmlns:a16="http://schemas.microsoft.com/office/drawing/2014/main" id="{ADBCDFA9-FDB2-C549-A826-3AE0E6413ACF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5918" y="1524000"/>
            <a:ext cx="520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FCF1C8B6-2E21-6147-89E5-D4585FE158D0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54970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09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标题 1">
            <a:extLst>
              <a:ext uri="{FF2B5EF4-FFF2-40B4-BE49-F238E27FC236}">
                <a16:creationId xmlns:a16="http://schemas.microsoft.com/office/drawing/2014/main" id="{4814CB68-BAE6-9F4F-B5EB-3273EC2BEE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DECFE9-91F5-1244-B1D4-495428ED7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 appear;</a:t>
            </a:r>
            <a:r>
              <a:rPr lang="zh-CN" altLang="en-US" sz="2000" dirty="0"/>
              <a:t> </a:t>
            </a:r>
            <a:r>
              <a:rPr lang="en" altLang="zh-CN" sz="2000" dirty="0"/>
              <a:t>arise;</a:t>
            </a:r>
            <a:r>
              <a:rPr lang="zh-CN" altLang="en-US" sz="2000" dirty="0"/>
              <a:t> </a:t>
            </a:r>
            <a:r>
              <a:rPr lang="en" altLang="zh-CN" sz="2000" dirty="0"/>
              <a:t>emerge</a:t>
            </a:r>
            <a:r>
              <a:rPr lang="zh-CN" altLang="en-US" sz="2000" dirty="0"/>
              <a:t>   </a:t>
            </a:r>
            <a:r>
              <a:rPr lang="en-US" altLang="zh-CN" sz="2000" dirty="0"/>
              <a:t>A.</a:t>
            </a:r>
            <a:r>
              <a:rPr lang="zh-CN" altLang="en-US" sz="2000" dirty="0"/>
              <a:t>朋友  </a:t>
            </a:r>
            <a:r>
              <a:rPr lang="en-US" altLang="zh-CN" sz="2000" dirty="0"/>
              <a:t>B.</a:t>
            </a:r>
            <a:r>
              <a:rPr lang="zh-CN" altLang="en-US" sz="2000" dirty="0"/>
              <a:t>照相机  </a:t>
            </a:r>
            <a:r>
              <a:rPr lang="en-US" altLang="zh-CN" sz="2000" dirty="0"/>
              <a:t>C.</a:t>
            </a:r>
            <a:r>
              <a:rPr lang="zh-CN" altLang="en-US" sz="2000" dirty="0"/>
              <a:t>着  </a:t>
            </a:r>
            <a:r>
              <a:rPr lang="en-US" altLang="zh-CN" sz="2000" dirty="0"/>
              <a:t>D.</a:t>
            </a:r>
            <a:r>
              <a:rPr lang="zh-CN" altLang="en-US" sz="2000" dirty="0"/>
              <a:t>出现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突然（）   </a:t>
            </a:r>
            <a:r>
              <a:rPr lang="en-US" altLang="zh-CN" sz="2000" dirty="0"/>
              <a:t>A.</a:t>
            </a:r>
            <a:r>
              <a:rPr lang="zh-CN" altLang="en-US" sz="2000" dirty="0"/>
              <a:t>花（动词）  </a:t>
            </a:r>
            <a:r>
              <a:rPr lang="en-US" altLang="zh-CN" sz="2000" dirty="0"/>
              <a:t>B.</a:t>
            </a:r>
            <a:r>
              <a:rPr lang="zh-CN" altLang="en-US" sz="2000" dirty="0"/>
              <a:t>超市</a:t>
            </a:r>
            <a:r>
              <a:rPr lang="en-US" altLang="zh-CN" sz="2000" dirty="0"/>
              <a:t>  C.</a:t>
            </a:r>
            <a:r>
              <a:rPr lang="zh-CN" altLang="en-US" sz="2000" dirty="0"/>
              <a:t>出现  </a:t>
            </a:r>
            <a:r>
              <a:rPr lang="en-US" altLang="zh-CN" sz="2000" dirty="0"/>
              <a:t>D.</a:t>
            </a:r>
            <a:r>
              <a:rPr lang="zh-CN" altLang="en-US" sz="2000" dirty="0"/>
              <a:t>班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经常（）  </a:t>
            </a:r>
            <a:r>
              <a:rPr lang="en-US" altLang="zh-CN" sz="2000" dirty="0"/>
              <a:t>A.</a:t>
            </a:r>
            <a:r>
              <a:rPr lang="zh-CN" altLang="en-US" sz="2000" dirty="0"/>
              <a:t>等（动词）  </a:t>
            </a:r>
            <a:r>
              <a:rPr lang="en-US" altLang="zh-CN" sz="2000" dirty="0"/>
              <a:t>B.</a:t>
            </a:r>
            <a:r>
              <a:rPr lang="zh-CN" altLang="en-US" sz="2000" dirty="0"/>
              <a:t>红</a:t>
            </a:r>
            <a:r>
              <a:rPr lang="en-US" altLang="zh-CN" sz="2000" dirty="0"/>
              <a:t>  C.</a:t>
            </a:r>
            <a:r>
              <a:rPr lang="zh-CN" altLang="en-US" sz="2000" dirty="0"/>
              <a:t>世界  </a:t>
            </a:r>
            <a:r>
              <a:rPr lang="en-US" altLang="zh-CN" sz="2000" dirty="0"/>
              <a:t>D.</a:t>
            </a:r>
            <a:r>
              <a:rPr lang="zh-CN" altLang="en-US" sz="2000" dirty="0"/>
              <a:t>出现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不愿意发生的事情终于出（）了。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4F93429A-093A-3F47-85BD-AA387FD9099B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859375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786442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当时？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 marL="0" indent="0">
              <a:buNone/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3657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3962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95955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标题 1">
            <a:extLst>
              <a:ext uri="{FF2B5EF4-FFF2-40B4-BE49-F238E27FC236}">
                <a16:creationId xmlns:a16="http://schemas.microsoft.com/office/drawing/2014/main" id="{BDA0734E-019F-3F4B-9934-509C763FCD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当时 </a:t>
            </a:r>
            <a:r>
              <a:rPr kumimoji="1" lang="zh-CN" altLang="zh-CN" sz="2800"/>
              <a:t>dàngshí </a:t>
            </a:r>
            <a:endParaRPr kumimoji="1" lang="zh-CN" altLang="en-US" sz="2800"/>
          </a:p>
        </p:txBody>
      </p:sp>
      <p:sp>
        <p:nvSpPr>
          <p:cNvPr id="21506" name="内容占位符 2">
            <a:extLst>
              <a:ext uri="{FF2B5EF4-FFF2-40B4-BE49-F238E27FC236}">
                <a16:creationId xmlns:a16="http://schemas.microsoft.com/office/drawing/2014/main" id="{12E7BF7F-2C9F-AB42-8F95-6BCA85677A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sz="2000"/>
              <a:t>当 </a:t>
            </a:r>
            <a:r>
              <a:rPr kumimoji="1" lang="zh-CN" altLang="zh-CN" sz="2000"/>
              <a:t>dàng </a:t>
            </a:r>
            <a:r>
              <a:rPr lang="en-US" altLang="zh-CN" sz="2000"/>
              <a:t>PREPOSITION</a:t>
            </a:r>
            <a:r>
              <a:rPr lang="zh-CN" altLang="en-US" sz="2000"/>
              <a:t> </a:t>
            </a:r>
            <a:r>
              <a:rPr lang="en-US" altLang="zh-CN" sz="2000"/>
              <a:t> just</a:t>
            </a:r>
            <a:r>
              <a:rPr lang="zh-CN" altLang="en-US" sz="2000"/>
              <a:t> </a:t>
            </a:r>
            <a:r>
              <a:rPr lang="en-US" altLang="zh-CN" sz="2000"/>
              <a:t>at </a:t>
            </a:r>
          </a:p>
          <a:p>
            <a:pPr eaLnBrk="1" hangingPunct="1"/>
            <a:r>
              <a:rPr lang="zh-CN" altLang="en-US" sz="2000"/>
              <a:t>时</a:t>
            </a:r>
            <a:r>
              <a:rPr lang="en-US" altLang="zh-CN" sz="2000"/>
              <a:t> </a:t>
            </a:r>
            <a:r>
              <a:rPr kumimoji="1" lang="zh-CN" altLang="zh-CN" sz="2000"/>
              <a:t>shí</a:t>
            </a:r>
            <a:r>
              <a:rPr kumimoji="1" lang="en-US" altLang="zh-CN" sz="2000"/>
              <a:t> </a:t>
            </a:r>
            <a:r>
              <a:rPr lang="en-US" altLang="zh-CN" sz="2000"/>
              <a:t>NOUN time</a:t>
            </a:r>
          </a:p>
          <a:p>
            <a:pPr eaLnBrk="1" hangingPunct="1"/>
            <a:r>
              <a:rPr lang="en-US" altLang="zh-CN" sz="2000"/>
              <a:t>NOUN</a:t>
            </a:r>
            <a:r>
              <a:rPr lang="zh-CN" altLang="en-US" sz="2000"/>
              <a:t>   </a:t>
            </a:r>
            <a:r>
              <a:rPr lang="zh-CN" altLang="zh-CN" sz="2000"/>
              <a:t>that time</a:t>
            </a:r>
          </a:p>
          <a:p>
            <a:pPr eaLnBrk="1" hangingPunct="1"/>
            <a:r>
              <a:rPr lang="en-US" altLang="zh-CN" sz="2000"/>
              <a:t>Sentence:</a:t>
            </a:r>
          </a:p>
          <a:p>
            <a:pPr eaLnBrk="1" hangingPunct="1"/>
            <a:r>
              <a:rPr kumimoji="1" lang="zh-CN" altLang="en-US" sz="2000"/>
              <a:t>当时我还不懂是什么意思。</a:t>
            </a:r>
            <a:endParaRPr kumimoji="1" lang="en-US" altLang="zh-CN" sz="2000"/>
          </a:p>
          <a:p>
            <a:pPr eaLnBrk="1" hangingPunct="1"/>
            <a:r>
              <a:rPr kumimoji="1" lang="zh-CN" altLang="en-US" sz="2000"/>
              <a:t>当时</a:t>
            </a:r>
            <a:r>
              <a:rPr kumimoji="1" lang="en-US" altLang="zh-CN" sz="2000"/>
              <a:t>/</a:t>
            </a:r>
            <a:r>
              <a:rPr kumimoji="1" lang="zh-CN" altLang="zh-CN" sz="2000"/>
              <a:t>dàngshí  </a:t>
            </a:r>
            <a:r>
              <a:rPr kumimoji="1" lang="zh-CN" altLang="en-US" sz="2000"/>
              <a:t>我</a:t>
            </a:r>
            <a:r>
              <a:rPr kumimoji="1" lang="en-US" altLang="zh-CN" sz="2000"/>
              <a:t>/</a:t>
            </a:r>
            <a:r>
              <a:rPr kumimoji="1" lang="zh-CN" altLang="zh-CN" sz="2000"/>
              <a:t>wǒ  </a:t>
            </a:r>
            <a:r>
              <a:rPr kumimoji="1" lang="zh-CN" altLang="en-US" sz="2000"/>
              <a:t>还</a:t>
            </a:r>
            <a:r>
              <a:rPr kumimoji="1" lang="en-US" altLang="zh-CN" sz="2000"/>
              <a:t>/</a:t>
            </a:r>
            <a:r>
              <a:rPr kumimoji="1" lang="zh-CN" altLang="zh-CN" sz="2000"/>
              <a:t>hái  </a:t>
            </a:r>
            <a:r>
              <a:rPr kumimoji="1" lang="zh-CN" altLang="en-US" sz="2000"/>
              <a:t>不</a:t>
            </a:r>
            <a:r>
              <a:rPr kumimoji="1" lang="en-US" altLang="zh-CN" sz="2000"/>
              <a:t>/</a:t>
            </a:r>
            <a:r>
              <a:rPr kumimoji="1" lang="zh-CN" altLang="zh-CN" sz="2000"/>
              <a:t>bù  </a:t>
            </a:r>
            <a:r>
              <a:rPr kumimoji="1" lang="zh-CN" altLang="en-US" sz="2000"/>
              <a:t>懂</a:t>
            </a:r>
            <a:r>
              <a:rPr kumimoji="1" lang="en-US" altLang="zh-CN" sz="2000"/>
              <a:t>/</a:t>
            </a:r>
            <a:r>
              <a:rPr kumimoji="1" lang="zh-CN" altLang="zh-CN" sz="2000"/>
              <a:t>dǒng  </a:t>
            </a:r>
            <a:r>
              <a:rPr kumimoji="1" lang="zh-CN" altLang="en-US" sz="2000"/>
              <a:t>是</a:t>
            </a:r>
            <a:r>
              <a:rPr kumimoji="1" lang="en-US" altLang="zh-CN" sz="2000"/>
              <a:t>/</a:t>
            </a:r>
            <a:r>
              <a:rPr kumimoji="1" lang="zh-CN" altLang="zh-CN" sz="2000"/>
              <a:t>shì  </a:t>
            </a:r>
            <a:r>
              <a:rPr kumimoji="1" lang="zh-CN" altLang="en-US" sz="2000"/>
              <a:t>什么</a:t>
            </a:r>
            <a:r>
              <a:rPr kumimoji="1" lang="en-US" altLang="zh-CN" sz="2000"/>
              <a:t>/</a:t>
            </a:r>
            <a:r>
              <a:rPr kumimoji="1" lang="zh-CN" altLang="zh-CN" sz="2000"/>
              <a:t>shénme  </a:t>
            </a:r>
            <a:r>
              <a:rPr kumimoji="1" lang="zh-CN" altLang="en-US" sz="2000"/>
              <a:t>意思</a:t>
            </a:r>
            <a:r>
              <a:rPr kumimoji="1" lang="en-US" altLang="zh-CN" sz="2000"/>
              <a:t>/</a:t>
            </a:r>
            <a:r>
              <a:rPr kumimoji="1" lang="zh-CN" altLang="zh-CN" sz="2000"/>
              <a:t>yìsi  。 </a:t>
            </a:r>
            <a:endParaRPr kumimoji="1" lang="en-US" altLang="zh-CN" sz="2000"/>
          </a:p>
          <a:p>
            <a:pPr eaLnBrk="1" hangingPunct="1"/>
            <a:r>
              <a:rPr kumimoji="1" lang="zh-CN" altLang="zh-CN" sz="2000"/>
              <a:t>At the time I didn't know what it meant.</a:t>
            </a:r>
            <a:endParaRPr kumimoji="1" lang="zh-CN" altLang="en-US" sz="2000"/>
          </a:p>
        </p:txBody>
      </p:sp>
      <p:pic>
        <p:nvPicPr>
          <p:cNvPr id="2" name="当时.wav" descr="当时.wav">
            <a:hlinkClick r:id="" action="ppaction://media"/>
            <a:extLst>
              <a:ext uri="{FF2B5EF4-FFF2-40B4-BE49-F238E27FC236}">
                <a16:creationId xmlns:a16="http://schemas.microsoft.com/office/drawing/2014/main" id="{6E79963C-0464-524D-AB76-0352C78334A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1638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当.wav" descr="当.wav">
            <a:hlinkClick r:id="" action="ppaction://media"/>
            <a:extLst>
              <a:ext uri="{FF2B5EF4-FFF2-40B4-BE49-F238E27FC236}">
                <a16:creationId xmlns:a16="http://schemas.microsoft.com/office/drawing/2014/main" id="{926760A7-30DC-CE4F-9388-117CB78F9C00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181100"/>
            <a:ext cx="4365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时.wav" descr="时.wav">
            <a:hlinkClick r:id="" action="ppaction://media"/>
            <a:extLst>
              <a:ext uri="{FF2B5EF4-FFF2-40B4-BE49-F238E27FC236}">
                <a16:creationId xmlns:a16="http://schemas.microsoft.com/office/drawing/2014/main" id="{91B7D461-886A-784C-926D-6854FFA75DFD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584325"/>
            <a:ext cx="4365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当时我还不懂是什么意思。.wav" descr="当时我还不懂是什么意思。.wav">
            <a:hlinkClick r:id="" action="ppaction://media"/>
            <a:extLst>
              <a:ext uri="{FF2B5EF4-FFF2-40B4-BE49-F238E27FC236}">
                <a16:creationId xmlns:a16="http://schemas.microsoft.com/office/drawing/2014/main" id="{8E271F5C-6525-AC4C-A38B-19D53B1F7445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0" y="2611438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61727D8A-50E2-9E41-A8EB-96403382FA81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75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273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标题 1">
            <a:extLst>
              <a:ext uri="{FF2B5EF4-FFF2-40B4-BE49-F238E27FC236}">
                <a16:creationId xmlns:a16="http://schemas.microsoft.com/office/drawing/2014/main" id="{BDA0734E-019F-3F4B-9934-509C763FCD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当时 </a:t>
            </a:r>
            <a:r>
              <a:rPr kumimoji="1" lang="zh-CN" altLang="zh-CN" sz="2800"/>
              <a:t>dàngshí </a:t>
            </a:r>
            <a:endParaRPr kumimoji="1" lang="zh-CN" altLang="en-US" sz="2800"/>
          </a:p>
        </p:txBody>
      </p:sp>
      <p:sp>
        <p:nvSpPr>
          <p:cNvPr id="21506" name="内容占位符 2">
            <a:extLst>
              <a:ext uri="{FF2B5EF4-FFF2-40B4-BE49-F238E27FC236}">
                <a16:creationId xmlns:a16="http://schemas.microsoft.com/office/drawing/2014/main" id="{12E7BF7F-2C9F-AB42-8F95-6BCA85677A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NOUN</a:t>
            </a:r>
            <a:r>
              <a:rPr lang="zh-CN" altLang="en-US" sz="2000" dirty="0"/>
              <a:t>   </a:t>
            </a:r>
            <a:r>
              <a:rPr lang="zh-CN" altLang="zh-CN" sz="2000" dirty="0"/>
              <a:t>that time</a:t>
            </a:r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当时我还不懂是什么意思。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当时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dàngshí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还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hái  </a:t>
            </a:r>
            <a:r>
              <a:rPr kumimoji="1" lang="zh-CN" altLang="en-US" sz="2000" dirty="0"/>
              <a:t>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  </a:t>
            </a:r>
            <a:r>
              <a:rPr kumimoji="1" lang="zh-CN" altLang="en-US" sz="2000" dirty="0"/>
              <a:t>懂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dǒng  </a:t>
            </a:r>
            <a:r>
              <a:rPr kumimoji="1" lang="zh-CN" altLang="en-US" sz="2000" dirty="0"/>
              <a:t>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shì  </a:t>
            </a:r>
            <a:r>
              <a:rPr kumimoji="1" lang="zh-CN" altLang="en-US" sz="2000" dirty="0"/>
              <a:t>什么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shénme  </a:t>
            </a:r>
            <a:r>
              <a:rPr kumimoji="1" lang="zh-CN" altLang="en-US" sz="2000" dirty="0"/>
              <a:t>意思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yìsi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At the time I didn't know what it meant.</a:t>
            </a:r>
            <a:endParaRPr kumimoji="1" lang="zh-CN" altLang="en-US" sz="2000" dirty="0"/>
          </a:p>
        </p:txBody>
      </p:sp>
      <p:pic>
        <p:nvPicPr>
          <p:cNvPr id="2" name="当时.wav" descr="当时.wav">
            <a:hlinkClick r:id="" action="ppaction://media"/>
            <a:extLst>
              <a:ext uri="{FF2B5EF4-FFF2-40B4-BE49-F238E27FC236}">
                <a16:creationId xmlns:a16="http://schemas.microsoft.com/office/drawing/2014/main" id="{6E79963C-0464-524D-AB76-0352C78334A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1638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当时我还不懂是什么意思。.wav" descr="当时我还不懂是什么意思。.wav">
            <a:hlinkClick r:id="" action="ppaction://media"/>
            <a:extLst>
              <a:ext uri="{FF2B5EF4-FFF2-40B4-BE49-F238E27FC236}">
                <a16:creationId xmlns:a16="http://schemas.microsoft.com/office/drawing/2014/main" id="{8E271F5C-6525-AC4C-A38B-19D53B1F7445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0" y="1905000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893BA1D9-2ACA-1647-8B96-E911376AEDFF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34578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73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标题 1">
            <a:extLst>
              <a:ext uri="{FF2B5EF4-FFF2-40B4-BE49-F238E27FC236}">
                <a16:creationId xmlns:a16="http://schemas.microsoft.com/office/drawing/2014/main" id="{BDA0734E-019F-3F4B-9934-509C763FCD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当时 </a:t>
            </a:r>
            <a:r>
              <a:rPr kumimoji="1" lang="zh-CN" altLang="zh-CN" sz="2800"/>
              <a:t>dàngshí </a:t>
            </a:r>
            <a:endParaRPr kumimoji="1" lang="zh-CN" altLang="en-US" sz="2800"/>
          </a:p>
        </p:txBody>
      </p:sp>
      <p:sp>
        <p:nvSpPr>
          <p:cNvPr id="21506" name="内容占位符 2">
            <a:extLst>
              <a:ext uri="{FF2B5EF4-FFF2-40B4-BE49-F238E27FC236}">
                <a16:creationId xmlns:a16="http://schemas.microsoft.com/office/drawing/2014/main" id="{12E7BF7F-2C9F-AB42-8F95-6BCA85677A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当时我还不懂是什么意思。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当时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dàngshí  </a:t>
            </a:r>
            <a:r>
              <a:rPr kumimoji="1" lang="zh-CN" altLang="en-US" sz="2000" dirty="0"/>
              <a:t>我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wǒ  </a:t>
            </a:r>
            <a:r>
              <a:rPr kumimoji="1" lang="zh-CN" altLang="en-US" sz="2000" dirty="0"/>
              <a:t>还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hái  </a:t>
            </a:r>
            <a:r>
              <a:rPr kumimoji="1" lang="zh-CN" altLang="en-US" sz="2000" dirty="0"/>
              <a:t>不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bù  </a:t>
            </a:r>
            <a:r>
              <a:rPr kumimoji="1" lang="zh-CN" altLang="en-US" sz="2000" dirty="0"/>
              <a:t>懂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dǒng  </a:t>
            </a:r>
            <a:r>
              <a:rPr kumimoji="1" lang="zh-CN" altLang="en-US" sz="2000" dirty="0"/>
              <a:t>是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shì  </a:t>
            </a:r>
            <a:r>
              <a:rPr kumimoji="1" lang="zh-CN" altLang="en-US" sz="2000" dirty="0"/>
              <a:t>什么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shénme  </a:t>
            </a:r>
            <a:r>
              <a:rPr kumimoji="1" lang="zh-CN" altLang="en-US" sz="2000" dirty="0"/>
              <a:t>意思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yìsi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At the time I didn't know what it meant.</a:t>
            </a:r>
            <a:endParaRPr kumimoji="1" lang="zh-CN" altLang="en-US" sz="2000" dirty="0"/>
          </a:p>
        </p:txBody>
      </p:sp>
      <p:pic>
        <p:nvPicPr>
          <p:cNvPr id="2" name="当时.wav" descr="当时.wav">
            <a:hlinkClick r:id="" action="ppaction://media"/>
            <a:extLst>
              <a:ext uri="{FF2B5EF4-FFF2-40B4-BE49-F238E27FC236}">
                <a16:creationId xmlns:a16="http://schemas.microsoft.com/office/drawing/2014/main" id="{6E79963C-0464-524D-AB76-0352C78334A6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01638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当时我还不懂是什么意思。.wav" descr="当时我还不懂是什么意思。.wav">
            <a:hlinkClick r:id="" action="ppaction://media"/>
            <a:extLst>
              <a:ext uri="{FF2B5EF4-FFF2-40B4-BE49-F238E27FC236}">
                <a16:creationId xmlns:a16="http://schemas.microsoft.com/office/drawing/2014/main" id="{8E271F5C-6525-AC4C-A38B-19D53B1F7445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0" y="1524000"/>
            <a:ext cx="436563" cy="436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1FBBC7B0-BBCC-F949-AFA4-7BBFE57AE806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1248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73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标题 1">
            <a:extLst>
              <a:ext uri="{FF2B5EF4-FFF2-40B4-BE49-F238E27FC236}">
                <a16:creationId xmlns:a16="http://schemas.microsoft.com/office/drawing/2014/main" id="{172DA6CF-B9F1-3F4D-995F-A25886D89B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984B92-7E73-A04E-A747-8CDFFAD44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 that time</a:t>
            </a:r>
            <a:r>
              <a:rPr lang="zh-CN" altLang="en-US" sz="2000" dirty="0"/>
              <a:t>    </a:t>
            </a:r>
            <a:r>
              <a:rPr lang="en-US" altLang="zh-CN" sz="2000" dirty="0"/>
              <a:t>A.</a:t>
            </a:r>
            <a:r>
              <a:rPr lang="zh-CN" altLang="en-US" sz="2000" dirty="0"/>
              <a:t>当时  </a:t>
            </a:r>
            <a:r>
              <a:rPr lang="en-US" altLang="zh-CN" sz="2000" dirty="0"/>
              <a:t>B.</a:t>
            </a:r>
            <a:r>
              <a:rPr lang="zh-CN" altLang="en-US" sz="2000" dirty="0"/>
              <a:t>新闻  </a:t>
            </a:r>
            <a:r>
              <a:rPr lang="en-US" altLang="zh-CN" sz="2000" dirty="0"/>
              <a:t>C.</a:t>
            </a:r>
            <a:r>
              <a:rPr lang="zh-CN" altLang="en-US" sz="2000" dirty="0"/>
              <a:t>明白  </a:t>
            </a:r>
            <a:r>
              <a:rPr lang="en-US" altLang="zh-CN" sz="2000" dirty="0"/>
              <a:t>D.</a:t>
            </a:r>
            <a:r>
              <a:rPr lang="zh-CN" altLang="en-US" sz="2000" dirty="0"/>
              <a:t>提高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当（）我还不懂是什么意思。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7485CCB0-03FE-F24D-B380-4E6E016D4879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End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Next word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58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ED0817-D27F-B64C-9D40-FB9BCE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2800" dirty="0"/>
              <a:t>Start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time</a:t>
            </a:r>
            <a:r>
              <a:rPr kumimoji="1" lang="zh-CN" altLang="en-US" sz="2800" dirty="0"/>
              <a:t> </a:t>
            </a:r>
            <a:r>
              <a:rPr kumimoji="1" lang="en-US" altLang="zh-CN" sz="2800" dirty="0"/>
              <a:t>of learning a word </a:t>
            </a:r>
            <a:endParaRPr kumimoji="1" lang="zh-CN" altLang="en-US" sz="28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77E894-BBC6-7C41-9939-B130BFD1B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sz="2000" dirty="0"/>
              <a:t>Please write down the present time (accurate to the minute) on your paper. __________</a:t>
            </a:r>
          </a:p>
          <a:p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1ADF194-DBE7-8A4C-B5E8-98F40B075572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759349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>
            <a:extLst>
              <a:ext uri="{FF2B5EF4-FFF2-40B4-BE49-F238E27FC236}">
                <a16:creationId xmlns:a16="http://schemas.microsoft.com/office/drawing/2014/main" id="{06570B87-D7AD-9647-9CE5-37739358B2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74637"/>
            <a:ext cx="8229600" cy="1249363"/>
          </a:xfrm>
        </p:spPr>
        <p:txBody>
          <a:bodyPr/>
          <a:lstStyle/>
          <a:p>
            <a:pPr algn="l"/>
            <a:r>
              <a:rPr kumimoji="1" lang="en-US" altLang="zh-CN" sz="2400" dirty="0"/>
              <a:t>How about you know </a:t>
            </a:r>
            <a:r>
              <a:rPr kumimoji="1" lang="zh-CN" altLang="en-US" sz="2400" dirty="0"/>
              <a:t>情况？</a:t>
            </a:r>
            <a:br>
              <a:rPr kumimoji="1" lang="en-US" altLang="zh-CN" sz="2400" dirty="0"/>
            </a:br>
            <a:r>
              <a:rPr kumimoji="1" lang="en-US" altLang="zh-CN" sz="2400" dirty="0"/>
              <a:t>Please</a:t>
            </a:r>
            <a:r>
              <a:rPr kumimoji="1" lang="zh-CN" altLang="en-US" sz="2400" dirty="0"/>
              <a:t> </a:t>
            </a:r>
            <a:r>
              <a:rPr kumimoji="1" lang="en-US" altLang="zh-CN" sz="2400" dirty="0"/>
              <a:t>write down the choice on your page and click the choice to jump to the corresponding page</a:t>
            </a:r>
            <a:endParaRPr kumimoji="1" lang="zh-CN" altLang="en-US" sz="2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0F45E4-88F1-6F47-B1DD-2543870B4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962399"/>
          </a:xfrm>
        </p:spPr>
        <p:txBody>
          <a:bodyPr/>
          <a:lstStyle/>
          <a:p>
            <a:pPr>
              <a:defRPr/>
            </a:pPr>
            <a:r>
              <a:rPr lang="en-US" altLang="zh-CN" sz="2000" dirty="0"/>
              <a:t>I have never seen this word.</a:t>
            </a:r>
          </a:p>
          <a:p>
            <a:pPr marL="0" indent="0">
              <a:buNone/>
              <a:defRPr/>
            </a:pPr>
            <a:r>
              <a:rPr lang="en-US" altLang="zh-CN" sz="2000" dirty="0"/>
              <a:t> </a:t>
            </a: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don’t know what it means. 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meaning, but I don’t know its collocations.</a:t>
            </a:r>
          </a:p>
          <a:p>
            <a:pPr>
              <a:defRPr/>
            </a:pPr>
            <a:endParaRPr lang="zh-CN" altLang="zh-CN" sz="2000" dirty="0"/>
          </a:p>
          <a:p>
            <a:pPr>
              <a:defRPr/>
            </a:pPr>
            <a:r>
              <a:rPr lang="en-US" altLang="zh-CN" sz="2000" dirty="0"/>
              <a:t>I know its collocation, but I don’t know how to use it in a sentence.</a:t>
            </a:r>
          </a:p>
          <a:p>
            <a:pPr>
              <a:defRPr/>
            </a:pPr>
            <a:endParaRPr lang="en-US" altLang="zh-CN" sz="2000" dirty="0"/>
          </a:p>
          <a:p>
            <a:pPr>
              <a:defRPr/>
            </a:pPr>
            <a:r>
              <a:rPr lang="en-US" altLang="zh-CN" sz="2000" dirty="0"/>
              <a:t>I can use it in a sentence. </a:t>
            </a:r>
            <a:endParaRPr lang="zh-CN" altLang="zh-CN" sz="1800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C106C97-9EF1-AE4E-80B1-861673DC5DA6}"/>
              </a:ext>
            </a:extLst>
          </p:cNvPr>
          <p:cNvSpPr/>
          <p:nvPr/>
        </p:nvSpPr>
        <p:spPr>
          <a:xfrm>
            <a:off x="4191000" y="1752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A</a:t>
            </a:r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CF760C6-CAEF-4949-AB75-58AD9F2FC2D8}"/>
              </a:ext>
            </a:extLst>
          </p:cNvPr>
          <p:cNvSpPr/>
          <p:nvPr/>
        </p:nvSpPr>
        <p:spPr>
          <a:xfrm>
            <a:off x="6781800" y="3124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3" action="ppaction://hlinksldjump"/>
              </a:rPr>
              <a:t>C</a:t>
            </a:r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C5558C-2A94-D340-B88D-3771B105CE99}"/>
              </a:ext>
            </a:extLst>
          </p:cNvPr>
          <p:cNvSpPr/>
          <p:nvPr/>
        </p:nvSpPr>
        <p:spPr>
          <a:xfrm>
            <a:off x="7531395" y="43434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4" action="ppaction://hlinksldjump"/>
              </a:rPr>
              <a:t>D</a:t>
            </a:r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418098F-A830-0E4B-AE1B-BF99FBB77185}"/>
              </a:ext>
            </a:extLst>
          </p:cNvPr>
          <p:cNvSpPr/>
          <p:nvPr/>
        </p:nvSpPr>
        <p:spPr>
          <a:xfrm>
            <a:off x="3962400" y="46482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5" action="ppaction://hlinksldjump"/>
              </a:rPr>
              <a:t>E</a:t>
            </a:r>
            <a:endParaRPr kumimoji="1" lang="zh-CN" altLang="en-US" dirty="0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E955882-84DF-F541-BD1E-BB1F7EDDA2DC}"/>
              </a:ext>
            </a:extLst>
          </p:cNvPr>
          <p:cNvSpPr/>
          <p:nvPr/>
        </p:nvSpPr>
        <p:spPr>
          <a:xfrm>
            <a:off x="4191000" y="2514600"/>
            <a:ext cx="762000" cy="381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solidFill>
                  <a:schemeClr val="accent1">
                    <a:lumMod val="50000"/>
                  </a:schemeClr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kumimoji="1" lang="zh-CN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8431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标题 1">
            <a:extLst>
              <a:ext uri="{FF2B5EF4-FFF2-40B4-BE49-F238E27FC236}">
                <a16:creationId xmlns:a16="http://schemas.microsoft.com/office/drawing/2014/main" id="{318EC1C0-C881-914D-8527-47CB12F7BA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情况 </a:t>
            </a:r>
            <a:r>
              <a:rPr kumimoji="1" lang="zh-CN" altLang="zh-CN" sz="2800"/>
              <a:t>qíngkuàng </a:t>
            </a:r>
            <a:endParaRPr kumimoji="1" lang="zh-CN" altLang="en-US" sz="2800"/>
          </a:p>
        </p:txBody>
      </p:sp>
      <p:sp>
        <p:nvSpPr>
          <p:cNvPr id="23554" name="内容占位符 2">
            <a:extLst>
              <a:ext uri="{FF2B5EF4-FFF2-40B4-BE49-F238E27FC236}">
                <a16:creationId xmlns:a16="http://schemas.microsoft.com/office/drawing/2014/main" id="{F9C1D309-B632-CA4A-9C58-5C167A3AA5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zh-CN" sz="2000"/>
              <a:t>情</a:t>
            </a:r>
            <a:r>
              <a:rPr lang="zh-CN" altLang="en-US" sz="2000"/>
              <a:t> </a:t>
            </a:r>
            <a:r>
              <a:rPr lang="en-US" altLang="zh-CN" sz="2000"/>
              <a:t>NOUN</a:t>
            </a:r>
            <a:r>
              <a:rPr lang="zh-CN" altLang="en-US" sz="2000"/>
              <a:t>  </a:t>
            </a:r>
            <a:r>
              <a:rPr lang="en-US" altLang="zh-CN" sz="2000"/>
              <a:t>situation; circumstances; condition</a:t>
            </a:r>
          </a:p>
          <a:p>
            <a:pPr eaLnBrk="1" hangingPunct="1"/>
            <a:r>
              <a:rPr lang="zh-CN" altLang="zh-CN" sz="2000"/>
              <a:t>况 NOUN  condition; situation</a:t>
            </a:r>
          </a:p>
          <a:p>
            <a:pPr eaLnBrk="1" hangingPunct="1"/>
            <a:r>
              <a:rPr lang="zh-CN" altLang="zh-CN" sz="2000"/>
              <a:t>NOUN</a:t>
            </a:r>
            <a:r>
              <a:rPr lang="zh-CN" altLang="en-US" sz="2000"/>
              <a:t>   </a:t>
            </a:r>
            <a:r>
              <a:rPr lang="zh-CN" altLang="zh-CN" sz="2000"/>
              <a:t>circumstances;</a:t>
            </a:r>
            <a:r>
              <a:rPr lang="zh-CN" altLang="en-US" sz="2000"/>
              <a:t> </a:t>
            </a:r>
            <a:r>
              <a:rPr lang="zh-CN" altLang="zh-CN" sz="2000"/>
              <a:t>situation;</a:t>
            </a:r>
            <a:r>
              <a:rPr lang="zh-CN" altLang="en-US" sz="2000"/>
              <a:t> </a:t>
            </a:r>
            <a:r>
              <a:rPr lang="zh-CN" altLang="zh-CN" sz="2000"/>
              <a:t>condition;</a:t>
            </a:r>
            <a:r>
              <a:rPr lang="zh-CN" altLang="en-US" sz="2000"/>
              <a:t> </a:t>
            </a:r>
            <a:r>
              <a:rPr lang="zh-CN" altLang="zh-CN" sz="2000"/>
              <a:t>state of affairs</a:t>
            </a:r>
          </a:p>
          <a:p>
            <a:pPr eaLnBrk="1" hangingPunct="1"/>
            <a:r>
              <a:rPr lang="en-US" altLang="zh-CN" sz="2000"/>
              <a:t>Collocation: </a:t>
            </a:r>
          </a:p>
          <a:p>
            <a:pPr eaLnBrk="1" hangingPunct="1"/>
            <a:r>
              <a:rPr lang="zh-CN" altLang="en-US" sz="2000"/>
              <a:t>情况 怎么样（一级）</a:t>
            </a:r>
            <a:r>
              <a:rPr lang="zh-CN" altLang="zh-CN" sz="2000"/>
              <a:t> how is the situation</a:t>
            </a:r>
            <a:endParaRPr lang="zh-CN" altLang="en-US" sz="2000"/>
          </a:p>
          <a:p>
            <a:pPr eaLnBrk="1" hangingPunct="1"/>
            <a:r>
              <a:rPr lang="zh-CN" altLang="en-US" sz="2000"/>
              <a:t>了解（三级） 情况</a:t>
            </a:r>
            <a:r>
              <a:rPr lang="en-US" altLang="zh-CN" sz="2000"/>
              <a:t>【</a:t>
            </a:r>
            <a:r>
              <a:rPr lang="zh-CN" altLang="en-US" sz="2000"/>
              <a:t>了解 一下 情况</a:t>
            </a:r>
            <a:r>
              <a:rPr lang="en-US" altLang="zh-CN" sz="2000"/>
              <a:t>】 understand situation</a:t>
            </a:r>
          </a:p>
          <a:p>
            <a:pPr eaLnBrk="1" hangingPunct="1"/>
            <a:r>
              <a:rPr lang="en-US" altLang="zh-CN" sz="2000"/>
              <a:t>Sentence:</a:t>
            </a:r>
          </a:p>
          <a:p>
            <a:pPr eaLnBrk="1" hangingPunct="1"/>
            <a:r>
              <a:rPr kumimoji="1" lang="zh-CN" altLang="en-US" sz="2000"/>
              <a:t>第三，必须要根据自己的健康情况运动。</a:t>
            </a:r>
            <a:endParaRPr kumimoji="1" lang="en-US" altLang="zh-CN" sz="2000"/>
          </a:p>
          <a:p>
            <a:pPr eaLnBrk="1" hangingPunct="1"/>
            <a:r>
              <a:rPr kumimoji="1" lang="zh-CN" altLang="en-US" sz="2000"/>
              <a:t>第三</a:t>
            </a:r>
            <a:r>
              <a:rPr kumimoji="1" lang="en-US" altLang="zh-CN" sz="2000"/>
              <a:t>/</a:t>
            </a:r>
            <a:r>
              <a:rPr kumimoji="1" lang="zh-CN" altLang="zh-CN" sz="2000"/>
              <a:t>dìsān  ，  </a:t>
            </a:r>
            <a:r>
              <a:rPr kumimoji="1" lang="zh-CN" altLang="en-US" sz="2000"/>
              <a:t>必须</a:t>
            </a:r>
            <a:r>
              <a:rPr kumimoji="1" lang="en-US" altLang="zh-CN" sz="2000"/>
              <a:t>/</a:t>
            </a:r>
            <a:r>
              <a:rPr kumimoji="1" lang="zh-CN" altLang="zh-CN" sz="2000"/>
              <a:t>bìxū  </a:t>
            </a:r>
            <a:r>
              <a:rPr kumimoji="1" lang="zh-CN" altLang="en-US" sz="2000"/>
              <a:t>要</a:t>
            </a:r>
            <a:r>
              <a:rPr kumimoji="1" lang="en-US" altLang="zh-CN" sz="2000"/>
              <a:t>/</a:t>
            </a:r>
            <a:r>
              <a:rPr kumimoji="1" lang="zh-CN" altLang="zh-CN" sz="2000"/>
              <a:t>yào  </a:t>
            </a:r>
            <a:r>
              <a:rPr kumimoji="1" lang="zh-CN" altLang="en-US" sz="2000"/>
              <a:t>根据</a:t>
            </a:r>
            <a:r>
              <a:rPr kumimoji="1" lang="en-US" altLang="zh-CN" sz="2000"/>
              <a:t>/</a:t>
            </a:r>
            <a:r>
              <a:rPr kumimoji="1" lang="zh-CN" altLang="zh-CN" sz="2000"/>
              <a:t>gēnjù  </a:t>
            </a:r>
            <a:r>
              <a:rPr kumimoji="1" lang="zh-CN" altLang="en-US" sz="2000"/>
              <a:t>自己</a:t>
            </a:r>
            <a:r>
              <a:rPr kumimoji="1" lang="en-US" altLang="zh-CN" sz="2000"/>
              <a:t>/</a:t>
            </a:r>
            <a:r>
              <a:rPr kumimoji="1" lang="zh-CN" altLang="zh-CN" sz="2000"/>
              <a:t>zìjǐ  </a:t>
            </a:r>
            <a:r>
              <a:rPr kumimoji="1" lang="zh-CN" altLang="en-US" sz="2000"/>
              <a:t>的</a:t>
            </a:r>
            <a:r>
              <a:rPr kumimoji="1" lang="en-US" altLang="zh-CN" sz="2000"/>
              <a:t>/</a:t>
            </a:r>
            <a:r>
              <a:rPr kumimoji="1" lang="zh-CN" altLang="zh-CN" sz="2000"/>
              <a:t>de  </a:t>
            </a:r>
            <a:r>
              <a:rPr kumimoji="1" lang="zh-CN" altLang="en-US" sz="2000"/>
              <a:t>健康</a:t>
            </a:r>
            <a:r>
              <a:rPr kumimoji="1" lang="en-US" altLang="zh-CN" sz="2000"/>
              <a:t>/</a:t>
            </a:r>
            <a:r>
              <a:rPr kumimoji="1" lang="zh-CN" altLang="zh-CN" sz="2000"/>
              <a:t>jiànkāng  </a:t>
            </a:r>
            <a:r>
              <a:rPr kumimoji="1" lang="zh-CN" altLang="en-US" sz="2000"/>
              <a:t>情况</a:t>
            </a:r>
            <a:r>
              <a:rPr kumimoji="1" lang="en-US" altLang="zh-CN" sz="2000"/>
              <a:t>/</a:t>
            </a:r>
            <a:r>
              <a:rPr kumimoji="1" lang="zh-CN" altLang="zh-CN" sz="2000"/>
              <a:t>qíngkuàng  </a:t>
            </a:r>
            <a:r>
              <a:rPr kumimoji="1" lang="zh-CN" altLang="en-US" sz="2000"/>
              <a:t>运动</a:t>
            </a:r>
            <a:r>
              <a:rPr kumimoji="1" lang="en-US" altLang="zh-CN" sz="2000"/>
              <a:t>/</a:t>
            </a:r>
            <a:r>
              <a:rPr kumimoji="1" lang="zh-CN" altLang="zh-CN" sz="2000"/>
              <a:t>yùndòng  。 </a:t>
            </a:r>
            <a:endParaRPr kumimoji="1" lang="en-US" altLang="zh-CN" sz="2000"/>
          </a:p>
          <a:p>
            <a:pPr eaLnBrk="1" hangingPunct="1"/>
            <a:r>
              <a:rPr kumimoji="1" lang="zh-CN" altLang="zh-CN" sz="2000"/>
              <a:t>Third, you must exercise according to your health.</a:t>
            </a:r>
            <a:endParaRPr kumimoji="1" lang="zh-CN" altLang="en-US" sz="2000"/>
          </a:p>
        </p:txBody>
      </p:sp>
      <p:pic>
        <p:nvPicPr>
          <p:cNvPr id="2" name="情况.wav" descr="情况.wav">
            <a:hlinkClick r:id="" action="ppaction://media"/>
            <a:extLst>
              <a:ext uri="{FF2B5EF4-FFF2-40B4-BE49-F238E27FC236}">
                <a16:creationId xmlns:a16="http://schemas.microsoft.com/office/drawing/2014/main" id="{868290A4-1E20-2748-99D5-9A09B87ED9E9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情.wav" descr="情.wav">
            <a:hlinkClick r:id="" action="ppaction://media"/>
            <a:extLst>
              <a:ext uri="{FF2B5EF4-FFF2-40B4-BE49-F238E27FC236}">
                <a16:creationId xmlns:a16="http://schemas.microsoft.com/office/drawing/2014/main" id="{B9F3C716-D630-3845-ABEB-9775819B170F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222375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况.wav" descr="况.wav">
            <a:hlinkClick r:id="" action="ppaction://media"/>
            <a:extLst>
              <a:ext uri="{FF2B5EF4-FFF2-40B4-BE49-F238E27FC236}">
                <a16:creationId xmlns:a16="http://schemas.microsoft.com/office/drawing/2014/main" id="{E42249D0-19DE-2E4E-8168-E39BD7182F3A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0" y="1524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情况怎么样.wav" descr="情况怎么样.wav">
            <a:hlinkClick r:id="" action="ppaction://media"/>
            <a:extLst>
              <a:ext uri="{FF2B5EF4-FFF2-40B4-BE49-F238E27FC236}">
                <a16:creationId xmlns:a16="http://schemas.microsoft.com/office/drawing/2014/main" id="{81670633-849C-7F4A-B14E-FF376817A15C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400" y="2644775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了解情况.wav" descr="了解情况.wav">
            <a:hlinkClick r:id="" action="ppaction://media"/>
            <a:extLst>
              <a:ext uri="{FF2B5EF4-FFF2-40B4-BE49-F238E27FC236}">
                <a16:creationId xmlns:a16="http://schemas.microsoft.com/office/drawing/2014/main" id="{F4A908A0-C6A2-974F-8CA9-96D35AD52C55}"/>
              </a:ext>
            </a:extLst>
          </p:cNvPr>
          <p:cNvPicPr>
            <a:picLocks noChangeAspect="1" noChangeArrowheads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2974975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第三，必须要根据自己的健康情况运动。.wav" descr="第三，必须要根据自己的健康情况运动。.wav">
            <a:hlinkClick r:id="" action="ppaction://media"/>
            <a:extLst>
              <a:ext uri="{FF2B5EF4-FFF2-40B4-BE49-F238E27FC236}">
                <a16:creationId xmlns:a16="http://schemas.microsoft.com/office/drawing/2014/main" id="{C5CB447E-A0E7-6646-B089-207556ABB3CC}"/>
              </a:ext>
            </a:extLst>
          </p:cNvPr>
          <p:cNvPicPr>
            <a:picLocks noChangeAspect="1" noChangeArrowheads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7338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B6B0E3CB-580A-FD41-8E92-7D8359DA06E4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5" action="ppaction://hlinksldjump"/>
              </a:rPr>
              <a:t>Click to the next page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5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64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36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41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3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标题 1">
            <a:extLst>
              <a:ext uri="{FF2B5EF4-FFF2-40B4-BE49-F238E27FC236}">
                <a16:creationId xmlns:a16="http://schemas.microsoft.com/office/drawing/2014/main" id="{318EC1C0-C881-914D-8527-47CB12F7BA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情况 </a:t>
            </a:r>
            <a:r>
              <a:rPr kumimoji="1" lang="zh-CN" altLang="zh-CN" sz="2800"/>
              <a:t>qíngkuàng </a:t>
            </a:r>
            <a:endParaRPr kumimoji="1" lang="zh-CN" altLang="en-US" sz="2800"/>
          </a:p>
        </p:txBody>
      </p:sp>
      <p:sp>
        <p:nvSpPr>
          <p:cNvPr id="23554" name="内容占位符 2">
            <a:extLst>
              <a:ext uri="{FF2B5EF4-FFF2-40B4-BE49-F238E27FC236}">
                <a16:creationId xmlns:a16="http://schemas.microsoft.com/office/drawing/2014/main" id="{F9C1D309-B632-CA4A-9C58-5C167A3AA5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zh-CN" sz="2000" dirty="0"/>
              <a:t>NOUN</a:t>
            </a:r>
            <a:r>
              <a:rPr lang="zh-CN" altLang="en-US" sz="2000" dirty="0"/>
              <a:t>   </a:t>
            </a:r>
            <a:r>
              <a:rPr lang="zh-CN" altLang="zh-CN" sz="2000" dirty="0"/>
              <a:t>circumstances;</a:t>
            </a:r>
            <a:r>
              <a:rPr lang="zh-CN" altLang="en-US" sz="2000" dirty="0"/>
              <a:t> </a:t>
            </a:r>
            <a:r>
              <a:rPr lang="zh-CN" altLang="zh-CN" sz="2000" dirty="0"/>
              <a:t>situation;</a:t>
            </a:r>
            <a:r>
              <a:rPr lang="zh-CN" altLang="en-US" sz="2000" dirty="0"/>
              <a:t> </a:t>
            </a:r>
            <a:r>
              <a:rPr lang="zh-CN" altLang="zh-CN" sz="2000" dirty="0"/>
              <a:t>condition;</a:t>
            </a:r>
            <a:r>
              <a:rPr lang="zh-CN" altLang="en-US" sz="2000" dirty="0"/>
              <a:t> </a:t>
            </a:r>
            <a:r>
              <a:rPr lang="zh-CN" altLang="zh-CN" sz="2000" dirty="0"/>
              <a:t>state of affairs</a:t>
            </a:r>
          </a:p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情况 怎么样（一级）</a:t>
            </a:r>
            <a:r>
              <a:rPr lang="zh-CN" altLang="zh-CN" sz="2000" dirty="0"/>
              <a:t> how is the situation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了解（三级） 情况</a:t>
            </a:r>
            <a:r>
              <a:rPr lang="en-US" altLang="zh-CN" sz="2000" dirty="0"/>
              <a:t>【</a:t>
            </a:r>
            <a:r>
              <a:rPr lang="zh-CN" altLang="en-US" sz="2000" dirty="0"/>
              <a:t>了解 一下 情况</a:t>
            </a:r>
            <a:r>
              <a:rPr lang="en-US" altLang="zh-CN" sz="2000" dirty="0"/>
              <a:t>】 understand situation</a:t>
            </a:r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第三，必须要根据自己的健康情况运动。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第三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dìsān  ，  </a:t>
            </a:r>
            <a:r>
              <a:rPr kumimoji="1" lang="zh-CN" altLang="en-US" sz="2000" dirty="0"/>
              <a:t>必须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bìxū  </a:t>
            </a:r>
            <a:r>
              <a:rPr kumimoji="1" lang="zh-CN" altLang="en-US" sz="2000" dirty="0"/>
              <a:t>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yào  </a:t>
            </a:r>
            <a:r>
              <a:rPr kumimoji="1" lang="zh-CN" altLang="en-US" sz="2000" dirty="0"/>
              <a:t>根据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gēnjù  </a:t>
            </a:r>
            <a:r>
              <a:rPr kumimoji="1" lang="zh-CN" altLang="en-US" sz="2000" dirty="0"/>
              <a:t>自己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zìjǐ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健康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jiànkāng  </a:t>
            </a:r>
            <a:r>
              <a:rPr kumimoji="1" lang="zh-CN" altLang="en-US" sz="2000" dirty="0"/>
              <a:t>情况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qíngkuàng  </a:t>
            </a:r>
            <a:r>
              <a:rPr kumimoji="1" lang="zh-CN" altLang="en-US" sz="2000" dirty="0"/>
              <a:t>运动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yùndòng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Third, you must exercise according to your health.</a:t>
            </a:r>
            <a:endParaRPr kumimoji="1" lang="zh-CN" altLang="en-US" sz="2000" dirty="0"/>
          </a:p>
        </p:txBody>
      </p:sp>
      <p:pic>
        <p:nvPicPr>
          <p:cNvPr id="2" name="情况.wav" descr="情况.wav">
            <a:hlinkClick r:id="" action="ppaction://media"/>
            <a:extLst>
              <a:ext uri="{FF2B5EF4-FFF2-40B4-BE49-F238E27FC236}">
                <a16:creationId xmlns:a16="http://schemas.microsoft.com/office/drawing/2014/main" id="{868290A4-1E20-2748-99D5-9A09B87ED9E9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情况怎么样.wav" descr="情况怎么样.wav">
            <a:hlinkClick r:id="" action="ppaction://media"/>
            <a:extLst>
              <a:ext uri="{FF2B5EF4-FFF2-40B4-BE49-F238E27FC236}">
                <a16:creationId xmlns:a16="http://schemas.microsoft.com/office/drawing/2014/main" id="{81670633-849C-7F4A-B14E-FF376817A15C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400" y="1905000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了解情况.wav" descr="了解情况.wav">
            <a:hlinkClick r:id="" action="ppaction://media"/>
            <a:extLst>
              <a:ext uri="{FF2B5EF4-FFF2-40B4-BE49-F238E27FC236}">
                <a16:creationId xmlns:a16="http://schemas.microsoft.com/office/drawing/2014/main" id="{F4A908A0-C6A2-974F-8CA9-96D35AD52C55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2235200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第三，必须要根据自己的健康情况运动。.wav" descr="第三，必须要根据自己的健康情况运动。.wav">
            <a:hlinkClick r:id="" action="ppaction://media"/>
            <a:extLst>
              <a:ext uri="{FF2B5EF4-FFF2-40B4-BE49-F238E27FC236}">
                <a16:creationId xmlns:a16="http://schemas.microsoft.com/office/drawing/2014/main" id="{C5CB447E-A0E7-6646-B089-207556ABB3CC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2994025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7A540160-0393-3642-9718-11CF81FD5C11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409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36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41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标题 1">
            <a:extLst>
              <a:ext uri="{FF2B5EF4-FFF2-40B4-BE49-F238E27FC236}">
                <a16:creationId xmlns:a16="http://schemas.microsoft.com/office/drawing/2014/main" id="{318EC1C0-C881-914D-8527-47CB12F7BA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情况 </a:t>
            </a:r>
            <a:r>
              <a:rPr kumimoji="1" lang="zh-CN" altLang="zh-CN" sz="2800"/>
              <a:t>qíngkuàng </a:t>
            </a:r>
            <a:endParaRPr kumimoji="1" lang="zh-CN" altLang="en-US" sz="2800"/>
          </a:p>
        </p:txBody>
      </p:sp>
      <p:sp>
        <p:nvSpPr>
          <p:cNvPr id="23554" name="内容占位符 2">
            <a:extLst>
              <a:ext uri="{FF2B5EF4-FFF2-40B4-BE49-F238E27FC236}">
                <a16:creationId xmlns:a16="http://schemas.microsoft.com/office/drawing/2014/main" id="{F9C1D309-B632-CA4A-9C58-5C167A3AA5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Collocation: </a:t>
            </a:r>
          </a:p>
          <a:p>
            <a:pPr eaLnBrk="1" hangingPunct="1"/>
            <a:r>
              <a:rPr lang="zh-CN" altLang="en-US" sz="2000" dirty="0"/>
              <a:t>情况 怎么样（一级）</a:t>
            </a:r>
            <a:r>
              <a:rPr lang="zh-CN" altLang="zh-CN" sz="2000" dirty="0"/>
              <a:t> how is the situation</a:t>
            </a:r>
            <a:endParaRPr lang="zh-CN" altLang="en-US" sz="2000" dirty="0"/>
          </a:p>
          <a:p>
            <a:pPr eaLnBrk="1" hangingPunct="1"/>
            <a:r>
              <a:rPr lang="zh-CN" altLang="en-US" sz="2000" dirty="0"/>
              <a:t>了解（三级） 情况</a:t>
            </a:r>
            <a:r>
              <a:rPr lang="en-US" altLang="zh-CN" sz="2000" dirty="0"/>
              <a:t>【</a:t>
            </a:r>
            <a:r>
              <a:rPr lang="zh-CN" altLang="en-US" sz="2000" dirty="0"/>
              <a:t>了解 一下 情况</a:t>
            </a:r>
            <a:r>
              <a:rPr lang="en-US" altLang="zh-CN" sz="2000" dirty="0"/>
              <a:t>】 understand situation</a:t>
            </a:r>
          </a:p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第三，必须要根据自己的健康情况运动。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第三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dìsān  ，  </a:t>
            </a:r>
            <a:r>
              <a:rPr kumimoji="1" lang="zh-CN" altLang="en-US" sz="2000" dirty="0"/>
              <a:t>必须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bìxū  </a:t>
            </a:r>
            <a:r>
              <a:rPr kumimoji="1" lang="zh-CN" altLang="en-US" sz="2000" dirty="0"/>
              <a:t>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yào  </a:t>
            </a:r>
            <a:r>
              <a:rPr kumimoji="1" lang="zh-CN" altLang="en-US" sz="2000" dirty="0"/>
              <a:t>根据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gēnjù  </a:t>
            </a:r>
            <a:r>
              <a:rPr kumimoji="1" lang="zh-CN" altLang="en-US" sz="2000" dirty="0"/>
              <a:t>自己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zìjǐ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健康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jiànkāng  </a:t>
            </a:r>
            <a:r>
              <a:rPr kumimoji="1" lang="zh-CN" altLang="en-US" sz="2000" dirty="0"/>
              <a:t>情况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qíngkuàng  </a:t>
            </a:r>
            <a:r>
              <a:rPr kumimoji="1" lang="zh-CN" altLang="en-US" sz="2000" dirty="0"/>
              <a:t>运动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yùndòng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Third, you must exercise according to your health.</a:t>
            </a:r>
            <a:endParaRPr kumimoji="1" lang="zh-CN" altLang="en-US" sz="2000" dirty="0"/>
          </a:p>
        </p:txBody>
      </p:sp>
      <p:pic>
        <p:nvPicPr>
          <p:cNvPr id="2" name="情况.wav" descr="情况.wav">
            <a:hlinkClick r:id="" action="ppaction://media"/>
            <a:extLst>
              <a:ext uri="{FF2B5EF4-FFF2-40B4-BE49-F238E27FC236}">
                <a16:creationId xmlns:a16="http://schemas.microsoft.com/office/drawing/2014/main" id="{868290A4-1E20-2748-99D5-9A09B87ED9E9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情况怎么样.wav" descr="情况怎么样.wav">
            <a:hlinkClick r:id="" action="ppaction://media"/>
            <a:extLst>
              <a:ext uri="{FF2B5EF4-FFF2-40B4-BE49-F238E27FC236}">
                <a16:creationId xmlns:a16="http://schemas.microsoft.com/office/drawing/2014/main" id="{81670633-849C-7F4A-B14E-FF376817A15C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400" y="1600200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了解情况.wav" descr="了解情况.wav">
            <a:hlinkClick r:id="" action="ppaction://media"/>
            <a:extLst>
              <a:ext uri="{FF2B5EF4-FFF2-40B4-BE49-F238E27FC236}">
                <a16:creationId xmlns:a16="http://schemas.microsoft.com/office/drawing/2014/main" id="{F4A908A0-C6A2-974F-8CA9-96D35AD52C55}"/>
              </a:ext>
            </a:extLst>
          </p:cNvPr>
          <p:cNvPicPr>
            <a:picLocks noChangeAspect="1" noChangeArrowheads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930400"/>
            <a:ext cx="457200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第三，必须要根据自己的健康情况运动。.wav" descr="第三，必须要根据自己的健康情况运动。.wav">
            <a:hlinkClick r:id="" action="ppaction://media"/>
            <a:extLst>
              <a:ext uri="{FF2B5EF4-FFF2-40B4-BE49-F238E27FC236}">
                <a16:creationId xmlns:a16="http://schemas.microsoft.com/office/drawing/2014/main" id="{C5CB447E-A0E7-6646-B089-207556ABB3CC}"/>
              </a:ext>
            </a:extLst>
          </p:cNvPr>
          <p:cNvPicPr>
            <a:picLocks noChangeAspect="1" noChangeArrowheads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2689225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C9DC3DD1-22E2-AA4C-8BE8-D11996213397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11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2052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36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41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标题 1">
            <a:extLst>
              <a:ext uri="{FF2B5EF4-FFF2-40B4-BE49-F238E27FC236}">
                <a16:creationId xmlns:a16="http://schemas.microsoft.com/office/drawing/2014/main" id="{318EC1C0-C881-914D-8527-47CB12F7BA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zh-CN" altLang="en-US" sz="2800"/>
              <a:t>情况 </a:t>
            </a:r>
            <a:r>
              <a:rPr kumimoji="1" lang="zh-CN" altLang="zh-CN" sz="2800"/>
              <a:t>qíngkuàng </a:t>
            </a:r>
            <a:endParaRPr kumimoji="1" lang="zh-CN" altLang="en-US" sz="2800"/>
          </a:p>
        </p:txBody>
      </p:sp>
      <p:sp>
        <p:nvSpPr>
          <p:cNvPr id="23554" name="内容占位符 2">
            <a:extLst>
              <a:ext uri="{FF2B5EF4-FFF2-40B4-BE49-F238E27FC236}">
                <a16:creationId xmlns:a16="http://schemas.microsoft.com/office/drawing/2014/main" id="{F9C1D309-B632-CA4A-9C58-5C167A3AA5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000" dirty="0"/>
              <a:t>Sentence:</a:t>
            </a:r>
          </a:p>
          <a:p>
            <a:pPr eaLnBrk="1" hangingPunct="1"/>
            <a:r>
              <a:rPr kumimoji="1" lang="zh-CN" altLang="en-US" sz="2000" dirty="0"/>
              <a:t>第三，必须要根据自己的健康情况运动。</a:t>
            </a:r>
            <a:endParaRPr kumimoji="1" lang="en-US" altLang="zh-CN" sz="2000" dirty="0"/>
          </a:p>
          <a:p>
            <a:pPr eaLnBrk="1" hangingPunct="1"/>
            <a:r>
              <a:rPr kumimoji="1" lang="zh-CN" altLang="en-US" sz="2000" dirty="0"/>
              <a:t>第三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dìsān  ，  </a:t>
            </a:r>
            <a:r>
              <a:rPr kumimoji="1" lang="zh-CN" altLang="en-US" sz="2000" dirty="0"/>
              <a:t>必须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bìxū  </a:t>
            </a:r>
            <a:r>
              <a:rPr kumimoji="1" lang="zh-CN" altLang="en-US" sz="2000" dirty="0"/>
              <a:t>要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yào  </a:t>
            </a:r>
            <a:r>
              <a:rPr kumimoji="1" lang="zh-CN" altLang="en-US" sz="2000" dirty="0"/>
              <a:t>根据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gēnjù  </a:t>
            </a:r>
            <a:r>
              <a:rPr kumimoji="1" lang="zh-CN" altLang="en-US" sz="2000" dirty="0"/>
              <a:t>自己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zìjǐ  </a:t>
            </a:r>
            <a:r>
              <a:rPr kumimoji="1" lang="zh-CN" altLang="en-US" sz="2000" dirty="0"/>
              <a:t>的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de  </a:t>
            </a:r>
            <a:r>
              <a:rPr kumimoji="1" lang="zh-CN" altLang="en-US" sz="2000" dirty="0"/>
              <a:t>健康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jiànkāng  </a:t>
            </a:r>
            <a:r>
              <a:rPr kumimoji="1" lang="zh-CN" altLang="en-US" sz="2000" dirty="0"/>
              <a:t>情况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qíngkuàng  </a:t>
            </a:r>
            <a:r>
              <a:rPr kumimoji="1" lang="zh-CN" altLang="en-US" sz="2000" dirty="0"/>
              <a:t>运动</a:t>
            </a:r>
            <a:r>
              <a:rPr kumimoji="1" lang="en-US" altLang="zh-CN" sz="2000" dirty="0"/>
              <a:t>/</a:t>
            </a:r>
            <a:r>
              <a:rPr kumimoji="1" lang="zh-CN" altLang="zh-CN" sz="2000" dirty="0"/>
              <a:t>yùndòng  。 </a:t>
            </a:r>
            <a:endParaRPr kumimoji="1" lang="en-US" altLang="zh-CN" sz="2000" dirty="0"/>
          </a:p>
          <a:p>
            <a:pPr eaLnBrk="1" hangingPunct="1"/>
            <a:r>
              <a:rPr kumimoji="1" lang="zh-CN" altLang="zh-CN" sz="2000" dirty="0"/>
              <a:t>Third, you must exercise according to your health.</a:t>
            </a:r>
            <a:endParaRPr kumimoji="1" lang="zh-CN" altLang="en-US" sz="2000" dirty="0"/>
          </a:p>
        </p:txBody>
      </p:sp>
      <p:pic>
        <p:nvPicPr>
          <p:cNvPr id="2" name="情况.wav" descr="情况.wav">
            <a:hlinkClick r:id="" action="ppaction://media"/>
            <a:extLst>
              <a:ext uri="{FF2B5EF4-FFF2-40B4-BE49-F238E27FC236}">
                <a16:creationId xmlns:a16="http://schemas.microsoft.com/office/drawing/2014/main" id="{868290A4-1E20-2748-99D5-9A09B87ED9E9}"/>
              </a:ext>
            </a:extLst>
          </p:cNvPr>
          <p:cNvPicPr>
            <a:picLocks noChangeAspect="1" noChangeArrowheads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4572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第三，必须要根据自己的健康情况运动。.wav" descr="第三，必须要根据自己的健康情况运动。.wav">
            <a:hlinkClick r:id="" action="ppaction://media"/>
            <a:extLst>
              <a:ext uri="{FF2B5EF4-FFF2-40B4-BE49-F238E27FC236}">
                <a16:creationId xmlns:a16="http://schemas.microsoft.com/office/drawing/2014/main" id="{C5CB447E-A0E7-6646-B089-207556ABB3CC}"/>
              </a:ext>
            </a:extLst>
          </p:cNvPr>
          <p:cNvPicPr>
            <a:picLocks noChangeAspect="1" noChangeArrowheads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1524000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圆角矩形 9">
            <a:extLst>
              <a:ext uri="{FF2B5EF4-FFF2-40B4-BE49-F238E27FC236}">
                <a16:creationId xmlns:a16="http://schemas.microsoft.com/office/drawing/2014/main" id="{E1E4B301-6024-F844-9801-BA98F3C57535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7" action="ppaction://hlinksldjump"/>
              </a:rPr>
              <a:t>Click to the next page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235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17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标题 1">
            <a:extLst>
              <a:ext uri="{FF2B5EF4-FFF2-40B4-BE49-F238E27FC236}">
                <a16:creationId xmlns:a16="http://schemas.microsoft.com/office/drawing/2014/main" id="{E41053FE-6C01-5B44-BED7-A0E00FF7BB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kumimoji="1" lang="en-US" altLang="zh-CN"/>
              <a:t>practice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56CE0C-92CB-274F-B6E8-78DD6E554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FontTx/>
              <a:buAutoNum type="arabicPeriod"/>
              <a:defRPr/>
            </a:pPr>
            <a:r>
              <a:rPr lang="en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responding</a:t>
            </a:r>
            <a:r>
              <a:rPr lang="zh-CN" altLang="en-US" sz="2000" dirty="0"/>
              <a:t> </a:t>
            </a:r>
            <a:r>
              <a:rPr lang="en" altLang="zh-CN" sz="2000" dirty="0"/>
              <a:t>word. 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</a:t>
            </a:r>
            <a:r>
              <a:rPr lang="en" altLang="zh-CN" sz="2000" dirty="0"/>
              <a:t>circumstances;</a:t>
            </a:r>
            <a:r>
              <a:rPr lang="zh-CN" altLang="en-US" sz="2000" dirty="0"/>
              <a:t> </a:t>
            </a:r>
            <a:r>
              <a:rPr lang="en" altLang="zh-CN" sz="2000" dirty="0"/>
              <a:t>situation;</a:t>
            </a:r>
            <a:r>
              <a:rPr lang="zh-CN" altLang="en-US" sz="2000" dirty="0"/>
              <a:t> </a:t>
            </a:r>
            <a:r>
              <a:rPr lang="en" altLang="zh-CN" sz="2000" dirty="0"/>
              <a:t>condition </a:t>
            </a:r>
            <a:r>
              <a:rPr lang="zh-CN" altLang="en-US" sz="2000" dirty="0"/>
              <a:t> </a:t>
            </a:r>
            <a:r>
              <a:rPr lang="en-US" altLang="zh-CN" sz="2000" dirty="0"/>
              <a:t>A.</a:t>
            </a:r>
            <a:r>
              <a:rPr lang="zh-CN" altLang="en-US" sz="2000" dirty="0"/>
              <a:t>十  </a:t>
            </a:r>
            <a:r>
              <a:rPr lang="en-US" altLang="zh-CN" sz="2000" dirty="0"/>
              <a:t>B.</a:t>
            </a:r>
            <a:r>
              <a:rPr lang="zh-CN" altLang="en-US" sz="2000" dirty="0"/>
              <a:t>米  </a:t>
            </a:r>
            <a:r>
              <a:rPr lang="en-US" altLang="zh-CN" sz="2000" dirty="0"/>
              <a:t>C.</a:t>
            </a:r>
            <a:r>
              <a:rPr lang="zh-CN" altLang="en-US" sz="2000" dirty="0"/>
              <a:t>情况  </a:t>
            </a:r>
            <a:r>
              <a:rPr lang="en-US" altLang="zh-CN" sz="2000" dirty="0"/>
              <a:t>D.</a:t>
            </a:r>
            <a:r>
              <a:rPr lang="zh-CN" altLang="en-US" sz="2000" dirty="0"/>
              <a:t>妈妈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2.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right</a:t>
            </a:r>
            <a:r>
              <a:rPr lang="zh-CN" altLang="en-US" sz="2000" dirty="0"/>
              <a:t> </a:t>
            </a:r>
            <a:r>
              <a:rPr lang="en-US" altLang="zh-CN" sz="2000" dirty="0"/>
              <a:t>collocation.</a:t>
            </a:r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（）怎么样   </a:t>
            </a:r>
            <a:r>
              <a:rPr lang="en-US" altLang="zh-CN" sz="2000" dirty="0"/>
              <a:t>A.</a:t>
            </a:r>
            <a:r>
              <a:rPr lang="zh-CN" altLang="en-US" sz="2000" dirty="0"/>
              <a:t>电脑  </a:t>
            </a:r>
            <a:r>
              <a:rPr lang="en-US" altLang="zh-CN" sz="2000" dirty="0"/>
              <a:t>B.</a:t>
            </a:r>
            <a:r>
              <a:rPr lang="zh-CN" altLang="en-US" sz="2000" dirty="0"/>
              <a:t>机场</a:t>
            </a:r>
            <a:r>
              <a:rPr lang="en-US" altLang="zh-CN" sz="2000" dirty="0"/>
              <a:t>  C.</a:t>
            </a:r>
            <a:r>
              <a:rPr lang="zh-CN" altLang="en-US" sz="2000" dirty="0"/>
              <a:t>经过  </a:t>
            </a:r>
            <a:r>
              <a:rPr lang="en-US" altLang="zh-CN" sz="2000" dirty="0"/>
              <a:t>D.</a:t>
            </a:r>
            <a:r>
              <a:rPr lang="zh-CN" altLang="en-US" sz="2000" dirty="0"/>
              <a:t>情况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zh-CN" altLang="en-US" sz="2000" dirty="0"/>
              <a:t>了解（）   </a:t>
            </a:r>
            <a:r>
              <a:rPr lang="en-US" altLang="zh-CN" sz="2000" dirty="0"/>
              <a:t>A.</a:t>
            </a:r>
            <a:r>
              <a:rPr lang="zh-CN" altLang="en-US" sz="2000" dirty="0"/>
              <a:t> 情况  </a:t>
            </a:r>
            <a:r>
              <a:rPr lang="en-US" altLang="zh-CN" sz="2000" dirty="0"/>
              <a:t>B.</a:t>
            </a:r>
            <a:r>
              <a:rPr lang="zh-CN" altLang="en-US" sz="2000" dirty="0"/>
              <a:t>刚才</a:t>
            </a:r>
            <a:r>
              <a:rPr lang="en-US" altLang="zh-CN" sz="2000" dirty="0"/>
              <a:t>  C.</a:t>
            </a:r>
            <a:r>
              <a:rPr lang="zh-CN" altLang="en-US" sz="2000" dirty="0"/>
              <a:t>生病  </a:t>
            </a:r>
            <a:r>
              <a:rPr lang="en-US" altLang="zh-CN" sz="2000" dirty="0"/>
              <a:t>D.</a:t>
            </a:r>
            <a:r>
              <a:rPr lang="zh-CN" altLang="en-US" sz="2000" dirty="0"/>
              <a:t>热情</a:t>
            </a: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endParaRPr lang="en-US" altLang="zh-CN" sz="2000" dirty="0"/>
          </a:p>
          <a:p>
            <a:pPr marL="0" indent="0" eaLnBrk="1" hangingPunct="1">
              <a:buFontTx/>
              <a:buNone/>
              <a:defRPr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Fill</a:t>
            </a:r>
            <a:r>
              <a:rPr lang="zh-CN" altLang="en-US" sz="2000" dirty="0"/>
              <a:t> </a:t>
            </a:r>
            <a:r>
              <a:rPr lang="en-US" altLang="zh-CN" sz="2000" dirty="0"/>
              <a:t>in right word.</a:t>
            </a:r>
          </a:p>
          <a:p>
            <a:pPr eaLnBrk="1" hangingPunct="1">
              <a:defRPr/>
            </a:pPr>
            <a:r>
              <a:rPr kumimoji="1" lang="zh-CN" altLang="en-US" sz="2000" dirty="0"/>
              <a:t>第三，必须要根据自己的健康情（）运动。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6AFA9A32-ADD9-4D4B-B65D-7E5B5A8E0F73}"/>
              </a:ext>
            </a:extLst>
          </p:cNvPr>
          <p:cNvSpPr/>
          <p:nvPr/>
        </p:nvSpPr>
        <p:spPr>
          <a:xfrm>
            <a:off x="6346825" y="5097463"/>
            <a:ext cx="2514600" cy="5984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dirty="0">
                <a:hlinkClick r:id="rId2" action="ppaction://hlinksldjump"/>
              </a:rPr>
              <a:t>End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正文">
  <a:themeElements>
    <a:clrScheme name="正文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正文">
      <a:majorFont>
        <a:latin typeface="Arial"/>
        <a:ea typeface="黑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正文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正文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正文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正文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正文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正文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正文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首页">
  <a:themeElements>
    <a:clrScheme name="首页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首页">
      <a:majorFont>
        <a:latin typeface="Arial"/>
        <a:ea typeface="黑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首页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首页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首页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首页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首页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首页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首页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致谢">
  <a:themeElements>
    <a:clrScheme name="致谢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致谢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致谢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致谢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致谢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致谢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致谢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致谢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致谢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</TotalTime>
  <Words>5206</Words>
  <Application>Microsoft Macintosh PowerPoint</Application>
  <PresentationFormat>全屏显示(4:3)</PresentationFormat>
  <Paragraphs>667</Paragraphs>
  <Slides>80</Slides>
  <Notes>0</Notes>
  <HiddenSlides>0</HiddenSlides>
  <MMClips>149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80</vt:i4>
      </vt:variant>
    </vt:vector>
  </HeadingPairs>
  <TitlesOfParts>
    <vt:vector size="84" baseType="lpstr">
      <vt:lpstr>Arial</vt:lpstr>
      <vt:lpstr>正文</vt:lpstr>
      <vt:lpstr>首页</vt:lpstr>
      <vt:lpstr>致谢</vt:lpstr>
      <vt:lpstr>第四次学习</vt:lpstr>
      <vt:lpstr>Start time of learning a word </vt:lpstr>
      <vt:lpstr>How about you know 办法？ Please write down the choice on your page and click the choice to jump to the corresponding page</vt:lpstr>
      <vt:lpstr>办法 bànfǎ </vt:lpstr>
      <vt:lpstr>办法 bànfǎ </vt:lpstr>
      <vt:lpstr>办法 bànfǎ </vt:lpstr>
      <vt:lpstr>办法 bànfǎ </vt:lpstr>
      <vt:lpstr>practice</vt:lpstr>
      <vt:lpstr>End time of learning a word </vt:lpstr>
      <vt:lpstr>Start time of learning a word </vt:lpstr>
      <vt:lpstr>How about you know 地方？ Please write down the choice on your page and click the choice to jump to the corresponding page</vt:lpstr>
      <vt:lpstr>地方 dìfāng </vt:lpstr>
      <vt:lpstr>地方 dìfāng </vt:lpstr>
      <vt:lpstr>地方 dìfāng </vt:lpstr>
      <vt:lpstr>地方 dìfāng </vt:lpstr>
      <vt:lpstr>practice</vt:lpstr>
      <vt:lpstr>End time of learning a word </vt:lpstr>
      <vt:lpstr>Start time of learning a word </vt:lpstr>
      <vt:lpstr>How about you know 坏处？ Please write down the choice on your page and click the choice to jump to the corresponding page</vt:lpstr>
      <vt:lpstr>坏处 huàichu </vt:lpstr>
      <vt:lpstr>坏处 huàichu </vt:lpstr>
      <vt:lpstr>坏处 huàichu </vt:lpstr>
      <vt:lpstr>坏处 huàichu </vt:lpstr>
      <vt:lpstr>practice</vt:lpstr>
      <vt:lpstr>End time of learning a word </vt:lpstr>
      <vt:lpstr>Start time of learning a word </vt:lpstr>
      <vt:lpstr>How about you know 天气？ Please write down the choice on your page and click the choice to jump to the corresponding page</vt:lpstr>
      <vt:lpstr>天气 tiānqì </vt:lpstr>
      <vt:lpstr>天气 tiānqì </vt:lpstr>
      <vt:lpstr>天气 tiānqì </vt:lpstr>
      <vt:lpstr>天气 tiānqì </vt:lpstr>
      <vt:lpstr>practice</vt:lpstr>
      <vt:lpstr>End time of learning a word </vt:lpstr>
      <vt:lpstr>Start time of learning a word </vt:lpstr>
      <vt:lpstr>How about you know 关键？ Please write down the choice on your page and click the choice to jump to the corresponding page</vt:lpstr>
      <vt:lpstr>关键 guānjiàn </vt:lpstr>
      <vt:lpstr>关键 guānjiàn </vt:lpstr>
      <vt:lpstr>关键 guānjiàn </vt:lpstr>
      <vt:lpstr>关键 guānjiàn </vt:lpstr>
      <vt:lpstr>practice</vt:lpstr>
      <vt:lpstr>End time of learning a word </vt:lpstr>
      <vt:lpstr>Start time of learning a word </vt:lpstr>
      <vt:lpstr>How about you know 难受？ Please write down the choice on your page and click the choice to jump to the corresponding page</vt:lpstr>
      <vt:lpstr>难受 nánshòu </vt:lpstr>
      <vt:lpstr>难受 nánshòu </vt:lpstr>
      <vt:lpstr>难受 nánshòu </vt:lpstr>
      <vt:lpstr>难受 nánshòu </vt:lpstr>
      <vt:lpstr>practice</vt:lpstr>
      <vt:lpstr>End time of learning a word </vt:lpstr>
      <vt:lpstr>Start time of learning a word </vt:lpstr>
      <vt:lpstr>How about you know 成为？ Please write down the choice on your page and click the choice to jump to the corresponding page</vt:lpstr>
      <vt:lpstr>成为 chéngwéi </vt:lpstr>
      <vt:lpstr>成为 chéngwéi </vt:lpstr>
      <vt:lpstr>成为 chéngwéi </vt:lpstr>
      <vt:lpstr>成为 chéngwéi </vt:lpstr>
      <vt:lpstr>practice</vt:lpstr>
      <vt:lpstr>End time of learning a word </vt:lpstr>
      <vt:lpstr>Start time of learning a word </vt:lpstr>
      <vt:lpstr>How about you know 出现？ Please write down the choice on your page and click the choice to jump to the corresponding page</vt:lpstr>
      <vt:lpstr>出现 chūxiàn </vt:lpstr>
      <vt:lpstr>出现 chūxiàn </vt:lpstr>
      <vt:lpstr>出现 chūxiàn </vt:lpstr>
      <vt:lpstr>出现 chūxiàn </vt:lpstr>
      <vt:lpstr>practice</vt:lpstr>
      <vt:lpstr>End time of learning a word </vt:lpstr>
      <vt:lpstr>Start time of learning a word </vt:lpstr>
      <vt:lpstr>How about you know 当时？ Please write down the choice on your page and click the choice to jump to the corresponding page</vt:lpstr>
      <vt:lpstr>当时 dàngshí </vt:lpstr>
      <vt:lpstr>当时 dàngshí </vt:lpstr>
      <vt:lpstr>当时 dàngshí </vt:lpstr>
      <vt:lpstr>practice</vt:lpstr>
      <vt:lpstr>End time of learning a word </vt:lpstr>
      <vt:lpstr>Start time of learning a word </vt:lpstr>
      <vt:lpstr>How about you know 情况？ Please write down the choice on your page and click the choice to jump to the corresponding page</vt:lpstr>
      <vt:lpstr>情况 qíngkuàng </vt:lpstr>
      <vt:lpstr>情况 qíngkuàng </vt:lpstr>
      <vt:lpstr>情况 qíngkuàng </vt:lpstr>
      <vt:lpstr>情况 qíngkuàng </vt:lpstr>
      <vt:lpstr>practice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康 正伟</cp:lastModifiedBy>
  <cp:revision>31</cp:revision>
  <cp:lastPrinted>1601-01-01T00:00:00Z</cp:lastPrinted>
  <dcterms:created xsi:type="dcterms:W3CDTF">1601-01-01T00:00:00Z</dcterms:created>
  <dcterms:modified xsi:type="dcterms:W3CDTF">2022-04-24T08:15:25Z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