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compatMode="1" saveSubsetFonts="1" autoCompressPictures="0">
  <p:sldMasterIdLst>
    <p:sldMasterId id="2147483649" r:id="rId1"/>
    <p:sldMasterId id="2147483648" r:id="rId2"/>
    <p:sldMasterId id="2147483650" r:id="rId3"/>
  </p:sldMasterIdLst>
  <p:sldIdLst>
    <p:sldId id="262" r:id="rId4"/>
    <p:sldId id="294" r:id="rId5"/>
    <p:sldId id="304" r:id="rId6"/>
    <p:sldId id="358" r:id="rId7"/>
    <p:sldId id="280" r:id="rId8"/>
    <p:sldId id="360" r:id="rId9"/>
    <p:sldId id="263" r:id="rId10"/>
    <p:sldId id="264" r:id="rId11"/>
    <p:sldId id="276" r:id="rId12"/>
    <p:sldId id="268" r:id="rId13"/>
    <p:sldId id="278" r:id="rId14"/>
    <p:sldId id="387" r:id="rId15"/>
    <p:sldId id="389" r:id="rId16"/>
    <p:sldId id="260" r:id="rId17"/>
  </p:sldIdLst>
  <p:sldSz cx="9144000" cy="6858000" type="screen4x3"/>
  <p:notesSz cx="6858000" cy="9144000"/>
  <p:defaultTextStyle>
    <a:defPPr>
      <a:defRPr lang="zh-CN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0" autoAdjust="0"/>
    <p:restoredTop sz="94637" autoAdjust="0"/>
  </p:normalViewPr>
  <p:slideViewPr>
    <p:cSldViewPr>
      <p:cViewPr varScale="1">
        <p:scale>
          <a:sx n="108" d="100"/>
          <a:sy n="108" d="100"/>
        </p:scale>
        <p:origin x="1760" y="19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presProps" Target="presProps.xml"/><Relationship Id="rId3" Type="http://schemas.openxmlformats.org/officeDocument/2006/relationships/slideMaster" Target="slideMasters/slideMaster3.xml"/><Relationship Id="rId21" Type="http://schemas.openxmlformats.org/officeDocument/2006/relationships/tableStyles" Target="tableStyles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10" Type="http://schemas.openxmlformats.org/officeDocument/2006/relationships/slide" Target="slides/slide7.xml"/><Relationship Id="rId19" Type="http://schemas.openxmlformats.org/officeDocument/2006/relationships/viewProps" Target="viewProps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</p:spTree>
    <p:extLst>
      <p:ext uri="{BB962C8B-B14F-4D97-AF65-F5344CB8AC3E}">
        <p14:creationId xmlns:p14="http://schemas.microsoft.com/office/powerpoint/2010/main" val="33418567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</p:spTree>
    <p:extLst>
      <p:ext uri="{BB962C8B-B14F-4D97-AF65-F5344CB8AC3E}">
        <p14:creationId xmlns:p14="http://schemas.microsoft.com/office/powerpoint/2010/main" val="42614823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3485373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219200"/>
            <a:ext cx="4038600" cy="44196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219200"/>
            <a:ext cx="4038600" cy="44196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</p:spTree>
    <p:extLst>
      <p:ext uri="{BB962C8B-B14F-4D97-AF65-F5344CB8AC3E}">
        <p14:creationId xmlns:p14="http://schemas.microsoft.com/office/powerpoint/2010/main" val="9932824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</p:spTree>
    <p:extLst>
      <p:ext uri="{BB962C8B-B14F-4D97-AF65-F5344CB8AC3E}">
        <p14:creationId xmlns:p14="http://schemas.microsoft.com/office/powerpoint/2010/main" val="26471034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23301404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294791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16238057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231911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</p:spTree>
    <p:extLst>
      <p:ext uri="{BB962C8B-B14F-4D97-AF65-F5344CB8AC3E}">
        <p14:creationId xmlns:p14="http://schemas.microsoft.com/office/powerpoint/2010/main" val="39140057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364162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364162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</p:spTree>
    <p:extLst>
      <p:ext uri="{BB962C8B-B14F-4D97-AF65-F5344CB8AC3E}">
        <p14:creationId xmlns:p14="http://schemas.microsoft.com/office/powerpoint/2010/main" val="34538942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</p:spTree>
    <p:extLst>
      <p:ext uri="{BB962C8B-B14F-4D97-AF65-F5344CB8AC3E}">
        <p14:creationId xmlns:p14="http://schemas.microsoft.com/office/powerpoint/2010/main" val="343016912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</p:spTree>
    <p:extLst>
      <p:ext uri="{BB962C8B-B14F-4D97-AF65-F5344CB8AC3E}">
        <p14:creationId xmlns:p14="http://schemas.microsoft.com/office/powerpoint/2010/main" val="394387706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226888264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6715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825625"/>
            <a:ext cx="386715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</p:spTree>
    <p:extLst>
      <p:ext uri="{BB962C8B-B14F-4D97-AF65-F5344CB8AC3E}">
        <p14:creationId xmlns:p14="http://schemas.microsoft.com/office/powerpoint/2010/main" val="346790200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</p:spTree>
    <p:extLst>
      <p:ext uri="{BB962C8B-B14F-4D97-AF65-F5344CB8AC3E}">
        <p14:creationId xmlns:p14="http://schemas.microsoft.com/office/powerpoint/2010/main" val="250425268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419372319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7607034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204988899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3333320953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</p:spTree>
    <p:extLst>
      <p:ext uri="{BB962C8B-B14F-4D97-AF65-F5344CB8AC3E}">
        <p14:creationId xmlns:p14="http://schemas.microsoft.com/office/powerpoint/2010/main" val="2509462366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705600" y="1676400"/>
            <a:ext cx="2057400" cy="4500563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533400" y="1676400"/>
            <a:ext cx="6019800" cy="45005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</p:spTree>
    <p:extLst>
      <p:ext uri="{BB962C8B-B14F-4D97-AF65-F5344CB8AC3E}">
        <p14:creationId xmlns:p14="http://schemas.microsoft.com/office/powerpoint/2010/main" val="3026944246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</p:spTree>
    <p:extLst>
      <p:ext uri="{BB962C8B-B14F-4D97-AF65-F5344CB8AC3E}">
        <p14:creationId xmlns:p14="http://schemas.microsoft.com/office/powerpoint/2010/main" val="1575990558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</p:spTree>
    <p:extLst>
      <p:ext uri="{BB962C8B-B14F-4D97-AF65-F5344CB8AC3E}">
        <p14:creationId xmlns:p14="http://schemas.microsoft.com/office/powerpoint/2010/main" val="78409408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3955162706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6715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825625"/>
            <a:ext cx="386715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</p:spTree>
    <p:extLst>
      <p:ext uri="{BB962C8B-B14F-4D97-AF65-F5344CB8AC3E}">
        <p14:creationId xmlns:p14="http://schemas.microsoft.com/office/powerpoint/2010/main" val="840260387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</p:spTree>
    <p:extLst>
      <p:ext uri="{BB962C8B-B14F-4D97-AF65-F5344CB8AC3E}">
        <p14:creationId xmlns:p14="http://schemas.microsoft.com/office/powerpoint/2010/main" val="3731639446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2875224245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01990610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616375291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12632477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</p:spTree>
    <p:extLst>
      <p:ext uri="{BB962C8B-B14F-4D97-AF65-F5344CB8AC3E}">
        <p14:creationId xmlns:p14="http://schemas.microsoft.com/office/powerpoint/2010/main" val="552687854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762625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</p:spTree>
    <p:extLst>
      <p:ext uri="{BB962C8B-B14F-4D97-AF65-F5344CB8AC3E}">
        <p14:creationId xmlns:p14="http://schemas.microsoft.com/office/powerpoint/2010/main" val="126702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image" Target="../media/image2.jpeg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0.xml"/><Relationship Id="rId13" Type="http://schemas.openxmlformats.org/officeDocument/2006/relationships/image" Target="../media/image3.jpeg"/><Relationship Id="rId3" Type="http://schemas.openxmlformats.org/officeDocument/2006/relationships/slideLayout" Target="../slideLayouts/slideLayout25.xml"/><Relationship Id="rId7" Type="http://schemas.openxmlformats.org/officeDocument/2006/relationships/slideLayout" Target="../slideLayouts/slideLayout29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8.xml"/><Relationship Id="rId11" Type="http://schemas.openxmlformats.org/officeDocument/2006/relationships/slideLayout" Target="../slideLayouts/slideLayout33.xml"/><Relationship Id="rId5" Type="http://schemas.openxmlformats.org/officeDocument/2006/relationships/slideLayout" Target="../slideLayouts/slideLayout27.xml"/><Relationship Id="rId10" Type="http://schemas.openxmlformats.org/officeDocument/2006/relationships/slideLayout" Target="../slideLayouts/slideLayout32.xml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9">
            <a:extLst>
              <a:ext uri="{FF2B5EF4-FFF2-40B4-BE49-F238E27FC236}">
                <a16:creationId xmlns:a16="http://schemas.microsoft.com/office/drawing/2014/main" id="{5DB6540E-2A17-41BA-9210-576DE0E4FA01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27" name="Rectangle 2">
            <a:extLst>
              <a:ext uri="{FF2B5EF4-FFF2-40B4-BE49-F238E27FC236}">
                <a16:creationId xmlns:a16="http://schemas.microsoft.com/office/drawing/2014/main" id="{94500910-90B0-DA58-24BD-5D59EB2188F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7921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028" name="Rectangle 3">
            <a:extLst>
              <a:ext uri="{FF2B5EF4-FFF2-40B4-BE49-F238E27FC236}">
                <a16:creationId xmlns:a16="http://schemas.microsoft.com/office/drawing/2014/main" id="{0C3182B2-0C3F-FEFA-1258-D4FA52FD49A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219200"/>
            <a:ext cx="8229600" cy="4419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52" r:id="rId2"/>
    <p:sldLayoutId id="2147483653" r:id="rId3"/>
    <p:sldLayoutId id="2147483654" r:id="rId4"/>
    <p:sldLayoutId id="2147483655" r:id="rId5"/>
    <p:sldLayoutId id="2147483656" r:id="rId6"/>
    <p:sldLayoutId id="2147483657" r:id="rId7"/>
    <p:sldLayoutId id="2147483658" r:id="rId8"/>
    <p:sldLayoutId id="2147483659" r:id="rId9"/>
    <p:sldLayoutId id="2147483660" r:id="rId10"/>
    <p:sldLayoutId id="2147483661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0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panose="020B0604020202020204" pitchFamily="34" charset="0"/>
          <a:ea typeface="黑体" panose="02010609060101010101" pitchFamily="49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panose="020B0604020202020204" pitchFamily="34" charset="0"/>
          <a:ea typeface="黑体" panose="02010609060101010101" pitchFamily="49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panose="020B0604020202020204" pitchFamily="34" charset="0"/>
          <a:ea typeface="黑体" panose="02010609060101010101" pitchFamily="49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panose="020B0604020202020204" pitchFamily="34" charset="0"/>
          <a:ea typeface="黑体" panose="02010609060101010101" pitchFamily="49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panose="020B0604020202020204" pitchFamily="34" charset="0"/>
          <a:ea typeface="黑体" panose="02010609060101010101" pitchFamily="49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panose="020B0604020202020204" pitchFamily="34" charset="0"/>
          <a:ea typeface="黑体" panose="02010609060101010101" pitchFamily="49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panose="020B0604020202020204" pitchFamily="34" charset="0"/>
          <a:ea typeface="黑体" panose="02010609060101010101" pitchFamily="49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panose="020B0604020202020204" pitchFamily="34" charset="0"/>
          <a:ea typeface="黑体" panose="02010609060101010101" pitchFamily="49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9">
            <a:extLst>
              <a:ext uri="{FF2B5EF4-FFF2-40B4-BE49-F238E27FC236}">
                <a16:creationId xmlns:a16="http://schemas.microsoft.com/office/drawing/2014/main" id="{395D7F26-B543-1317-8F62-A47D962340DB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051" name="Rectangle 11">
            <a:extLst>
              <a:ext uri="{FF2B5EF4-FFF2-40B4-BE49-F238E27FC236}">
                <a16:creationId xmlns:a16="http://schemas.microsoft.com/office/drawing/2014/main" id="{8B9A75BA-6B6B-41EC-E378-A284DC7323A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533400" y="1676400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bg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bg1"/>
          </a:solidFill>
          <a:latin typeface="Arial" panose="020B0604020202020204" pitchFamily="34" charset="0"/>
          <a:ea typeface="黑体" panose="02010609060101010101" pitchFamily="49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bg1"/>
          </a:solidFill>
          <a:latin typeface="Arial" panose="020B0604020202020204" pitchFamily="34" charset="0"/>
          <a:ea typeface="黑体" panose="02010609060101010101" pitchFamily="49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bg1"/>
          </a:solidFill>
          <a:latin typeface="Arial" panose="020B0604020202020204" pitchFamily="34" charset="0"/>
          <a:ea typeface="黑体" panose="02010609060101010101" pitchFamily="49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bg1"/>
          </a:solidFill>
          <a:latin typeface="Arial" panose="020B0604020202020204" pitchFamily="34" charset="0"/>
          <a:ea typeface="黑体" panose="02010609060101010101" pitchFamily="49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bg1"/>
          </a:solidFill>
          <a:latin typeface="Arial" panose="020B0604020202020204" pitchFamily="34" charset="0"/>
          <a:ea typeface="黑体" panose="02010609060101010101" pitchFamily="49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bg1"/>
          </a:solidFill>
          <a:latin typeface="Arial" panose="020B0604020202020204" pitchFamily="34" charset="0"/>
          <a:ea typeface="黑体" panose="02010609060101010101" pitchFamily="49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bg1"/>
          </a:solidFill>
          <a:latin typeface="Arial" panose="020B0604020202020204" pitchFamily="34" charset="0"/>
          <a:ea typeface="黑体" panose="02010609060101010101" pitchFamily="49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bg1"/>
          </a:solidFill>
          <a:latin typeface="Arial" panose="020B0604020202020204" pitchFamily="34" charset="0"/>
          <a:ea typeface="黑体" panose="02010609060101010101" pitchFamily="49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8">
            <a:extLst>
              <a:ext uri="{FF2B5EF4-FFF2-40B4-BE49-F238E27FC236}">
                <a16:creationId xmlns:a16="http://schemas.microsoft.com/office/drawing/2014/main" id="{1E257BDA-44B8-807F-E5E1-9E9C94C91479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7" name="Rectangle 2">
            <a:extLst>
              <a:ext uri="{FF2B5EF4-FFF2-40B4-BE49-F238E27FC236}">
                <a16:creationId xmlns:a16="http://schemas.microsoft.com/office/drawing/2014/main" id="{8C75BBAD-CA05-F014-3814-FB9B66F76A3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第三次学习答案</a:t>
            </a:r>
            <a:endParaRPr lang="zh-CN" altLang="zh-CN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5" name="标题 1">
            <a:extLst>
              <a:ext uri="{FF2B5EF4-FFF2-40B4-BE49-F238E27FC236}">
                <a16:creationId xmlns:a16="http://schemas.microsoft.com/office/drawing/2014/main" id="{C6E523EB-E348-B044-50BC-2CEC5004748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kumimoji="1" lang="en-US" altLang="zh-CN"/>
              <a:t>practice</a:t>
            </a:r>
            <a:endParaRPr kumimoji="1" lang="zh-CN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0E1FD0D-EBF0-9B47-FB64-7EC50B0333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 eaLnBrk="1" hangingPunct="1">
              <a:buFontTx/>
              <a:buAutoNum type="arabicPeriod"/>
              <a:defRPr/>
            </a:pPr>
            <a:r>
              <a:rPr lang="en" altLang="zh-CN" sz="2000" dirty="0"/>
              <a:t>Find</a:t>
            </a:r>
            <a:r>
              <a:rPr lang="zh-CN" altLang="en-US" sz="2000" dirty="0"/>
              <a:t> </a:t>
            </a:r>
            <a:r>
              <a:rPr lang="en-US" altLang="zh-CN" sz="2000" dirty="0"/>
              <a:t>responding</a:t>
            </a:r>
            <a:r>
              <a:rPr lang="zh-CN" altLang="en-US" sz="2000" dirty="0"/>
              <a:t> </a:t>
            </a:r>
            <a:r>
              <a:rPr lang="en" altLang="zh-CN" sz="2000" dirty="0"/>
              <a:t>word. </a:t>
            </a:r>
          </a:p>
          <a:p>
            <a:pPr marL="0" indent="0" eaLnBrk="1" hangingPunct="1">
              <a:buFontTx/>
              <a:buNone/>
              <a:defRPr/>
            </a:pPr>
            <a:r>
              <a:rPr lang="zh-CN" altLang="en-US" sz="2000" dirty="0"/>
              <a:t>（</a:t>
            </a:r>
            <a:r>
              <a:rPr lang="en-US" altLang="zh-CN" sz="2000" dirty="0"/>
              <a:t>C</a:t>
            </a:r>
            <a:r>
              <a:rPr lang="zh-CN" altLang="en-US" sz="2000" dirty="0"/>
              <a:t>）</a:t>
            </a:r>
            <a:r>
              <a:rPr lang="en" altLang="zh-CN" sz="2000" dirty="0"/>
              <a:t> method;</a:t>
            </a:r>
            <a:r>
              <a:rPr lang="zh-CN" altLang="en-US" sz="2000" dirty="0"/>
              <a:t> </a:t>
            </a:r>
            <a:r>
              <a:rPr lang="en" altLang="zh-CN" sz="2000" dirty="0"/>
              <a:t>way;</a:t>
            </a:r>
            <a:r>
              <a:rPr lang="zh-CN" altLang="en-US" sz="2000" dirty="0"/>
              <a:t> </a:t>
            </a:r>
            <a:r>
              <a:rPr lang="en" altLang="zh-CN" sz="2000" dirty="0"/>
              <a:t>means </a:t>
            </a:r>
            <a:r>
              <a:rPr lang="zh-CN" altLang="en-US" sz="2000" dirty="0"/>
              <a:t>  </a:t>
            </a:r>
            <a:r>
              <a:rPr lang="en-US" altLang="zh-CN" sz="2000" dirty="0"/>
              <a:t>A.</a:t>
            </a:r>
            <a:r>
              <a:rPr lang="zh-CN" altLang="en-US" sz="2000" dirty="0"/>
              <a:t>段  </a:t>
            </a:r>
            <a:r>
              <a:rPr lang="en-US" altLang="zh-CN" sz="2000" dirty="0"/>
              <a:t>B.</a:t>
            </a:r>
            <a:r>
              <a:rPr lang="zh-CN" altLang="en-US" sz="2000" dirty="0"/>
              <a:t>多  </a:t>
            </a:r>
            <a:r>
              <a:rPr lang="en-US" altLang="zh-CN" sz="2000" dirty="0"/>
              <a:t>C.</a:t>
            </a:r>
            <a:r>
              <a:rPr lang="zh-CN" altLang="en-US" sz="2000" dirty="0"/>
              <a:t>方法  </a:t>
            </a:r>
            <a:r>
              <a:rPr lang="en-US" altLang="zh-CN" sz="2000" dirty="0"/>
              <a:t>D.</a:t>
            </a:r>
            <a:r>
              <a:rPr lang="zh-CN" altLang="en-US" sz="2000" dirty="0"/>
              <a:t>等（动词）</a:t>
            </a:r>
            <a:endParaRPr lang="en-US" altLang="zh-CN" sz="2000" dirty="0"/>
          </a:p>
          <a:p>
            <a:pPr marL="0" indent="0" eaLnBrk="1" hangingPunct="1">
              <a:buFontTx/>
              <a:buNone/>
              <a:defRPr/>
            </a:pPr>
            <a:endParaRPr lang="en-US" altLang="zh-CN" sz="2000" dirty="0"/>
          </a:p>
          <a:p>
            <a:pPr marL="0" indent="0" eaLnBrk="1" hangingPunct="1">
              <a:buFontTx/>
              <a:buNone/>
              <a:defRPr/>
            </a:pPr>
            <a:r>
              <a:rPr lang="en-US" altLang="zh-CN" sz="2000" dirty="0"/>
              <a:t>2.</a:t>
            </a:r>
            <a:r>
              <a:rPr lang="zh-CN" altLang="en-US" sz="2000" dirty="0"/>
              <a:t> </a:t>
            </a:r>
            <a:r>
              <a:rPr lang="en-US" altLang="zh-CN" sz="2000" dirty="0"/>
              <a:t>Find</a:t>
            </a:r>
            <a:r>
              <a:rPr lang="zh-CN" altLang="en-US" sz="2000" dirty="0"/>
              <a:t> </a:t>
            </a:r>
            <a:r>
              <a:rPr lang="en-US" altLang="zh-CN" sz="2000" dirty="0"/>
              <a:t>right</a:t>
            </a:r>
            <a:r>
              <a:rPr lang="zh-CN" altLang="en-US" sz="2000" dirty="0"/>
              <a:t> </a:t>
            </a:r>
            <a:r>
              <a:rPr lang="en-US" altLang="zh-CN" sz="2000" dirty="0"/>
              <a:t>collocation.</a:t>
            </a:r>
          </a:p>
          <a:p>
            <a:pPr marL="0" indent="0" eaLnBrk="1" hangingPunct="1">
              <a:buFontTx/>
              <a:buNone/>
              <a:defRPr/>
            </a:pPr>
            <a:r>
              <a:rPr lang="zh-CN" altLang="en-US" sz="2000" dirty="0"/>
              <a:t>注意（</a:t>
            </a:r>
            <a:r>
              <a:rPr lang="en-US" altLang="zh-CN" sz="2000" dirty="0"/>
              <a:t>A</a:t>
            </a:r>
            <a:r>
              <a:rPr lang="zh-CN" altLang="en-US" sz="2000" dirty="0"/>
              <a:t>）   </a:t>
            </a:r>
            <a:r>
              <a:rPr lang="en-US" altLang="zh-CN" sz="2000" dirty="0"/>
              <a:t>A.</a:t>
            </a:r>
            <a:r>
              <a:rPr lang="zh-CN" altLang="en-US" sz="2000" dirty="0"/>
              <a:t>方法  </a:t>
            </a:r>
            <a:r>
              <a:rPr lang="en-US" altLang="zh-CN" sz="2000" dirty="0"/>
              <a:t>B.</a:t>
            </a:r>
            <a:r>
              <a:rPr lang="zh-CN" altLang="en-US" sz="2000" dirty="0"/>
              <a:t>春</a:t>
            </a:r>
            <a:r>
              <a:rPr lang="en-US" altLang="zh-CN" sz="2000" dirty="0"/>
              <a:t>  C.</a:t>
            </a:r>
            <a:r>
              <a:rPr lang="zh-CN" altLang="en-US" sz="2000" dirty="0"/>
              <a:t>块  </a:t>
            </a:r>
            <a:r>
              <a:rPr lang="en-US" altLang="zh-CN" sz="2000" dirty="0"/>
              <a:t>D.</a:t>
            </a:r>
            <a:r>
              <a:rPr lang="zh-CN" altLang="en-US" sz="2000" dirty="0"/>
              <a:t>汉语</a:t>
            </a:r>
            <a:endParaRPr lang="en-US" altLang="zh-CN" sz="2000" dirty="0"/>
          </a:p>
          <a:p>
            <a:pPr marL="0" indent="0" eaLnBrk="1" hangingPunct="1">
              <a:buFontTx/>
              <a:buNone/>
              <a:defRPr/>
            </a:pPr>
            <a:r>
              <a:rPr lang="zh-CN" altLang="en-US" sz="2000" dirty="0"/>
              <a:t>（</a:t>
            </a:r>
            <a:r>
              <a:rPr lang="en-US" altLang="zh-CN" sz="2000" dirty="0"/>
              <a:t>B</a:t>
            </a:r>
            <a:r>
              <a:rPr lang="zh-CN" altLang="en-US" sz="2000" dirty="0"/>
              <a:t>）简单   </a:t>
            </a:r>
            <a:r>
              <a:rPr lang="en-US" altLang="zh-CN" sz="2000" dirty="0"/>
              <a:t>A.</a:t>
            </a:r>
            <a:r>
              <a:rPr lang="zh-CN" altLang="en-US" sz="2000" dirty="0"/>
              <a:t> 没有  </a:t>
            </a:r>
            <a:r>
              <a:rPr lang="en-US" altLang="zh-CN" sz="2000" dirty="0"/>
              <a:t>B.</a:t>
            </a:r>
            <a:r>
              <a:rPr lang="zh-CN" altLang="en-US" sz="2000" dirty="0"/>
              <a:t>方法</a:t>
            </a:r>
            <a:r>
              <a:rPr lang="en-US" altLang="zh-CN" sz="2000" dirty="0"/>
              <a:t>  C.</a:t>
            </a:r>
            <a:r>
              <a:rPr lang="zh-CN" altLang="en-US" sz="2000" dirty="0"/>
              <a:t>终于  </a:t>
            </a:r>
            <a:r>
              <a:rPr lang="en-US" altLang="zh-CN" sz="2000" dirty="0"/>
              <a:t>D.</a:t>
            </a:r>
            <a:r>
              <a:rPr lang="zh-CN" altLang="en-US" sz="2000" dirty="0"/>
              <a:t>您</a:t>
            </a:r>
            <a:endParaRPr lang="en-US" altLang="zh-CN" sz="2000" dirty="0"/>
          </a:p>
          <a:p>
            <a:pPr marL="0" indent="0" eaLnBrk="1" hangingPunct="1">
              <a:buFontTx/>
              <a:buNone/>
              <a:defRPr/>
            </a:pPr>
            <a:endParaRPr lang="en-US" altLang="zh-CN" sz="2000" dirty="0"/>
          </a:p>
          <a:p>
            <a:pPr marL="0" indent="0" eaLnBrk="1" hangingPunct="1">
              <a:buFontTx/>
              <a:buNone/>
              <a:defRPr/>
            </a:pPr>
            <a:r>
              <a:rPr lang="en-US" altLang="zh-CN" sz="2000" dirty="0"/>
              <a:t>3.</a:t>
            </a:r>
            <a:r>
              <a:rPr lang="zh-CN" altLang="en-US" sz="2000" dirty="0"/>
              <a:t> </a:t>
            </a:r>
            <a:r>
              <a:rPr lang="en-US" altLang="zh-CN" sz="2000" dirty="0"/>
              <a:t>Fill</a:t>
            </a:r>
            <a:r>
              <a:rPr lang="zh-CN" altLang="en-US" sz="2000" dirty="0"/>
              <a:t> </a:t>
            </a:r>
            <a:r>
              <a:rPr lang="en-US" altLang="zh-CN" sz="2000" dirty="0"/>
              <a:t>in right word.</a:t>
            </a:r>
          </a:p>
          <a:p>
            <a:pPr eaLnBrk="1" hangingPunct="1">
              <a:defRPr/>
            </a:pPr>
            <a:r>
              <a:rPr kumimoji="1" lang="zh-CN" altLang="en-US" sz="2000" dirty="0"/>
              <a:t>做读书笔记就是其中一种好方（法）。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9" name="标题 1">
            <a:extLst>
              <a:ext uri="{FF2B5EF4-FFF2-40B4-BE49-F238E27FC236}">
                <a16:creationId xmlns:a16="http://schemas.microsoft.com/office/drawing/2014/main" id="{85C8318C-4F7F-890C-C967-2AD5EE3AFE4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kumimoji="1" lang="en-US" altLang="zh-CN"/>
              <a:t>practice</a:t>
            </a:r>
            <a:endParaRPr kumimoji="1" lang="zh-CN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4934D73-0513-2E60-9B55-18B60938333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 eaLnBrk="1" hangingPunct="1">
              <a:buFontTx/>
              <a:buAutoNum type="arabicPeriod"/>
              <a:defRPr/>
            </a:pPr>
            <a:r>
              <a:rPr lang="en" altLang="zh-CN" sz="2000" dirty="0"/>
              <a:t>Find</a:t>
            </a:r>
            <a:r>
              <a:rPr lang="zh-CN" altLang="en-US" sz="2000" dirty="0"/>
              <a:t> </a:t>
            </a:r>
            <a:r>
              <a:rPr lang="en-US" altLang="zh-CN" sz="2000" dirty="0"/>
              <a:t>responding</a:t>
            </a:r>
            <a:r>
              <a:rPr lang="zh-CN" altLang="en-US" sz="2000" dirty="0"/>
              <a:t> </a:t>
            </a:r>
            <a:r>
              <a:rPr lang="en" altLang="zh-CN" sz="2000" dirty="0"/>
              <a:t>word. </a:t>
            </a:r>
          </a:p>
          <a:p>
            <a:pPr marL="0" indent="0" eaLnBrk="1" hangingPunct="1">
              <a:buFontTx/>
              <a:buNone/>
              <a:defRPr/>
            </a:pPr>
            <a:r>
              <a:rPr lang="zh-CN" altLang="en-US" sz="2000" dirty="0"/>
              <a:t>（</a:t>
            </a:r>
            <a:r>
              <a:rPr lang="en-US" altLang="zh-CN" sz="2000" dirty="0"/>
              <a:t>A</a:t>
            </a:r>
            <a:r>
              <a:rPr lang="zh-CN" altLang="en-US" sz="2000" dirty="0"/>
              <a:t>）</a:t>
            </a:r>
            <a:r>
              <a:rPr lang="en" altLang="zh-CN" sz="2000" dirty="0"/>
              <a:t> respect;</a:t>
            </a:r>
            <a:r>
              <a:rPr lang="zh-CN" altLang="en-US" sz="2000" dirty="0"/>
              <a:t> </a:t>
            </a:r>
            <a:r>
              <a:rPr lang="en" altLang="zh-CN" sz="2000" dirty="0"/>
              <a:t>aspect;</a:t>
            </a:r>
            <a:r>
              <a:rPr lang="zh-CN" altLang="en-US" sz="2000" dirty="0"/>
              <a:t> </a:t>
            </a:r>
            <a:r>
              <a:rPr lang="en" altLang="zh-CN" sz="2000" dirty="0"/>
              <a:t>side;</a:t>
            </a:r>
            <a:r>
              <a:rPr lang="zh-CN" altLang="en-US" sz="2000" dirty="0"/>
              <a:t> </a:t>
            </a:r>
            <a:r>
              <a:rPr lang="en" altLang="zh-CN" sz="2000" dirty="0"/>
              <a:t>field</a:t>
            </a:r>
            <a:r>
              <a:rPr lang="zh-CN" altLang="en-US" sz="2000" dirty="0"/>
              <a:t>    </a:t>
            </a:r>
            <a:r>
              <a:rPr lang="en-US" altLang="zh-CN" sz="2000" dirty="0"/>
              <a:t>A.</a:t>
            </a:r>
            <a:r>
              <a:rPr lang="zh-CN" altLang="en-US" sz="2000" dirty="0"/>
              <a:t>方面  </a:t>
            </a:r>
            <a:r>
              <a:rPr lang="en-US" altLang="zh-CN" sz="2000" dirty="0"/>
              <a:t>B.</a:t>
            </a:r>
            <a:r>
              <a:rPr lang="zh-CN" altLang="en-US" sz="2000" dirty="0"/>
              <a:t>公斤  </a:t>
            </a:r>
            <a:r>
              <a:rPr lang="en-US" altLang="zh-CN" sz="2000" dirty="0"/>
              <a:t>C.</a:t>
            </a:r>
            <a:r>
              <a:rPr lang="zh-CN" altLang="en-US" sz="2000" dirty="0"/>
              <a:t>口  </a:t>
            </a:r>
            <a:r>
              <a:rPr lang="en-US" altLang="zh-CN" sz="2000" dirty="0"/>
              <a:t>D.</a:t>
            </a:r>
            <a:r>
              <a:rPr lang="zh-CN" altLang="en-US" sz="2000" dirty="0"/>
              <a:t>借</a:t>
            </a:r>
            <a:endParaRPr lang="en-US" altLang="zh-CN" sz="2000" dirty="0"/>
          </a:p>
          <a:p>
            <a:pPr marL="0" indent="0" eaLnBrk="1" hangingPunct="1">
              <a:buFontTx/>
              <a:buNone/>
              <a:defRPr/>
            </a:pPr>
            <a:endParaRPr lang="en-US" altLang="zh-CN" sz="2000" dirty="0"/>
          </a:p>
          <a:p>
            <a:pPr marL="0" indent="0" eaLnBrk="1" hangingPunct="1">
              <a:buFontTx/>
              <a:buNone/>
              <a:defRPr/>
            </a:pPr>
            <a:r>
              <a:rPr lang="en-US" altLang="zh-CN" sz="2000" dirty="0"/>
              <a:t>2.</a:t>
            </a:r>
            <a:r>
              <a:rPr lang="zh-CN" altLang="en-US" sz="2000" dirty="0"/>
              <a:t> </a:t>
            </a:r>
            <a:r>
              <a:rPr lang="en-US" altLang="zh-CN" sz="2000" dirty="0"/>
              <a:t>Find</a:t>
            </a:r>
            <a:r>
              <a:rPr lang="zh-CN" altLang="en-US" sz="2000" dirty="0"/>
              <a:t> </a:t>
            </a:r>
            <a:r>
              <a:rPr lang="en-US" altLang="zh-CN" sz="2000" dirty="0"/>
              <a:t>right</a:t>
            </a:r>
            <a:r>
              <a:rPr lang="zh-CN" altLang="en-US" sz="2000" dirty="0"/>
              <a:t> </a:t>
            </a:r>
            <a:r>
              <a:rPr lang="en-US" altLang="zh-CN" sz="2000" dirty="0"/>
              <a:t>collocation.</a:t>
            </a:r>
          </a:p>
          <a:p>
            <a:pPr marL="0" indent="0" eaLnBrk="1" hangingPunct="1">
              <a:buFontTx/>
              <a:buNone/>
              <a:defRPr/>
            </a:pPr>
            <a:r>
              <a:rPr lang="zh-CN" altLang="en-US" sz="2000" dirty="0"/>
              <a:t>多（</a:t>
            </a:r>
            <a:r>
              <a:rPr lang="en-US" altLang="zh-CN" sz="2000" dirty="0"/>
              <a:t>B</a:t>
            </a:r>
            <a:r>
              <a:rPr lang="zh-CN" altLang="en-US" sz="2000" dirty="0"/>
              <a:t>）  </a:t>
            </a:r>
            <a:r>
              <a:rPr lang="en-US" altLang="zh-CN" sz="2000" dirty="0"/>
              <a:t>A.</a:t>
            </a:r>
            <a:r>
              <a:rPr lang="zh-CN" altLang="en-US" sz="2000" dirty="0"/>
              <a:t>请假  </a:t>
            </a:r>
            <a:r>
              <a:rPr lang="en-US" altLang="zh-CN" sz="2000" dirty="0"/>
              <a:t>B.</a:t>
            </a:r>
            <a:r>
              <a:rPr lang="zh-CN" altLang="en-US" sz="2000" dirty="0"/>
              <a:t>方面</a:t>
            </a:r>
            <a:r>
              <a:rPr lang="en-US" altLang="zh-CN" sz="2000" dirty="0"/>
              <a:t>  C.</a:t>
            </a:r>
            <a:r>
              <a:rPr lang="zh-CN" altLang="en-US" sz="2000" dirty="0"/>
              <a:t>过（助词）  </a:t>
            </a:r>
            <a:r>
              <a:rPr lang="en-US" altLang="zh-CN" sz="2000" dirty="0"/>
              <a:t>D.</a:t>
            </a:r>
            <a:r>
              <a:rPr lang="zh-CN" altLang="en-US" sz="2000" dirty="0"/>
              <a:t>笔记本</a:t>
            </a:r>
            <a:endParaRPr lang="en-US" altLang="zh-CN" sz="2000" dirty="0"/>
          </a:p>
          <a:p>
            <a:pPr marL="0" indent="0" eaLnBrk="1" hangingPunct="1">
              <a:buFontTx/>
              <a:buNone/>
              <a:defRPr/>
            </a:pPr>
            <a:r>
              <a:rPr lang="zh-CN" altLang="en-US" sz="2000" dirty="0"/>
              <a:t>重要（</a:t>
            </a:r>
            <a:r>
              <a:rPr lang="en-US" altLang="zh-CN" sz="2000" dirty="0"/>
              <a:t>A</a:t>
            </a:r>
            <a:r>
              <a:rPr lang="zh-CN" altLang="en-US" sz="2000" dirty="0"/>
              <a:t>）  </a:t>
            </a:r>
            <a:r>
              <a:rPr lang="en-US" altLang="zh-CN" sz="2000" dirty="0"/>
              <a:t>A.</a:t>
            </a:r>
            <a:r>
              <a:rPr lang="zh-CN" altLang="en-US" sz="2000" dirty="0"/>
              <a:t> 方面  </a:t>
            </a:r>
            <a:r>
              <a:rPr lang="en-US" altLang="zh-CN" sz="2000" dirty="0"/>
              <a:t>B.</a:t>
            </a:r>
            <a:r>
              <a:rPr lang="zh-CN" altLang="en-US" sz="2000" dirty="0"/>
              <a:t>铅笔</a:t>
            </a:r>
            <a:r>
              <a:rPr lang="en-US" altLang="zh-CN" sz="2000" dirty="0"/>
              <a:t>  C.</a:t>
            </a:r>
            <a:r>
              <a:rPr lang="zh-CN" altLang="en-US" sz="2000" dirty="0"/>
              <a:t>花（名词）  </a:t>
            </a:r>
            <a:r>
              <a:rPr lang="en-US" altLang="zh-CN" sz="2000" dirty="0"/>
              <a:t>D.</a:t>
            </a:r>
            <a:r>
              <a:rPr lang="zh-CN" altLang="en-US" sz="2000" dirty="0"/>
              <a:t>医院</a:t>
            </a:r>
            <a:endParaRPr lang="en-US" altLang="zh-CN" sz="2000" dirty="0"/>
          </a:p>
          <a:p>
            <a:pPr marL="0" indent="0" eaLnBrk="1" hangingPunct="1">
              <a:buFontTx/>
              <a:buNone/>
              <a:defRPr/>
            </a:pPr>
            <a:endParaRPr lang="en-US" altLang="zh-CN" sz="2000" dirty="0"/>
          </a:p>
          <a:p>
            <a:pPr marL="0" indent="0" eaLnBrk="1" hangingPunct="1">
              <a:buFontTx/>
              <a:buNone/>
              <a:defRPr/>
            </a:pPr>
            <a:r>
              <a:rPr lang="en-US" altLang="zh-CN" sz="2000" dirty="0"/>
              <a:t>3.</a:t>
            </a:r>
            <a:r>
              <a:rPr lang="zh-CN" altLang="en-US" sz="2000" dirty="0"/>
              <a:t> </a:t>
            </a:r>
            <a:r>
              <a:rPr lang="en-US" altLang="zh-CN" sz="2000" dirty="0"/>
              <a:t>Fill</a:t>
            </a:r>
            <a:r>
              <a:rPr lang="zh-CN" altLang="en-US" sz="2000" dirty="0"/>
              <a:t> </a:t>
            </a:r>
            <a:r>
              <a:rPr lang="en-US" altLang="zh-CN" sz="2000" dirty="0"/>
              <a:t>in right word.</a:t>
            </a:r>
          </a:p>
          <a:p>
            <a:pPr eaLnBrk="1" hangingPunct="1">
              <a:defRPr/>
            </a:pPr>
            <a:r>
              <a:rPr kumimoji="1" lang="zh-CN" altLang="en-US" sz="2000" dirty="0"/>
              <a:t>可以说，在上述两个方（面），中国最能满足其条件。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3" name="标题 1">
            <a:extLst>
              <a:ext uri="{FF2B5EF4-FFF2-40B4-BE49-F238E27FC236}">
                <a16:creationId xmlns:a16="http://schemas.microsoft.com/office/drawing/2014/main" id="{F9EC133D-5C6F-8EAE-3B4B-17007C4D45A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kumimoji="1" lang="en-US" altLang="zh-CN"/>
              <a:t>practice</a:t>
            </a:r>
            <a:endParaRPr kumimoji="1" lang="zh-CN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B9B6E50-9378-425F-56CD-295EC192FD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 eaLnBrk="1" hangingPunct="1">
              <a:buFontTx/>
              <a:buAutoNum type="arabicPeriod"/>
              <a:defRPr/>
            </a:pPr>
            <a:r>
              <a:rPr lang="en" altLang="zh-CN" sz="2000" dirty="0"/>
              <a:t>Find</a:t>
            </a:r>
            <a:r>
              <a:rPr lang="zh-CN" altLang="en-US" sz="2000" dirty="0"/>
              <a:t> </a:t>
            </a:r>
            <a:r>
              <a:rPr lang="en-US" altLang="zh-CN" sz="2000" dirty="0"/>
              <a:t>responding</a:t>
            </a:r>
            <a:r>
              <a:rPr lang="zh-CN" altLang="en-US" sz="2000" dirty="0"/>
              <a:t> </a:t>
            </a:r>
            <a:r>
              <a:rPr lang="en" altLang="zh-CN" sz="2000" dirty="0"/>
              <a:t>word. </a:t>
            </a:r>
          </a:p>
          <a:p>
            <a:pPr marL="0" indent="0" eaLnBrk="1" hangingPunct="1">
              <a:buFontTx/>
              <a:buNone/>
              <a:defRPr/>
            </a:pPr>
            <a:r>
              <a:rPr lang="zh-CN" altLang="en-US" sz="2000" dirty="0"/>
              <a:t>（</a:t>
            </a:r>
            <a:r>
              <a:rPr lang="en-US" altLang="zh-CN" sz="2000" dirty="0"/>
              <a:t>D</a:t>
            </a:r>
            <a:r>
              <a:rPr lang="zh-CN" altLang="en-US" sz="2000" dirty="0"/>
              <a:t>）</a:t>
            </a:r>
            <a:r>
              <a:rPr lang="en-US" altLang="zh-CN" sz="2000" dirty="0">
                <a:solidFill>
                  <a:srgbClr val="000000"/>
                </a:solidFill>
              </a:rPr>
              <a:t> shortcoming</a:t>
            </a:r>
          </a:p>
          <a:p>
            <a:pPr marL="0" indent="0" eaLnBrk="1" hangingPunct="1">
              <a:buFontTx/>
              <a:buNone/>
              <a:defRPr/>
            </a:pPr>
            <a:r>
              <a:rPr lang="zh-CN" altLang="en-US" sz="2000" dirty="0"/>
              <a:t>   </a:t>
            </a:r>
            <a:r>
              <a:rPr lang="en-US" altLang="zh-CN" sz="2000" dirty="0"/>
              <a:t>A.</a:t>
            </a:r>
            <a:r>
              <a:rPr lang="zh-CN" altLang="en-US" sz="2000" dirty="0"/>
              <a:t>成绩  </a:t>
            </a:r>
            <a:r>
              <a:rPr lang="en-US" altLang="zh-CN" sz="2000" dirty="0"/>
              <a:t>B.</a:t>
            </a:r>
            <a:r>
              <a:rPr lang="zh-CN" altLang="en-US" sz="2000" dirty="0"/>
              <a:t>公斤  </a:t>
            </a:r>
            <a:r>
              <a:rPr lang="en-US" altLang="zh-CN" sz="2000" dirty="0"/>
              <a:t>C.</a:t>
            </a:r>
            <a:r>
              <a:rPr lang="zh-CN" altLang="en-US" sz="2000" dirty="0"/>
              <a:t>留学  </a:t>
            </a:r>
            <a:r>
              <a:rPr lang="en-US" altLang="zh-CN" sz="2000" dirty="0"/>
              <a:t>D.</a:t>
            </a:r>
            <a:r>
              <a:rPr lang="zh-CN" altLang="en-US" sz="2000" dirty="0"/>
              <a:t>缺点</a:t>
            </a:r>
            <a:endParaRPr lang="en-US" altLang="zh-CN" sz="2000" dirty="0"/>
          </a:p>
          <a:p>
            <a:pPr marL="0" indent="0" eaLnBrk="1" hangingPunct="1">
              <a:buFontTx/>
              <a:buNone/>
              <a:defRPr/>
            </a:pPr>
            <a:endParaRPr lang="en-US" altLang="zh-CN" sz="2000" dirty="0"/>
          </a:p>
          <a:p>
            <a:pPr marL="0" indent="0" eaLnBrk="1" hangingPunct="1">
              <a:buFontTx/>
              <a:buNone/>
              <a:defRPr/>
            </a:pPr>
            <a:r>
              <a:rPr lang="en-US" altLang="zh-CN" sz="2000" dirty="0"/>
              <a:t>2.</a:t>
            </a:r>
            <a:r>
              <a:rPr lang="zh-CN" altLang="en-US" sz="2000" dirty="0"/>
              <a:t> </a:t>
            </a:r>
            <a:r>
              <a:rPr lang="en-US" altLang="zh-CN" sz="2000" dirty="0"/>
              <a:t>Find</a:t>
            </a:r>
            <a:r>
              <a:rPr lang="zh-CN" altLang="en-US" sz="2000" dirty="0"/>
              <a:t> </a:t>
            </a:r>
            <a:r>
              <a:rPr lang="en-US" altLang="zh-CN" sz="2000" dirty="0"/>
              <a:t>right</a:t>
            </a:r>
            <a:r>
              <a:rPr lang="zh-CN" altLang="en-US" sz="2000" dirty="0"/>
              <a:t> </a:t>
            </a:r>
            <a:r>
              <a:rPr lang="en-US" altLang="zh-CN" sz="2000" dirty="0"/>
              <a:t>collocation.</a:t>
            </a:r>
          </a:p>
          <a:p>
            <a:pPr marL="0" indent="0" eaLnBrk="1" hangingPunct="1">
              <a:buFontTx/>
              <a:buNone/>
              <a:defRPr/>
            </a:pPr>
            <a:r>
              <a:rPr lang="zh-CN" altLang="en-US" sz="2000" dirty="0"/>
              <a:t>发现（</a:t>
            </a:r>
            <a:r>
              <a:rPr lang="en-US" altLang="zh-CN" sz="2000" dirty="0"/>
              <a:t>C</a:t>
            </a:r>
            <a:r>
              <a:rPr lang="zh-CN" altLang="en-US" sz="2000" dirty="0"/>
              <a:t>） </a:t>
            </a:r>
            <a:r>
              <a:rPr lang="en-US" altLang="zh-CN" sz="2000" dirty="0"/>
              <a:t>A.</a:t>
            </a:r>
            <a:r>
              <a:rPr lang="zh-CN" altLang="en-US" sz="2000" dirty="0"/>
              <a:t>去</a:t>
            </a:r>
            <a:r>
              <a:rPr lang="en-US" altLang="zh-CN" sz="2000" dirty="0"/>
              <a:t>  B.</a:t>
            </a:r>
            <a:r>
              <a:rPr lang="zh-CN" altLang="en-US" sz="2000" dirty="0"/>
              <a:t>休息</a:t>
            </a:r>
            <a:r>
              <a:rPr lang="en-US" altLang="zh-CN" sz="2000" dirty="0"/>
              <a:t>  C.</a:t>
            </a:r>
            <a:r>
              <a:rPr lang="zh-CN" altLang="en-US" sz="2000" dirty="0"/>
              <a:t>缺点  </a:t>
            </a:r>
            <a:r>
              <a:rPr lang="en-US" altLang="zh-CN" sz="2000" dirty="0"/>
              <a:t>D.</a:t>
            </a:r>
            <a:r>
              <a:rPr lang="zh-CN" altLang="en-US" sz="2000" dirty="0"/>
              <a:t>成绩</a:t>
            </a:r>
            <a:endParaRPr lang="en-US" altLang="zh-CN" sz="2000" dirty="0"/>
          </a:p>
          <a:p>
            <a:pPr marL="0" indent="0" eaLnBrk="1" hangingPunct="1">
              <a:buFontTx/>
              <a:buNone/>
              <a:defRPr/>
            </a:pPr>
            <a:r>
              <a:rPr lang="zh-CN" altLang="en-US" sz="2000" dirty="0"/>
              <a:t>大的（</a:t>
            </a:r>
            <a:r>
              <a:rPr lang="en-US" altLang="zh-CN" sz="2000" dirty="0"/>
              <a:t>D</a:t>
            </a:r>
            <a:r>
              <a:rPr lang="zh-CN" altLang="en-US" sz="2000" dirty="0"/>
              <a:t>）   </a:t>
            </a:r>
            <a:r>
              <a:rPr lang="en-US" altLang="zh-CN" sz="2000" dirty="0"/>
              <a:t>A.</a:t>
            </a:r>
            <a:r>
              <a:rPr lang="zh-CN" altLang="en-US" sz="2000" dirty="0"/>
              <a:t>四</a:t>
            </a:r>
            <a:r>
              <a:rPr lang="en-US" altLang="zh-CN" sz="2000" dirty="0"/>
              <a:t>  B.</a:t>
            </a:r>
            <a:r>
              <a:rPr lang="zh-CN" altLang="en-US" sz="2000" dirty="0"/>
              <a:t>先</a:t>
            </a:r>
            <a:r>
              <a:rPr lang="en-US" altLang="zh-CN" sz="2000" dirty="0"/>
              <a:t>  C.</a:t>
            </a:r>
            <a:r>
              <a:rPr lang="zh-CN" altLang="en-US" sz="2000" dirty="0"/>
              <a:t>照顾  </a:t>
            </a:r>
            <a:r>
              <a:rPr lang="en-US" altLang="zh-CN" sz="2000" dirty="0"/>
              <a:t>D.</a:t>
            </a:r>
            <a:r>
              <a:rPr lang="zh-CN" altLang="en-US" sz="2000" dirty="0"/>
              <a:t>缺点</a:t>
            </a:r>
            <a:endParaRPr lang="en-US" altLang="zh-CN" sz="2000" dirty="0"/>
          </a:p>
          <a:p>
            <a:pPr marL="0" indent="0" eaLnBrk="1" hangingPunct="1">
              <a:buFontTx/>
              <a:buNone/>
              <a:defRPr/>
            </a:pPr>
            <a:endParaRPr lang="en-US" altLang="zh-CN" sz="2000" dirty="0"/>
          </a:p>
          <a:p>
            <a:pPr marL="0" indent="0" eaLnBrk="1" hangingPunct="1">
              <a:buFontTx/>
              <a:buNone/>
              <a:defRPr/>
            </a:pPr>
            <a:r>
              <a:rPr lang="en-US" altLang="zh-CN" sz="2000" dirty="0"/>
              <a:t>3.</a:t>
            </a:r>
            <a:r>
              <a:rPr lang="zh-CN" altLang="en-US" sz="2000" dirty="0"/>
              <a:t> </a:t>
            </a:r>
            <a:r>
              <a:rPr lang="en-US" altLang="zh-CN" sz="2000" dirty="0"/>
              <a:t>Fill</a:t>
            </a:r>
            <a:r>
              <a:rPr lang="zh-CN" altLang="en-US" sz="2000" dirty="0"/>
              <a:t> </a:t>
            </a:r>
            <a:r>
              <a:rPr lang="en-US" altLang="zh-CN" sz="2000" dirty="0"/>
              <a:t>in right word.</a:t>
            </a:r>
          </a:p>
          <a:p>
            <a:pPr marL="0" indent="0" eaLnBrk="1" hangingPunct="1">
              <a:buFontTx/>
              <a:buNone/>
              <a:defRPr/>
            </a:pPr>
            <a:r>
              <a:rPr kumimoji="1" lang="zh-CN" altLang="en-US" sz="2000" dirty="0">
                <a:solidFill>
                  <a:srgbClr val="000000"/>
                </a:solidFill>
              </a:rPr>
              <a:t>有些人觉得朋友应该像镜子，能帮自己看到缺（点）。</a:t>
            </a:r>
            <a:endParaRPr lang="en-US" altLang="zh-CN" sz="2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7" name="标题 1">
            <a:extLst>
              <a:ext uri="{FF2B5EF4-FFF2-40B4-BE49-F238E27FC236}">
                <a16:creationId xmlns:a16="http://schemas.microsoft.com/office/drawing/2014/main" id="{2C5AE3F5-4D9C-1D8C-9232-D8D7E940297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kumimoji="1" lang="en-US" altLang="zh-CN"/>
              <a:t>practice</a:t>
            </a:r>
            <a:endParaRPr kumimoji="1" lang="zh-CN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7F0DEE5-5FC5-BEAF-B9D0-2E0923A303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 eaLnBrk="1" hangingPunct="1">
              <a:buFontTx/>
              <a:buAutoNum type="arabicPeriod"/>
              <a:defRPr/>
            </a:pPr>
            <a:r>
              <a:rPr lang="en" altLang="zh-CN" sz="2000" dirty="0"/>
              <a:t>Find</a:t>
            </a:r>
            <a:r>
              <a:rPr lang="zh-CN" altLang="en-US" sz="2000" dirty="0"/>
              <a:t> </a:t>
            </a:r>
            <a:r>
              <a:rPr lang="en-US" altLang="zh-CN" sz="2000" dirty="0"/>
              <a:t>responding</a:t>
            </a:r>
            <a:r>
              <a:rPr lang="zh-CN" altLang="en-US" sz="2000" dirty="0"/>
              <a:t> </a:t>
            </a:r>
            <a:r>
              <a:rPr lang="en" altLang="zh-CN" sz="2000" dirty="0"/>
              <a:t>word. </a:t>
            </a:r>
          </a:p>
          <a:p>
            <a:pPr marL="0" indent="0" eaLnBrk="1" hangingPunct="1">
              <a:buFontTx/>
              <a:buNone/>
              <a:defRPr/>
            </a:pPr>
            <a:r>
              <a:rPr lang="zh-CN" altLang="en-US" sz="2000" dirty="0"/>
              <a:t>（</a:t>
            </a:r>
            <a:r>
              <a:rPr lang="en-US" altLang="zh-CN" sz="2000" dirty="0"/>
              <a:t>C</a:t>
            </a:r>
            <a:r>
              <a:rPr lang="zh-CN" altLang="en-US" sz="2000" dirty="0"/>
              <a:t>）</a:t>
            </a:r>
            <a:r>
              <a:rPr lang="en-US" altLang="zh-CN" sz="2000" dirty="0">
                <a:solidFill>
                  <a:srgbClr val="000000"/>
                </a:solidFill>
              </a:rPr>
              <a:t> climate</a:t>
            </a:r>
          </a:p>
          <a:p>
            <a:pPr marL="0" indent="0" eaLnBrk="1" hangingPunct="1">
              <a:buFontTx/>
              <a:buNone/>
              <a:defRPr/>
            </a:pPr>
            <a:r>
              <a:rPr lang="zh-CN" altLang="en-US" sz="2000" dirty="0"/>
              <a:t>   </a:t>
            </a:r>
            <a:r>
              <a:rPr lang="en-US" altLang="zh-CN" sz="2000" dirty="0"/>
              <a:t>A.</a:t>
            </a:r>
            <a:r>
              <a:rPr lang="zh-CN" altLang="en-US" sz="2000" dirty="0"/>
              <a:t>借  </a:t>
            </a:r>
            <a:r>
              <a:rPr lang="en-US" altLang="zh-CN" sz="2000" dirty="0"/>
              <a:t>B.</a:t>
            </a:r>
            <a:r>
              <a:rPr lang="zh-CN" altLang="en-US" sz="2000" dirty="0"/>
              <a:t>灯  </a:t>
            </a:r>
            <a:r>
              <a:rPr lang="en-US" altLang="zh-CN" sz="2000" dirty="0"/>
              <a:t>C.</a:t>
            </a:r>
            <a:r>
              <a:rPr lang="zh-CN" altLang="en-US" sz="2000" dirty="0"/>
              <a:t>气候  </a:t>
            </a:r>
            <a:r>
              <a:rPr lang="en-US" altLang="zh-CN" sz="2000" dirty="0"/>
              <a:t>D.</a:t>
            </a:r>
            <a:r>
              <a:rPr lang="zh-CN" altLang="en-US" sz="2000" dirty="0"/>
              <a:t>汉语</a:t>
            </a:r>
            <a:endParaRPr lang="en-US" altLang="zh-CN" sz="2000" dirty="0"/>
          </a:p>
          <a:p>
            <a:pPr marL="0" indent="0" eaLnBrk="1" hangingPunct="1">
              <a:buFontTx/>
              <a:buNone/>
              <a:defRPr/>
            </a:pPr>
            <a:endParaRPr lang="en-US" altLang="zh-CN" sz="2000" dirty="0"/>
          </a:p>
          <a:p>
            <a:pPr marL="0" indent="0" eaLnBrk="1" hangingPunct="1">
              <a:buFontTx/>
              <a:buNone/>
              <a:defRPr/>
            </a:pPr>
            <a:r>
              <a:rPr lang="en-US" altLang="zh-CN" sz="2000" dirty="0"/>
              <a:t>2.</a:t>
            </a:r>
            <a:r>
              <a:rPr lang="zh-CN" altLang="en-US" sz="2000" dirty="0"/>
              <a:t> </a:t>
            </a:r>
            <a:r>
              <a:rPr lang="en-US" altLang="zh-CN" sz="2000" dirty="0"/>
              <a:t>Find</a:t>
            </a:r>
            <a:r>
              <a:rPr lang="zh-CN" altLang="en-US" sz="2000" dirty="0"/>
              <a:t> </a:t>
            </a:r>
            <a:r>
              <a:rPr lang="en-US" altLang="zh-CN" sz="2000" dirty="0"/>
              <a:t>right</a:t>
            </a:r>
            <a:r>
              <a:rPr lang="zh-CN" altLang="en-US" sz="2000" dirty="0"/>
              <a:t> </a:t>
            </a:r>
            <a:r>
              <a:rPr lang="en-US" altLang="zh-CN" sz="2000" dirty="0"/>
              <a:t>collocation.</a:t>
            </a:r>
          </a:p>
          <a:p>
            <a:pPr marL="0" indent="0" eaLnBrk="1" hangingPunct="1">
              <a:buFontTx/>
              <a:buNone/>
              <a:defRPr/>
            </a:pPr>
            <a:r>
              <a:rPr lang="zh-CN" altLang="en-US" sz="2000" dirty="0">
                <a:solidFill>
                  <a:srgbClr val="000000"/>
                </a:solidFill>
              </a:rPr>
              <a:t>（</a:t>
            </a:r>
            <a:r>
              <a:rPr lang="en-US" altLang="zh-CN" sz="2000" dirty="0">
                <a:solidFill>
                  <a:srgbClr val="000000"/>
                </a:solidFill>
              </a:rPr>
              <a:t>A</a:t>
            </a:r>
            <a:r>
              <a:rPr lang="zh-CN" altLang="en-US" sz="2000" dirty="0">
                <a:solidFill>
                  <a:srgbClr val="000000"/>
                </a:solidFill>
              </a:rPr>
              <a:t>）变化   </a:t>
            </a:r>
            <a:r>
              <a:rPr lang="en-US" altLang="zh-CN" sz="2000" dirty="0"/>
              <a:t>A.</a:t>
            </a:r>
            <a:r>
              <a:rPr lang="zh-CN" altLang="en-US" sz="2000" dirty="0"/>
              <a:t>气候</a:t>
            </a:r>
            <a:r>
              <a:rPr lang="en-US" altLang="zh-CN" sz="2000" dirty="0"/>
              <a:t>  B.</a:t>
            </a:r>
            <a:r>
              <a:rPr lang="zh-CN" altLang="en-US" sz="2000" dirty="0"/>
              <a:t>然后</a:t>
            </a:r>
            <a:r>
              <a:rPr lang="en-US" altLang="zh-CN" sz="2000" dirty="0"/>
              <a:t>  C.</a:t>
            </a:r>
            <a:r>
              <a:rPr lang="zh-CN" altLang="en-US" sz="2000" dirty="0"/>
              <a:t>跟  </a:t>
            </a:r>
            <a:r>
              <a:rPr lang="en-US" altLang="zh-CN" sz="2000" dirty="0"/>
              <a:t>D.</a:t>
            </a:r>
            <a:r>
              <a:rPr lang="zh-CN" altLang="en-US" sz="2000" dirty="0"/>
              <a:t>衣服</a:t>
            </a:r>
            <a:endParaRPr lang="en-US" altLang="zh-CN" sz="2000" dirty="0"/>
          </a:p>
          <a:p>
            <a:pPr marL="0" indent="0" eaLnBrk="1" hangingPunct="1">
              <a:buFontTx/>
              <a:buNone/>
              <a:defRPr/>
            </a:pPr>
            <a:r>
              <a:rPr lang="zh-CN" altLang="en-US" sz="2000" dirty="0"/>
              <a:t>影响（</a:t>
            </a:r>
            <a:r>
              <a:rPr lang="en-US" altLang="zh-CN" sz="2000" dirty="0"/>
              <a:t>C</a:t>
            </a:r>
            <a:r>
              <a:rPr lang="zh-CN" altLang="en-US" sz="2000" dirty="0"/>
              <a:t>）   </a:t>
            </a:r>
            <a:r>
              <a:rPr lang="en-US" altLang="zh-CN" sz="2000" dirty="0"/>
              <a:t>A.</a:t>
            </a:r>
            <a:r>
              <a:rPr lang="zh-CN" altLang="en-US" sz="2000" dirty="0"/>
              <a:t>搬</a:t>
            </a:r>
            <a:r>
              <a:rPr lang="en-US" altLang="zh-CN" sz="2000" dirty="0"/>
              <a:t>  B.</a:t>
            </a:r>
            <a:r>
              <a:rPr lang="zh-CN" altLang="en-US" sz="2000" dirty="0"/>
              <a:t>新鲜</a:t>
            </a:r>
            <a:r>
              <a:rPr lang="en-US" altLang="zh-CN" sz="2000" dirty="0"/>
              <a:t>  C.</a:t>
            </a:r>
            <a:r>
              <a:rPr lang="zh-CN" altLang="en-US" sz="2000" dirty="0"/>
              <a:t>气候  </a:t>
            </a:r>
            <a:r>
              <a:rPr lang="en-US" altLang="zh-CN" sz="2000" dirty="0"/>
              <a:t>D.</a:t>
            </a:r>
            <a:r>
              <a:rPr lang="zh-CN" altLang="en-US" sz="2000" dirty="0"/>
              <a:t>铅笔</a:t>
            </a:r>
            <a:endParaRPr lang="en-US" altLang="zh-CN" sz="2000" dirty="0"/>
          </a:p>
          <a:p>
            <a:pPr marL="0" indent="0" eaLnBrk="1" hangingPunct="1">
              <a:buFontTx/>
              <a:buNone/>
              <a:defRPr/>
            </a:pPr>
            <a:endParaRPr lang="en-US" altLang="zh-CN" sz="2000" dirty="0"/>
          </a:p>
          <a:p>
            <a:pPr marL="0" indent="0" eaLnBrk="1" hangingPunct="1">
              <a:buFontTx/>
              <a:buNone/>
              <a:defRPr/>
            </a:pPr>
            <a:r>
              <a:rPr lang="en-US" altLang="zh-CN" sz="2000" dirty="0"/>
              <a:t>3.</a:t>
            </a:r>
            <a:r>
              <a:rPr lang="zh-CN" altLang="en-US" sz="2000" dirty="0"/>
              <a:t> </a:t>
            </a:r>
            <a:r>
              <a:rPr lang="en-US" altLang="zh-CN" sz="2000" dirty="0"/>
              <a:t>Fill</a:t>
            </a:r>
            <a:r>
              <a:rPr lang="zh-CN" altLang="en-US" sz="2000" dirty="0"/>
              <a:t> </a:t>
            </a:r>
            <a:r>
              <a:rPr lang="en-US" altLang="zh-CN" sz="2000" dirty="0"/>
              <a:t>in right word.</a:t>
            </a:r>
          </a:p>
          <a:p>
            <a:pPr marL="0" indent="0" eaLnBrk="1" hangingPunct="1">
              <a:buFontTx/>
              <a:buNone/>
              <a:defRPr/>
            </a:pPr>
            <a:r>
              <a:rPr lang="en-US" altLang="zh-CN" sz="2000" dirty="0"/>
              <a:t>			    hou2</a:t>
            </a:r>
          </a:p>
          <a:p>
            <a:pPr marL="0" indent="0" eaLnBrk="1" hangingPunct="1">
              <a:buFontTx/>
              <a:buNone/>
              <a:defRPr/>
            </a:pPr>
            <a:r>
              <a:rPr kumimoji="1" lang="zh-CN" altLang="en-US" sz="2000" dirty="0">
                <a:solidFill>
                  <a:srgbClr val="000000"/>
                </a:solidFill>
              </a:rPr>
              <a:t>小林：我还不习惯北方的气（候），估计是天气太干。</a:t>
            </a:r>
            <a:endParaRPr lang="en-US" altLang="zh-CN" sz="2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1" name="Rectangle 2">
            <a:extLst>
              <a:ext uri="{FF2B5EF4-FFF2-40B4-BE49-F238E27FC236}">
                <a16:creationId xmlns:a16="http://schemas.microsoft.com/office/drawing/2014/main" id="{E5C4813E-4287-4451-ACB2-CBF3ECC58D6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practice</a:t>
            </a:r>
            <a:endParaRPr lang="zh-CN" altLang="zh-CN"/>
          </a:p>
        </p:txBody>
      </p:sp>
      <p:sp>
        <p:nvSpPr>
          <p:cNvPr id="6146" name="Rectangle 3">
            <a:extLst>
              <a:ext uri="{FF2B5EF4-FFF2-40B4-BE49-F238E27FC236}">
                <a16:creationId xmlns:a16="http://schemas.microsoft.com/office/drawing/2014/main" id="{BF21AC08-A1DE-9FC3-CB82-0CB395468E9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457200" indent="-457200" eaLnBrk="1" hangingPunct="1">
              <a:buFontTx/>
              <a:buAutoNum type="arabicPeriod"/>
              <a:defRPr/>
            </a:pPr>
            <a:r>
              <a:rPr lang="en" altLang="zh-CN" sz="2000" dirty="0"/>
              <a:t>Find</a:t>
            </a:r>
            <a:r>
              <a:rPr lang="zh-CN" altLang="en-US" sz="2000" dirty="0"/>
              <a:t> </a:t>
            </a:r>
            <a:r>
              <a:rPr lang="en-US" altLang="zh-CN" sz="2000" dirty="0"/>
              <a:t>responding</a:t>
            </a:r>
            <a:r>
              <a:rPr lang="zh-CN" altLang="en-US" sz="2000" dirty="0"/>
              <a:t> </a:t>
            </a:r>
            <a:r>
              <a:rPr lang="en" altLang="zh-CN" sz="2000" dirty="0"/>
              <a:t>word. </a:t>
            </a:r>
          </a:p>
          <a:p>
            <a:pPr marL="0" indent="0" eaLnBrk="1" hangingPunct="1">
              <a:buFontTx/>
              <a:buNone/>
              <a:defRPr/>
            </a:pPr>
            <a:r>
              <a:rPr lang="zh-CN" altLang="en-US" sz="2000" dirty="0"/>
              <a:t>（</a:t>
            </a:r>
            <a:r>
              <a:rPr lang="en-US" altLang="zh-CN" sz="2000" dirty="0"/>
              <a:t>B</a:t>
            </a:r>
            <a:r>
              <a:rPr lang="zh-CN" altLang="en-US" sz="2000" dirty="0"/>
              <a:t>）</a:t>
            </a:r>
            <a:r>
              <a:rPr lang="en-US" altLang="zh-CN" sz="2000" dirty="0"/>
              <a:t>life</a:t>
            </a:r>
            <a:r>
              <a:rPr lang="en" altLang="zh-CN" sz="2000" dirty="0"/>
              <a:t> </a:t>
            </a:r>
            <a:r>
              <a:rPr lang="zh-CN" altLang="en-US" sz="2000" dirty="0"/>
              <a:t>     </a:t>
            </a:r>
            <a:r>
              <a:rPr lang="en-US" altLang="zh-CN" sz="2000" dirty="0"/>
              <a:t>A.</a:t>
            </a:r>
            <a:r>
              <a:rPr lang="zh-CN" altLang="en" sz="2000" dirty="0"/>
              <a:t>今天</a:t>
            </a:r>
            <a:r>
              <a:rPr lang="zh-CN" altLang="en-US" sz="2000" dirty="0"/>
              <a:t>  </a:t>
            </a:r>
            <a:r>
              <a:rPr lang="en-US" altLang="zh-CN" sz="2000" dirty="0"/>
              <a:t>B.</a:t>
            </a:r>
            <a:r>
              <a:rPr lang="zh-CN" altLang="en-US" sz="2000" dirty="0"/>
              <a:t>生活  </a:t>
            </a:r>
            <a:r>
              <a:rPr lang="en-US" altLang="zh-CN" sz="2000" dirty="0"/>
              <a:t>C.</a:t>
            </a:r>
            <a:r>
              <a:rPr lang="zh-CN" altLang="en-US" sz="2000" dirty="0"/>
              <a:t>叔叔  </a:t>
            </a:r>
            <a:r>
              <a:rPr lang="en-US" altLang="zh-CN" sz="2000" dirty="0"/>
              <a:t>D.</a:t>
            </a:r>
            <a:r>
              <a:rPr lang="zh-CN" altLang="en-US" sz="2000" dirty="0"/>
              <a:t>出</a:t>
            </a:r>
            <a:endParaRPr lang="en-US" altLang="zh-CN" sz="2000" dirty="0"/>
          </a:p>
          <a:p>
            <a:pPr marL="0" indent="0" eaLnBrk="1" hangingPunct="1">
              <a:buFontTx/>
              <a:buNone/>
              <a:defRPr/>
            </a:pPr>
            <a:endParaRPr lang="en-US" altLang="zh-CN" sz="2000" dirty="0"/>
          </a:p>
          <a:p>
            <a:pPr marL="0" indent="0" eaLnBrk="1" hangingPunct="1">
              <a:buFontTx/>
              <a:buNone/>
              <a:defRPr/>
            </a:pPr>
            <a:r>
              <a:rPr lang="en-US" altLang="zh-CN" sz="2000" dirty="0"/>
              <a:t>2.</a:t>
            </a:r>
            <a:r>
              <a:rPr lang="zh-CN" altLang="en-US" sz="2000" dirty="0"/>
              <a:t> </a:t>
            </a:r>
            <a:r>
              <a:rPr lang="en-US" altLang="zh-CN" sz="2000" dirty="0"/>
              <a:t>Find</a:t>
            </a:r>
            <a:r>
              <a:rPr lang="zh-CN" altLang="en-US" sz="2000" dirty="0"/>
              <a:t> </a:t>
            </a:r>
            <a:r>
              <a:rPr lang="en-US" altLang="zh-CN" sz="2000" dirty="0"/>
              <a:t>right</a:t>
            </a:r>
            <a:r>
              <a:rPr lang="zh-CN" altLang="en-US" sz="2000" dirty="0"/>
              <a:t> </a:t>
            </a:r>
            <a:r>
              <a:rPr lang="en-US" altLang="zh-CN" sz="2000" dirty="0"/>
              <a:t>collocation.</a:t>
            </a:r>
          </a:p>
          <a:p>
            <a:pPr marL="0" indent="0" eaLnBrk="1" hangingPunct="1">
              <a:buFontTx/>
              <a:buNone/>
              <a:defRPr/>
            </a:pPr>
            <a:r>
              <a:rPr lang="zh-CN" altLang="en" sz="2000" dirty="0"/>
              <a:t>一起</a:t>
            </a:r>
            <a:r>
              <a:rPr lang="zh-CN" altLang="en-US" sz="2000" dirty="0"/>
              <a:t>（</a:t>
            </a:r>
            <a:r>
              <a:rPr lang="en-US" altLang="zh-CN" sz="2000" dirty="0"/>
              <a:t>C</a:t>
            </a:r>
            <a:r>
              <a:rPr lang="zh-CN" altLang="en-US" sz="2000" dirty="0"/>
              <a:t>）   </a:t>
            </a:r>
            <a:r>
              <a:rPr lang="en-US" altLang="zh-CN" sz="2000" dirty="0"/>
              <a:t>A.</a:t>
            </a:r>
            <a:r>
              <a:rPr lang="zh-CN" altLang="en-US" sz="2000" dirty="0"/>
              <a:t>西瓜</a:t>
            </a:r>
            <a:r>
              <a:rPr lang="en-US" altLang="zh-CN" sz="2000" dirty="0"/>
              <a:t>  B.</a:t>
            </a:r>
            <a:r>
              <a:rPr lang="zh-CN" altLang="en-US" sz="2000" dirty="0"/>
              <a:t>被</a:t>
            </a:r>
            <a:r>
              <a:rPr lang="en-US" altLang="zh-CN" sz="2000" dirty="0"/>
              <a:t>  C.</a:t>
            </a:r>
            <a:r>
              <a:rPr lang="zh-CN" altLang="en-US" sz="2000" dirty="0"/>
              <a:t>生活  </a:t>
            </a:r>
            <a:r>
              <a:rPr lang="en-US" altLang="zh-CN" sz="2000" dirty="0"/>
              <a:t>D.</a:t>
            </a:r>
            <a:r>
              <a:rPr lang="zh-CN" altLang="en-US" sz="2000" dirty="0"/>
              <a:t>过</a:t>
            </a:r>
            <a:endParaRPr lang="en-US" altLang="zh-CN" sz="2000" dirty="0"/>
          </a:p>
          <a:p>
            <a:pPr marL="0" indent="0" eaLnBrk="1" hangingPunct="1">
              <a:buFontTx/>
              <a:buNone/>
              <a:defRPr/>
            </a:pPr>
            <a:r>
              <a:rPr lang="zh-CN" altLang="en-US" sz="2000" dirty="0"/>
              <a:t>（</a:t>
            </a:r>
            <a:r>
              <a:rPr lang="en-US" altLang="zh-CN" sz="2000" dirty="0"/>
              <a:t>D</a:t>
            </a:r>
            <a:r>
              <a:rPr lang="zh-CN" altLang="en-US" sz="2000" dirty="0"/>
              <a:t>）方便   </a:t>
            </a:r>
            <a:r>
              <a:rPr lang="en-US" altLang="zh-CN" sz="2000" dirty="0"/>
              <a:t>A.</a:t>
            </a:r>
            <a:r>
              <a:rPr lang="zh-CN" altLang="en-US" sz="2000" dirty="0"/>
              <a:t>姐姐</a:t>
            </a:r>
            <a:r>
              <a:rPr lang="en-US" altLang="zh-CN" sz="2000" dirty="0"/>
              <a:t>  B.</a:t>
            </a:r>
            <a:r>
              <a:rPr lang="zh-CN" altLang="en-US" sz="2000" dirty="0"/>
              <a:t>一边</a:t>
            </a:r>
            <a:r>
              <a:rPr lang="en-US" altLang="zh-CN" sz="2000" dirty="0"/>
              <a:t>  C.</a:t>
            </a:r>
            <a:r>
              <a:rPr lang="zh-CN" altLang="en-US" sz="2000" dirty="0"/>
              <a:t>难  </a:t>
            </a:r>
            <a:r>
              <a:rPr lang="en-US" altLang="zh-CN" sz="2000" dirty="0"/>
              <a:t>D.</a:t>
            </a:r>
            <a:r>
              <a:rPr lang="zh-CN" altLang="en-US" sz="2000" dirty="0"/>
              <a:t>生活</a:t>
            </a:r>
            <a:endParaRPr lang="en-US" altLang="zh-CN" sz="2000" dirty="0"/>
          </a:p>
          <a:p>
            <a:pPr marL="0" indent="0" eaLnBrk="1" hangingPunct="1">
              <a:buFontTx/>
              <a:buNone/>
              <a:defRPr/>
            </a:pPr>
            <a:endParaRPr lang="en-US" altLang="zh-CN" sz="2000" dirty="0"/>
          </a:p>
          <a:p>
            <a:pPr marL="0" indent="0" eaLnBrk="1" hangingPunct="1">
              <a:buFontTx/>
              <a:buNone/>
              <a:defRPr/>
            </a:pPr>
            <a:r>
              <a:rPr lang="en-US" altLang="zh-CN" sz="2000" dirty="0"/>
              <a:t>3.</a:t>
            </a:r>
            <a:r>
              <a:rPr lang="zh-CN" altLang="en-US" sz="2000" dirty="0"/>
              <a:t> </a:t>
            </a:r>
            <a:r>
              <a:rPr lang="en-US" altLang="zh-CN" sz="2000" dirty="0"/>
              <a:t>Fill</a:t>
            </a:r>
            <a:r>
              <a:rPr lang="zh-CN" altLang="en-US" sz="2000" dirty="0"/>
              <a:t> </a:t>
            </a:r>
            <a:r>
              <a:rPr lang="en-US" altLang="zh-CN" sz="2000" dirty="0"/>
              <a:t>in right word.		</a:t>
            </a:r>
            <a:r>
              <a:rPr lang="zh-CN" altLang="en-US" sz="2000" dirty="0"/>
              <a:t>     </a:t>
            </a:r>
            <a:endParaRPr lang="en-US" altLang="zh-CN" sz="2000" dirty="0"/>
          </a:p>
          <a:p>
            <a:pPr marL="0" indent="0" eaLnBrk="1" hangingPunct="1">
              <a:buFontTx/>
              <a:buNone/>
              <a:defRPr/>
            </a:pPr>
            <a:r>
              <a:rPr lang="zh-CN" altLang="en-US" sz="2000" dirty="0"/>
              <a:t>为什么他们要过这样的生（活）呢？ </a:t>
            </a:r>
            <a:endParaRPr lang="en" altLang="zh-CN" sz="2000" dirty="0"/>
          </a:p>
          <a:p>
            <a:pPr eaLnBrk="1" hangingPunct="1">
              <a:defRPr/>
            </a:pPr>
            <a:endParaRPr lang="zh-CN" altLang="zh-CN" sz="2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5" name="标题 1">
            <a:extLst>
              <a:ext uri="{FF2B5EF4-FFF2-40B4-BE49-F238E27FC236}">
                <a16:creationId xmlns:a16="http://schemas.microsoft.com/office/drawing/2014/main" id="{275D813F-0803-18D9-CA06-98EC84AC250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practice</a:t>
            </a:r>
            <a:endParaRPr kumimoji="1" lang="zh-CN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20BFCBF-A610-65D5-65B0-374A89EB534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 eaLnBrk="1" hangingPunct="1">
              <a:buFontTx/>
              <a:buAutoNum type="arabicPeriod"/>
              <a:defRPr/>
            </a:pPr>
            <a:r>
              <a:rPr lang="en" altLang="zh-CN" sz="2000" dirty="0"/>
              <a:t>Find</a:t>
            </a:r>
            <a:r>
              <a:rPr lang="zh-CN" altLang="en-US" sz="2000" dirty="0"/>
              <a:t> </a:t>
            </a:r>
            <a:r>
              <a:rPr lang="en-US" altLang="zh-CN" sz="2000" dirty="0"/>
              <a:t>responding</a:t>
            </a:r>
            <a:r>
              <a:rPr lang="zh-CN" altLang="en-US" sz="2000" dirty="0"/>
              <a:t> </a:t>
            </a:r>
            <a:r>
              <a:rPr lang="en" altLang="zh-CN" sz="2000" dirty="0"/>
              <a:t>word. </a:t>
            </a:r>
          </a:p>
          <a:p>
            <a:pPr marL="0" indent="0" eaLnBrk="1" hangingPunct="1">
              <a:buFontTx/>
              <a:buNone/>
              <a:defRPr/>
            </a:pPr>
            <a:r>
              <a:rPr lang="zh-CN" altLang="en-US" sz="2000" dirty="0"/>
              <a:t>（当）</a:t>
            </a:r>
            <a:r>
              <a:rPr lang="en" altLang="zh-CN" sz="2000" dirty="0"/>
              <a:t> works as; serve as;</a:t>
            </a:r>
            <a:r>
              <a:rPr lang="zh-CN" altLang="en-US" sz="2000" dirty="0"/>
              <a:t> </a:t>
            </a:r>
            <a:r>
              <a:rPr lang="en" altLang="zh-CN" sz="2000" dirty="0"/>
              <a:t>be</a:t>
            </a:r>
            <a:r>
              <a:rPr lang="zh-CN" altLang="en-US" sz="2000" dirty="0"/>
              <a:t>     </a:t>
            </a:r>
            <a:r>
              <a:rPr lang="en-US" altLang="zh-CN" sz="2000" dirty="0"/>
              <a:t>A.</a:t>
            </a:r>
            <a:r>
              <a:rPr lang="zh-CN" altLang="en-US" sz="2000" dirty="0"/>
              <a:t>刮风  </a:t>
            </a:r>
            <a:r>
              <a:rPr lang="en-US" altLang="zh-CN" sz="2000" dirty="0"/>
              <a:t>B.</a:t>
            </a:r>
            <a:r>
              <a:rPr lang="zh-CN" altLang="en-US" sz="2000" dirty="0"/>
              <a:t>往  </a:t>
            </a:r>
            <a:r>
              <a:rPr lang="en-US" altLang="zh-CN" sz="2000" dirty="0"/>
              <a:t>C.</a:t>
            </a:r>
            <a:r>
              <a:rPr lang="zh-CN" altLang="en-US" sz="2000" dirty="0"/>
              <a:t>当  </a:t>
            </a:r>
            <a:r>
              <a:rPr lang="en-US" altLang="zh-CN" sz="2000" dirty="0"/>
              <a:t>D.</a:t>
            </a:r>
            <a:r>
              <a:rPr lang="zh-CN" altLang="en-US" sz="2000" dirty="0"/>
              <a:t>孩子</a:t>
            </a:r>
            <a:endParaRPr lang="en-US" altLang="zh-CN" sz="2000" dirty="0"/>
          </a:p>
          <a:p>
            <a:pPr marL="0" indent="0" eaLnBrk="1" hangingPunct="1">
              <a:buFontTx/>
              <a:buNone/>
              <a:defRPr/>
            </a:pPr>
            <a:endParaRPr lang="en-US" altLang="zh-CN" sz="2000" dirty="0"/>
          </a:p>
          <a:p>
            <a:pPr marL="0" indent="0" eaLnBrk="1" hangingPunct="1">
              <a:buFontTx/>
              <a:buNone/>
              <a:defRPr/>
            </a:pPr>
            <a:r>
              <a:rPr lang="en-US" altLang="zh-CN" sz="2000" dirty="0"/>
              <a:t>2.</a:t>
            </a:r>
            <a:r>
              <a:rPr lang="zh-CN" altLang="en-US" sz="2000" dirty="0"/>
              <a:t> </a:t>
            </a:r>
            <a:r>
              <a:rPr lang="en-US" altLang="zh-CN" sz="2000" dirty="0"/>
              <a:t>Find</a:t>
            </a:r>
            <a:r>
              <a:rPr lang="zh-CN" altLang="en-US" sz="2000" dirty="0"/>
              <a:t> </a:t>
            </a:r>
            <a:r>
              <a:rPr lang="en-US" altLang="zh-CN" sz="2000" dirty="0"/>
              <a:t>right</a:t>
            </a:r>
            <a:r>
              <a:rPr lang="zh-CN" altLang="en-US" sz="2000" dirty="0"/>
              <a:t> </a:t>
            </a:r>
            <a:r>
              <a:rPr lang="en-US" altLang="zh-CN" sz="2000" dirty="0"/>
              <a:t>collocation.</a:t>
            </a:r>
          </a:p>
          <a:p>
            <a:pPr marL="0" indent="0" eaLnBrk="1" hangingPunct="1">
              <a:buFontTx/>
              <a:buNone/>
              <a:defRPr/>
            </a:pPr>
            <a:r>
              <a:rPr lang="zh-CN" altLang="en-US" sz="2000" dirty="0"/>
              <a:t>（当）医生   </a:t>
            </a:r>
            <a:r>
              <a:rPr lang="en-US" altLang="zh-CN" sz="2000" dirty="0"/>
              <a:t>A.</a:t>
            </a:r>
            <a:r>
              <a:rPr lang="zh-CN" altLang="en-US" sz="2000" dirty="0"/>
              <a:t>季节</a:t>
            </a:r>
            <a:r>
              <a:rPr lang="en-US" altLang="zh-CN" sz="2000" dirty="0"/>
              <a:t>  B.</a:t>
            </a:r>
            <a:r>
              <a:rPr lang="zh-CN" altLang="en-US" sz="2000" dirty="0"/>
              <a:t>女儿</a:t>
            </a:r>
            <a:r>
              <a:rPr lang="en-US" altLang="zh-CN" sz="2000" dirty="0"/>
              <a:t>  C.</a:t>
            </a:r>
            <a:r>
              <a:rPr lang="zh-CN" altLang="en-US" sz="2000" dirty="0"/>
              <a:t>有  </a:t>
            </a:r>
            <a:r>
              <a:rPr lang="en-US" altLang="zh-CN" sz="2000" dirty="0"/>
              <a:t>D.</a:t>
            </a:r>
            <a:r>
              <a:rPr lang="zh-CN" altLang="en-US" sz="2000" dirty="0"/>
              <a:t>当</a:t>
            </a:r>
            <a:endParaRPr lang="en-US" altLang="zh-CN" sz="2000" dirty="0"/>
          </a:p>
          <a:p>
            <a:pPr marL="0" indent="0" eaLnBrk="1" hangingPunct="1">
              <a:buFontTx/>
              <a:buNone/>
              <a:defRPr/>
            </a:pPr>
            <a:r>
              <a:rPr lang="zh-CN" altLang="en-US" sz="2000" dirty="0"/>
              <a:t>（当）经理   </a:t>
            </a:r>
            <a:r>
              <a:rPr lang="en-US" altLang="zh-CN" sz="2000" dirty="0"/>
              <a:t>A.</a:t>
            </a:r>
            <a:r>
              <a:rPr lang="zh-CN" altLang="en-US" sz="2000" dirty="0"/>
              <a:t>地（助词）</a:t>
            </a:r>
            <a:r>
              <a:rPr lang="en-US" altLang="zh-CN" sz="2000" dirty="0"/>
              <a:t>  B.</a:t>
            </a:r>
            <a:r>
              <a:rPr lang="zh-CN" altLang="en-US" sz="2000" dirty="0"/>
              <a:t>当</a:t>
            </a:r>
            <a:r>
              <a:rPr lang="en-US" altLang="zh-CN" sz="2000" dirty="0"/>
              <a:t>  C.</a:t>
            </a:r>
            <a:r>
              <a:rPr lang="zh-CN" altLang="en-US" sz="2000" dirty="0"/>
              <a:t>笔记本  </a:t>
            </a:r>
            <a:r>
              <a:rPr lang="en-US" altLang="zh-CN" sz="2000" dirty="0"/>
              <a:t>D.</a:t>
            </a:r>
            <a:r>
              <a:rPr lang="zh-CN" altLang="en-US" sz="2000" dirty="0"/>
              <a:t>孩子</a:t>
            </a:r>
            <a:endParaRPr lang="en-US" altLang="zh-CN" sz="2000" dirty="0"/>
          </a:p>
          <a:p>
            <a:pPr marL="0" indent="0" eaLnBrk="1" hangingPunct="1">
              <a:buFontTx/>
              <a:buNone/>
              <a:defRPr/>
            </a:pPr>
            <a:endParaRPr lang="en-US" altLang="zh-CN" sz="2000" dirty="0"/>
          </a:p>
          <a:p>
            <a:pPr marL="0" indent="0" eaLnBrk="1" hangingPunct="1">
              <a:buFontTx/>
              <a:buNone/>
              <a:defRPr/>
            </a:pPr>
            <a:r>
              <a:rPr lang="en-US" altLang="zh-CN" sz="2000" dirty="0"/>
              <a:t>3.</a:t>
            </a:r>
            <a:r>
              <a:rPr lang="zh-CN" altLang="en-US" sz="2000" dirty="0"/>
              <a:t> </a:t>
            </a:r>
            <a:r>
              <a:rPr lang="en-US" altLang="zh-CN" sz="2000" dirty="0"/>
              <a:t>Fill</a:t>
            </a:r>
            <a:r>
              <a:rPr lang="zh-CN" altLang="en-US" sz="2000" dirty="0"/>
              <a:t> </a:t>
            </a:r>
            <a:r>
              <a:rPr lang="en-US" altLang="zh-CN" sz="2000" dirty="0"/>
              <a:t>in right word, its Pinyin and its tone. 	</a:t>
            </a:r>
          </a:p>
          <a:p>
            <a:pPr marL="0" indent="0" eaLnBrk="1" hangingPunct="1">
              <a:buFontTx/>
              <a:buNone/>
              <a:defRPr/>
            </a:pPr>
            <a:r>
              <a:rPr lang="en-US" altLang="zh-CN" sz="2000" dirty="0"/>
              <a:t>	</a:t>
            </a:r>
            <a:r>
              <a:rPr lang="zh-CN" altLang="en-US" sz="2000" dirty="0"/>
              <a:t>     </a:t>
            </a:r>
            <a:r>
              <a:rPr lang="en-US" altLang="zh-CN" sz="2000" dirty="0"/>
              <a:t>	</a:t>
            </a:r>
            <a:r>
              <a:rPr lang="zh-CN" altLang="en-US" sz="2000" dirty="0"/>
              <a:t>        </a:t>
            </a:r>
            <a:r>
              <a:rPr lang="en-US" altLang="zh-CN" sz="2000" dirty="0"/>
              <a:t>dang1</a:t>
            </a:r>
          </a:p>
          <a:p>
            <a:pPr marL="0" indent="0" eaLnBrk="1" hangingPunct="1">
              <a:buFontTx/>
              <a:buNone/>
              <a:defRPr/>
            </a:pPr>
            <a:r>
              <a:rPr lang="zh-CN" altLang="en-US" sz="2000" dirty="0"/>
              <a:t>那个穿西装的小伙子（当）经理了？</a:t>
            </a:r>
            <a:endParaRPr kumimoji="1" lang="zh-CN" altLang="en-US" sz="2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89" name="标题 1">
            <a:extLst>
              <a:ext uri="{FF2B5EF4-FFF2-40B4-BE49-F238E27FC236}">
                <a16:creationId xmlns:a16="http://schemas.microsoft.com/office/drawing/2014/main" id="{2A3024CC-36B7-3FC2-E7D9-2CA4A73C316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practice</a:t>
            </a:r>
            <a:endParaRPr kumimoji="1" lang="zh-CN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5C059CB-3D77-1EE6-B1D3-9C02B6F09C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 eaLnBrk="1" hangingPunct="1">
              <a:buFontTx/>
              <a:buAutoNum type="arabicPeriod"/>
              <a:defRPr/>
            </a:pPr>
            <a:r>
              <a:rPr lang="en" altLang="zh-CN" sz="2000" dirty="0"/>
              <a:t>Find</a:t>
            </a:r>
            <a:r>
              <a:rPr lang="zh-CN" altLang="en-US" sz="2000" dirty="0"/>
              <a:t> </a:t>
            </a:r>
            <a:r>
              <a:rPr lang="en-US" altLang="zh-CN" sz="2000" dirty="0"/>
              <a:t>responding</a:t>
            </a:r>
            <a:r>
              <a:rPr lang="zh-CN" altLang="en-US" sz="2000" dirty="0"/>
              <a:t> </a:t>
            </a:r>
            <a:r>
              <a:rPr lang="en" altLang="zh-CN" sz="2000" dirty="0"/>
              <a:t>word. </a:t>
            </a:r>
          </a:p>
          <a:p>
            <a:pPr marL="0" indent="0" eaLnBrk="1" hangingPunct="1">
              <a:buFontTx/>
              <a:buNone/>
              <a:defRPr/>
            </a:pPr>
            <a:r>
              <a:rPr lang="zh-CN" altLang="en-US" sz="2000" dirty="0"/>
              <a:t>（</a:t>
            </a:r>
            <a:r>
              <a:rPr lang="en-US" altLang="zh-CN" sz="2000" dirty="0"/>
              <a:t>D</a:t>
            </a:r>
            <a:r>
              <a:rPr lang="zh-CN" altLang="en-US" sz="2000" dirty="0"/>
              <a:t>）</a:t>
            </a:r>
            <a:r>
              <a:rPr lang="en" altLang="zh-CN" sz="2000" dirty="0"/>
              <a:t> just at(at time or place)</a:t>
            </a:r>
            <a:r>
              <a:rPr lang="zh-CN" altLang="en-US" sz="2000" dirty="0"/>
              <a:t>     </a:t>
            </a:r>
            <a:r>
              <a:rPr lang="en-US" altLang="zh-CN" sz="2000" dirty="0"/>
              <a:t>A.</a:t>
            </a:r>
            <a:r>
              <a:rPr lang="zh-CN" altLang="en-US" sz="2000" dirty="0"/>
              <a:t>回  </a:t>
            </a:r>
            <a:r>
              <a:rPr lang="en-US" altLang="zh-CN" sz="2000" dirty="0"/>
              <a:t>B.</a:t>
            </a:r>
            <a:r>
              <a:rPr lang="zh-CN" altLang="en-US" sz="2000" dirty="0"/>
              <a:t>写  </a:t>
            </a:r>
            <a:r>
              <a:rPr lang="en-US" altLang="zh-CN" sz="2000" dirty="0"/>
              <a:t>C.</a:t>
            </a:r>
            <a:r>
              <a:rPr lang="zh-CN" altLang="en-US" sz="2000" dirty="0"/>
              <a:t>过（助词）  </a:t>
            </a:r>
            <a:r>
              <a:rPr lang="en-US" altLang="zh-CN" sz="2000" dirty="0"/>
              <a:t>D.</a:t>
            </a:r>
            <a:r>
              <a:rPr lang="zh-CN" altLang="en-US" sz="2000" dirty="0"/>
              <a:t>当</a:t>
            </a:r>
            <a:endParaRPr lang="en-US" altLang="zh-CN" sz="2000" dirty="0"/>
          </a:p>
          <a:p>
            <a:pPr marL="0" indent="0" eaLnBrk="1" hangingPunct="1">
              <a:buFontTx/>
              <a:buNone/>
              <a:defRPr/>
            </a:pPr>
            <a:endParaRPr lang="en-US" altLang="zh-CN" sz="2000" dirty="0"/>
          </a:p>
          <a:p>
            <a:pPr marL="0" indent="0" eaLnBrk="1" hangingPunct="1">
              <a:buFontTx/>
              <a:buNone/>
              <a:defRPr/>
            </a:pPr>
            <a:r>
              <a:rPr lang="en-US" altLang="zh-CN" sz="2000" dirty="0"/>
              <a:t>2.</a:t>
            </a:r>
            <a:r>
              <a:rPr lang="zh-CN" altLang="en-US" sz="2000" dirty="0"/>
              <a:t> </a:t>
            </a:r>
            <a:r>
              <a:rPr lang="en-US" altLang="zh-CN" sz="2000" dirty="0"/>
              <a:t>Find</a:t>
            </a:r>
            <a:r>
              <a:rPr lang="zh-CN" altLang="en-US" sz="2000" dirty="0"/>
              <a:t> </a:t>
            </a:r>
            <a:r>
              <a:rPr lang="en-US" altLang="zh-CN" sz="2000" dirty="0"/>
              <a:t>right</a:t>
            </a:r>
            <a:r>
              <a:rPr lang="zh-CN" altLang="en-US" sz="2000" dirty="0"/>
              <a:t> </a:t>
            </a:r>
            <a:r>
              <a:rPr lang="en-US" altLang="zh-CN" sz="2000" dirty="0"/>
              <a:t>collocation.</a:t>
            </a:r>
          </a:p>
          <a:p>
            <a:pPr marL="0" indent="0" eaLnBrk="1" hangingPunct="1">
              <a:buFontTx/>
              <a:buNone/>
              <a:defRPr/>
            </a:pPr>
            <a:r>
              <a:rPr lang="zh-CN" altLang="en-US" sz="2000" dirty="0"/>
              <a:t>（</a:t>
            </a:r>
            <a:r>
              <a:rPr lang="en-US" altLang="zh-CN" sz="2000" dirty="0"/>
              <a:t>D</a:t>
            </a:r>
            <a:r>
              <a:rPr lang="zh-CN" altLang="en-US" sz="2000" dirty="0"/>
              <a:t>） </a:t>
            </a:r>
            <a:r>
              <a:rPr lang="en" altLang="zh-CN" sz="2000" dirty="0"/>
              <a:t>X </a:t>
            </a:r>
            <a:r>
              <a:rPr lang="zh-CN" altLang="en-US" sz="2000" dirty="0"/>
              <a:t>时候   </a:t>
            </a:r>
            <a:r>
              <a:rPr lang="en-US" altLang="zh-CN" sz="2000" dirty="0"/>
              <a:t>A.</a:t>
            </a:r>
            <a:r>
              <a:rPr lang="zh-CN" altLang="en-US" sz="2000" dirty="0"/>
              <a:t>层</a:t>
            </a:r>
            <a:r>
              <a:rPr lang="en-US" altLang="zh-CN" sz="2000" dirty="0"/>
              <a:t>  B.</a:t>
            </a:r>
            <a:r>
              <a:rPr lang="zh-CN" altLang="en-US" sz="2000" dirty="0"/>
              <a:t>差</a:t>
            </a:r>
            <a:r>
              <a:rPr lang="en-US" altLang="zh-CN" sz="2000" dirty="0"/>
              <a:t>  C.</a:t>
            </a:r>
            <a:r>
              <a:rPr lang="zh-CN" altLang="en-US" sz="2000" dirty="0"/>
              <a:t>游泳  </a:t>
            </a:r>
            <a:r>
              <a:rPr lang="en-US" altLang="zh-CN" sz="2000" dirty="0"/>
              <a:t>D.</a:t>
            </a:r>
            <a:r>
              <a:rPr lang="zh-CN" altLang="en-US" sz="2000" dirty="0"/>
              <a:t>当</a:t>
            </a:r>
            <a:endParaRPr lang="en-US" altLang="zh-CN" sz="2000" dirty="0"/>
          </a:p>
          <a:p>
            <a:pPr marL="0" indent="0" eaLnBrk="1" hangingPunct="1">
              <a:buFontTx/>
              <a:buNone/>
              <a:defRPr/>
            </a:pPr>
            <a:endParaRPr lang="en-US" altLang="zh-CN" sz="2000" dirty="0"/>
          </a:p>
          <a:p>
            <a:pPr marL="0" indent="0" eaLnBrk="1" hangingPunct="1">
              <a:buFontTx/>
              <a:buNone/>
              <a:defRPr/>
            </a:pPr>
            <a:r>
              <a:rPr lang="en-US" altLang="zh-CN" sz="2000" dirty="0"/>
              <a:t>3.</a:t>
            </a:r>
            <a:r>
              <a:rPr lang="zh-CN" altLang="en-US" sz="2000" dirty="0"/>
              <a:t> </a:t>
            </a:r>
            <a:r>
              <a:rPr lang="en-US" altLang="zh-CN" sz="2000" dirty="0"/>
              <a:t>Fill</a:t>
            </a:r>
            <a:r>
              <a:rPr lang="zh-CN" altLang="en-US" sz="2000" dirty="0"/>
              <a:t> </a:t>
            </a:r>
            <a:r>
              <a:rPr lang="en-US" altLang="zh-CN" sz="2000" dirty="0"/>
              <a:t>in right word, its Pinyin and its tone. </a:t>
            </a:r>
          </a:p>
          <a:p>
            <a:pPr marL="0" indent="0" eaLnBrk="1" hangingPunct="1">
              <a:buFontTx/>
              <a:buNone/>
              <a:defRPr/>
            </a:pPr>
            <a:r>
              <a:rPr lang="zh-CN" altLang="en-US" sz="2000" dirty="0"/>
              <a:t>  </a:t>
            </a:r>
            <a:r>
              <a:rPr lang="en-US" altLang="zh-CN" sz="2000" dirty="0"/>
              <a:t>dang1</a:t>
            </a:r>
          </a:p>
          <a:p>
            <a:pPr marL="0" indent="0" eaLnBrk="1" hangingPunct="1">
              <a:buFontTx/>
              <a:buNone/>
              <a:defRPr/>
            </a:pPr>
            <a:r>
              <a:rPr kumimoji="1" lang="zh-CN" altLang="en-US" sz="2000" dirty="0"/>
              <a:t>（当）他提出送她回家时，她竟然没有拒绝。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3" name="标题 1">
            <a:extLst>
              <a:ext uri="{FF2B5EF4-FFF2-40B4-BE49-F238E27FC236}">
                <a16:creationId xmlns:a16="http://schemas.microsoft.com/office/drawing/2014/main" id="{A4EAEF9D-F015-5A3C-A910-B4E1ECD337E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practice</a:t>
            </a:r>
            <a:endParaRPr kumimoji="1" lang="zh-CN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28CBD40-BAFB-9D5A-1989-D02465604B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 eaLnBrk="1" hangingPunct="1">
              <a:buFontTx/>
              <a:buAutoNum type="arabicPeriod"/>
              <a:defRPr/>
            </a:pPr>
            <a:r>
              <a:rPr lang="en" altLang="zh-CN" sz="2000" dirty="0"/>
              <a:t>Find</a:t>
            </a:r>
            <a:r>
              <a:rPr lang="zh-CN" altLang="en-US" sz="2000" dirty="0"/>
              <a:t> </a:t>
            </a:r>
            <a:r>
              <a:rPr lang="en-US" altLang="zh-CN" sz="2000" dirty="0"/>
              <a:t>responding</a:t>
            </a:r>
            <a:r>
              <a:rPr lang="zh-CN" altLang="en-US" sz="2000" dirty="0"/>
              <a:t> </a:t>
            </a:r>
            <a:r>
              <a:rPr lang="en" altLang="zh-CN" sz="2000" dirty="0"/>
              <a:t>word. </a:t>
            </a:r>
          </a:p>
          <a:p>
            <a:pPr marL="0" indent="0" eaLnBrk="1" hangingPunct="1">
              <a:buFontTx/>
              <a:buNone/>
              <a:defRPr/>
            </a:pPr>
            <a:r>
              <a:rPr lang="zh-CN" altLang="en-US" sz="2000" dirty="0"/>
              <a:t>（</a:t>
            </a:r>
            <a:r>
              <a:rPr lang="en-US" altLang="zh-CN" sz="2000" dirty="0"/>
              <a:t>C</a:t>
            </a:r>
            <a:r>
              <a:rPr lang="zh-CN" altLang="en-US" sz="2000" dirty="0"/>
              <a:t>）</a:t>
            </a:r>
            <a:r>
              <a:rPr lang="en" altLang="zh-CN" sz="2000" dirty="0"/>
              <a:t>development </a:t>
            </a:r>
            <a:r>
              <a:rPr lang="zh-CN" altLang="en-US" sz="2000" dirty="0"/>
              <a:t>    </a:t>
            </a:r>
            <a:r>
              <a:rPr lang="en-US" altLang="zh-CN" sz="2000" dirty="0"/>
              <a:t>A.</a:t>
            </a:r>
            <a:r>
              <a:rPr lang="zh-CN" altLang="en-US" sz="2000" dirty="0"/>
              <a:t>现在  </a:t>
            </a:r>
            <a:r>
              <a:rPr lang="en-US" altLang="zh-CN" sz="2000" dirty="0"/>
              <a:t>B.</a:t>
            </a:r>
            <a:r>
              <a:rPr lang="zh-CN" altLang="en-US" sz="2000" dirty="0"/>
              <a:t>注意  </a:t>
            </a:r>
            <a:r>
              <a:rPr lang="en-US" altLang="zh-CN" sz="2000" dirty="0"/>
              <a:t>C.</a:t>
            </a:r>
            <a:r>
              <a:rPr lang="zh-CN" altLang="en-US" sz="2000" dirty="0"/>
              <a:t>发展  </a:t>
            </a:r>
            <a:r>
              <a:rPr lang="en-US" altLang="zh-CN" sz="2000" dirty="0"/>
              <a:t>D.</a:t>
            </a:r>
            <a:r>
              <a:rPr lang="zh-CN" altLang="en-US" sz="2000" dirty="0"/>
              <a:t>饱</a:t>
            </a:r>
            <a:endParaRPr lang="en-US" altLang="zh-CN" sz="2000" dirty="0"/>
          </a:p>
          <a:p>
            <a:pPr marL="0" indent="0" eaLnBrk="1" hangingPunct="1">
              <a:buFontTx/>
              <a:buNone/>
              <a:defRPr/>
            </a:pPr>
            <a:endParaRPr lang="en-US" altLang="zh-CN" sz="2000" dirty="0"/>
          </a:p>
          <a:p>
            <a:pPr marL="0" indent="0" eaLnBrk="1" hangingPunct="1">
              <a:buFontTx/>
              <a:buNone/>
              <a:defRPr/>
            </a:pPr>
            <a:r>
              <a:rPr lang="en-US" altLang="zh-CN" sz="2000" dirty="0"/>
              <a:t>2.</a:t>
            </a:r>
            <a:r>
              <a:rPr lang="zh-CN" altLang="en-US" sz="2000" dirty="0"/>
              <a:t> </a:t>
            </a:r>
            <a:r>
              <a:rPr lang="en-US" altLang="zh-CN" sz="2000" dirty="0"/>
              <a:t>Find</a:t>
            </a:r>
            <a:r>
              <a:rPr lang="zh-CN" altLang="en-US" sz="2000" dirty="0"/>
              <a:t> </a:t>
            </a:r>
            <a:r>
              <a:rPr lang="en-US" altLang="zh-CN" sz="2000" dirty="0"/>
              <a:t>right</a:t>
            </a:r>
            <a:r>
              <a:rPr lang="zh-CN" altLang="en-US" sz="2000" dirty="0"/>
              <a:t> </a:t>
            </a:r>
            <a:r>
              <a:rPr lang="en-US" altLang="zh-CN" sz="2000" dirty="0"/>
              <a:t>collocation.</a:t>
            </a:r>
          </a:p>
          <a:p>
            <a:pPr marL="0" indent="0" eaLnBrk="1" hangingPunct="1">
              <a:buFontTx/>
              <a:buNone/>
              <a:defRPr/>
            </a:pPr>
            <a:r>
              <a:rPr lang="zh-CN" altLang="en-US" sz="2000" dirty="0"/>
              <a:t>（</a:t>
            </a:r>
            <a:r>
              <a:rPr lang="en-US" altLang="zh-CN" sz="2000" dirty="0"/>
              <a:t>C</a:t>
            </a:r>
            <a:r>
              <a:rPr lang="zh-CN" altLang="en-US" sz="2000" dirty="0"/>
              <a:t>）历史   </a:t>
            </a:r>
            <a:r>
              <a:rPr lang="en-US" altLang="zh-CN" sz="2000" dirty="0"/>
              <a:t>A.</a:t>
            </a:r>
            <a:r>
              <a:rPr lang="zh-CN" altLang="en-US" sz="2000" dirty="0"/>
              <a:t>点</a:t>
            </a:r>
            <a:r>
              <a:rPr lang="en-US" altLang="zh-CN" sz="2000" dirty="0"/>
              <a:t>  B.</a:t>
            </a:r>
            <a:r>
              <a:rPr lang="zh-CN" altLang="en-US" sz="2000" dirty="0"/>
              <a:t>下雨</a:t>
            </a:r>
            <a:r>
              <a:rPr lang="en-US" altLang="zh-CN" sz="2000" dirty="0"/>
              <a:t>  C.</a:t>
            </a:r>
            <a:r>
              <a:rPr lang="zh-CN" altLang="en-US" sz="2000" dirty="0"/>
              <a:t>发展  </a:t>
            </a:r>
            <a:r>
              <a:rPr lang="en-US" altLang="zh-CN" sz="2000" dirty="0"/>
              <a:t>D.</a:t>
            </a:r>
            <a:r>
              <a:rPr lang="zh-CN" altLang="en-US" sz="2000" dirty="0"/>
              <a:t>笔记本</a:t>
            </a:r>
            <a:endParaRPr lang="en-US" altLang="zh-CN" sz="2000" dirty="0"/>
          </a:p>
          <a:p>
            <a:pPr marL="0" indent="0" eaLnBrk="1" hangingPunct="1">
              <a:buFontTx/>
              <a:buNone/>
              <a:defRPr/>
            </a:pPr>
            <a:endParaRPr lang="en-US" altLang="zh-CN" sz="2000" dirty="0"/>
          </a:p>
          <a:p>
            <a:pPr marL="0" indent="0" eaLnBrk="1" hangingPunct="1">
              <a:buFontTx/>
              <a:buNone/>
              <a:defRPr/>
            </a:pPr>
            <a:r>
              <a:rPr lang="en-US" altLang="zh-CN" sz="2000" dirty="0"/>
              <a:t>3.</a:t>
            </a:r>
            <a:r>
              <a:rPr lang="zh-CN" altLang="en-US" sz="2000" dirty="0"/>
              <a:t> </a:t>
            </a:r>
            <a:r>
              <a:rPr lang="en-US" altLang="zh-CN" sz="2000" dirty="0"/>
              <a:t>Fill</a:t>
            </a:r>
            <a:r>
              <a:rPr lang="zh-CN" altLang="en-US" sz="2000" dirty="0"/>
              <a:t> </a:t>
            </a:r>
            <a:r>
              <a:rPr lang="en-US" altLang="zh-CN" sz="2000" dirty="0"/>
              <a:t>in right word.</a:t>
            </a:r>
          </a:p>
          <a:p>
            <a:pPr eaLnBrk="1" hangingPunct="1">
              <a:defRPr/>
            </a:pPr>
            <a:r>
              <a:rPr kumimoji="1" lang="zh-CN" altLang="en-US" sz="2000" dirty="0"/>
              <a:t>秦始皇为中国历史的发（展）做出了很多贡献。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7" name="标题 1">
            <a:extLst>
              <a:ext uri="{FF2B5EF4-FFF2-40B4-BE49-F238E27FC236}">
                <a16:creationId xmlns:a16="http://schemas.microsoft.com/office/drawing/2014/main" id="{F5E74650-9EDF-C393-A327-B1D86FEEB28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kumimoji="1" lang="en-US" altLang="zh-CN"/>
              <a:t>practice</a:t>
            </a:r>
            <a:endParaRPr kumimoji="1" lang="zh-CN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3DD2091-82FD-121A-418E-82BC6F07B0F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 eaLnBrk="1" hangingPunct="1">
              <a:buFontTx/>
              <a:buAutoNum type="arabicPeriod"/>
              <a:defRPr/>
            </a:pPr>
            <a:r>
              <a:rPr lang="en" altLang="zh-CN" sz="2000" dirty="0"/>
              <a:t>Find</a:t>
            </a:r>
            <a:r>
              <a:rPr lang="zh-CN" altLang="en-US" sz="2000" dirty="0"/>
              <a:t> </a:t>
            </a:r>
            <a:r>
              <a:rPr lang="en-US" altLang="zh-CN" sz="2000" dirty="0"/>
              <a:t>responding</a:t>
            </a:r>
            <a:r>
              <a:rPr lang="zh-CN" altLang="en-US" sz="2000" dirty="0"/>
              <a:t> </a:t>
            </a:r>
            <a:r>
              <a:rPr lang="en" altLang="zh-CN" sz="2000" dirty="0"/>
              <a:t>word. </a:t>
            </a:r>
          </a:p>
          <a:p>
            <a:pPr marL="0" indent="0" eaLnBrk="1" hangingPunct="1">
              <a:buFontTx/>
              <a:buNone/>
              <a:defRPr/>
            </a:pPr>
            <a:r>
              <a:rPr lang="zh-CN" altLang="en-US" sz="2000" dirty="0"/>
              <a:t>（</a:t>
            </a:r>
            <a:r>
              <a:rPr lang="en-US" altLang="zh-CN" sz="2000" dirty="0"/>
              <a:t>B</a:t>
            </a:r>
            <a:r>
              <a:rPr lang="zh-CN" altLang="en-US" sz="2000" dirty="0"/>
              <a:t>）</a:t>
            </a:r>
            <a:r>
              <a:rPr lang="en" altLang="zh-CN" sz="2000" dirty="0"/>
              <a:t> develop</a:t>
            </a:r>
            <a:r>
              <a:rPr lang="en-US" altLang="zh-CN" sz="2000" dirty="0"/>
              <a:t>; </a:t>
            </a:r>
            <a:r>
              <a:rPr lang="en" altLang="zh-CN" sz="2000" dirty="0"/>
              <a:t>advance; expand; grow </a:t>
            </a:r>
            <a:r>
              <a:rPr lang="zh-CN" altLang="en-US" sz="2000" dirty="0"/>
              <a:t>    </a:t>
            </a:r>
            <a:r>
              <a:rPr lang="en-US" altLang="zh-CN" sz="2000" dirty="0"/>
              <a:t>A.</a:t>
            </a:r>
            <a:r>
              <a:rPr lang="zh-CN" altLang="en-US" sz="2000" dirty="0"/>
              <a:t>老  </a:t>
            </a:r>
            <a:r>
              <a:rPr lang="en-US" altLang="zh-CN" sz="2000" dirty="0"/>
              <a:t>B.</a:t>
            </a:r>
            <a:r>
              <a:rPr lang="zh-CN" altLang="en-US" sz="2000" dirty="0"/>
              <a:t>发展  </a:t>
            </a:r>
            <a:r>
              <a:rPr lang="en-US" altLang="zh-CN" sz="2000" dirty="0"/>
              <a:t>C.</a:t>
            </a:r>
            <a:r>
              <a:rPr lang="zh-CN" altLang="en-US" sz="2000" dirty="0"/>
              <a:t>进  </a:t>
            </a:r>
            <a:r>
              <a:rPr lang="en-US" altLang="zh-CN" sz="2000" dirty="0"/>
              <a:t>D.</a:t>
            </a:r>
            <a:r>
              <a:rPr lang="zh-CN" altLang="en-US" sz="2000" dirty="0"/>
              <a:t>懂</a:t>
            </a:r>
            <a:endParaRPr lang="en-US" altLang="zh-CN" sz="2000" dirty="0"/>
          </a:p>
          <a:p>
            <a:pPr marL="0" indent="0" eaLnBrk="1" hangingPunct="1">
              <a:buFontTx/>
              <a:buNone/>
              <a:defRPr/>
            </a:pPr>
            <a:endParaRPr lang="en-US" altLang="zh-CN" sz="2000" dirty="0"/>
          </a:p>
          <a:p>
            <a:pPr marL="0" indent="0" eaLnBrk="1" hangingPunct="1">
              <a:buFontTx/>
              <a:buNone/>
              <a:defRPr/>
            </a:pPr>
            <a:r>
              <a:rPr lang="en-US" altLang="zh-CN" sz="2000" dirty="0"/>
              <a:t>2.</a:t>
            </a:r>
            <a:r>
              <a:rPr lang="zh-CN" altLang="en-US" sz="2000" dirty="0"/>
              <a:t> </a:t>
            </a:r>
            <a:r>
              <a:rPr lang="en-US" altLang="zh-CN" sz="2000" dirty="0"/>
              <a:t>Find</a:t>
            </a:r>
            <a:r>
              <a:rPr lang="zh-CN" altLang="en-US" sz="2000" dirty="0"/>
              <a:t> </a:t>
            </a:r>
            <a:r>
              <a:rPr lang="en-US" altLang="zh-CN" sz="2000" dirty="0"/>
              <a:t>right</a:t>
            </a:r>
            <a:r>
              <a:rPr lang="zh-CN" altLang="en-US" sz="2000" dirty="0"/>
              <a:t> </a:t>
            </a:r>
            <a:r>
              <a:rPr lang="en-US" altLang="zh-CN" sz="2000" dirty="0"/>
              <a:t>collocation.</a:t>
            </a:r>
          </a:p>
          <a:p>
            <a:pPr marL="0" indent="0" eaLnBrk="1" hangingPunct="1">
              <a:buFontTx/>
              <a:buNone/>
              <a:defRPr/>
            </a:pPr>
            <a:r>
              <a:rPr lang="zh-CN" altLang="en-US" sz="2000" dirty="0"/>
              <a:t>（</a:t>
            </a:r>
            <a:r>
              <a:rPr lang="en-US" altLang="zh-CN" sz="2000" dirty="0"/>
              <a:t>C</a:t>
            </a:r>
            <a:r>
              <a:rPr lang="zh-CN" altLang="en-US" sz="2000" dirty="0"/>
              <a:t>） 很快    </a:t>
            </a:r>
            <a:r>
              <a:rPr lang="en-US" altLang="zh-CN" sz="2000" dirty="0"/>
              <a:t>A.</a:t>
            </a:r>
            <a:r>
              <a:rPr lang="zh-CN" altLang="en-US" sz="2000" dirty="0"/>
              <a:t>因为</a:t>
            </a:r>
            <a:r>
              <a:rPr lang="en-US" altLang="zh-CN" sz="2000" dirty="0"/>
              <a:t>……</a:t>
            </a:r>
            <a:r>
              <a:rPr lang="zh-CN" altLang="en-US" sz="2000" dirty="0"/>
              <a:t>所以</a:t>
            </a:r>
            <a:r>
              <a:rPr lang="en-US" altLang="zh-CN" sz="2000" dirty="0"/>
              <a:t>……</a:t>
            </a:r>
            <a:r>
              <a:rPr lang="zh-CN" altLang="en-US" sz="2000" dirty="0"/>
              <a:t> </a:t>
            </a:r>
            <a:r>
              <a:rPr lang="en-US" altLang="zh-CN" sz="2000" dirty="0"/>
              <a:t> </a:t>
            </a:r>
            <a:r>
              <a:rPr lang="zh-CN" altLang="en-US" sz="2000" dirty="0"/>
              <a:t> </a:t>
            </a:r>
            <a:r>
              <a:rPr lang="en-US" altLang="zh-CN" sz="2000" dirty="0"/>
              <a:t>B.</a:t>
            </a:r>
            <a:r>
              <a:rPr lang="zh-CN" altLang="en-US" sz="2000" dirty="0"/>
              <a:t>跑步</a:t>
            </a:r>
            <a:r>
              <a:rPr lang="en-US" altLang="zh-CN" sz="2000" dirty="0"/>
              <a:t>  C.</a:t>
            </a:r>
            <a:r>
              <a:rPr lang="zh-CN" altLang="en-US" sz="2000" dirty="0"/>
              <a:t>发展  </a:t>
            </a:r>
            <a:r>
              <a:rPr lang="en-US" altLang="zh-CN" sz="2000" dirty="0"/>
              <a:t>D.</a:t>
            </a:r>
            <a:r>
              <a:rPr lang="zh-CN" altLang="en-US" sz="2000" dirty="0"/>
              <a:t>女儿</a:t>
            </a:r>
            <a:endParaRPr lang="en-US" altLang="zh-CN" sz="2000" dirty="0"/>
          </a:p>
          <a:p>
            <a:pPr marL="0" indent="0" eaLnBrk="1" hangingPunct="1">
              <a:buFontTx/>
              <a:buNone/>
              <a:defRPr/>
            </a:pPr>
            <a:endParaRPr lang="en-US" altLang="zh-CN" sz="2000" dirty="0"/>
          </a:p>
          <a:p>
            <a:pPr marL="0" indent="0" eaLnBrk="1" hangingPunct="1">
              <a:buFontTx/>
              <a:buNone/>
              <a:defRPr/>
            </a:pPr>
            <a:r>
              <a:rPr lang="en-US" altLang="zh-CN" sz="2000" dirty="0"/>
              <a:t>3.</a:t>
            </a:r>
            <a:r>
              <a:rPr lang="zh-CN" altLang="en-US" sz="2000" dirty="0"/>
              <a:t> </a:t>
            </a:r>
            <a:r>
              <a:rPr lang="en-US" altLang="zh-CN" sz="2000" dirty="0"/>
              <a:t>Fill</a:t>
            </a:r>
            <a:r>
              <a:rPr lang="zh-CN" altLang="en-US" sz="2000" dirty="0"/>
              <a:t> </a:t>
            </a:r>
            <a:r>
              <a:rPr lang="en-US" altLang="zh-CN" sz="2000" dirty="0"/>
              <a:t>in right word.</a:t>
            </a:r>
          </a:p>
          <a:p>
            <a:pPr eaLnBrk="1" hangingPunct="1">
              <a:defRPr/>
            </a:pPr>
            <a:r>
              <a:rPr kumimoji="1" lang="zh-CN" altLang="en-US" sz="2000" dirty="0"/>
              <a:t>一个外商听说这个公司发（展）得不错，想和他们合作。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1" name="标题 1">
            <a:extLst>
              <a:ext uri="{FF2B5EF4-FFF2-40B4-BE49-F238E27FC236}">
                <a16:creationId xmlns:a16="http://schemas.microsoft.com/office/drawing/2014/main" id="{152786AD-210D-3C31-99F4-254F3AE9DE7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kumimoji="1" lang="en-US" altLang="zh-CN"/>
              <a:t>practice</a:t>
            </a:r>
            <a:endParaRPr kumimoji="1" lang="zh-CN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D81793C-73F2-0AA7-E644-07A3262E19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 eaLnBrk="1" hangingPunct="1">
              <a:buFontTx/>
              <a:buAutoNum type="arabicPeriod"/>
              <a:defRPr/>
            </a:pPr>
            <a:r>
              <a:rPr lang="en" altLang="zh-CN" sz="2000" dirty="0"/>
              <a:t>Find</a:t>
            </a:r>
            <a:r>
              <a:rPr lang="zh-CN" altLang="en-US" sz="2000" dirty="0"/>
              <a:t> </a:t>
            </a:r>
            <a:r>
              <a:rPr lang="en-US" altLang="zh-CN" sz="2000" dirty="0"/>
              <a:t>responding</a:t>
            </a:r>
            <a:r>
              <a:rPr lang="zh-CN" altLang="en-US" sz="2000" dirty="0"/>
              <a:t> </a:t>
            </a:r>
            <a:r>
              <a:rPr lang="en" altLang="zh-CN" sz="2000" dirty="0"/>
              <a:t>word. </a:t>
            </a:r>
          </a:p>
          <a:p>
            <a:pPr marL="0" indent="0" eaLnBrk="1" hangingPunct="1">
              <a:buFontTx/>
              <a:buNone/>
              <a:defRPr/>
            </a:pPr>
            <a:r>
              <a:rPr lang="zh-CN" altLang="en-US" sz="2000" dirty="0"/>
              <a:t>（</a:t>
            </a:r>
            <a:r>
              <a:rPr lang="en-US" altLang="zh-CN" sz="2000" dirty="0"/>
              <a:t>B</a:t>
            </a:r>
            <a:r>
              <a:rPr lang="zh-CN" altLang="en-US" sz="2000" dirty="0"/>
              <a:t>）</a:t>
            </a:r>
            <a:r>
              <a:rPr lang="en" altLang="zh-CN" sz="2000" dirty="0"/>
              <a:t> economy </a:t>
            </a:r>
            <a:r>
              <a:rPr lang="zh-CN" altLang="en-US" sz="2000" dirty="0"/>
              <a:t>    </a:t>
            </a:r>
            <a:r>
              <a:rPr lang="en-US" altLang="zh-CN" sz="2000" dirty="0"/>
              <a:t>A.</a:t>
            </a:r>
            <a:r>
              <a:rPr lang="zh-CN" altLang="en-US" sz="2000" dirty="0"/>
              <a:t>干净  </a:t>
            </a:r>
            <a:r>
              <a:rPr lang="en-US" altLang="zh-CN" sz="2000" dirty="0"/>
              <a:t>B.</a:t>
            </a:r>
            <a:r>
              <a:rPr lang="zh-CN" altLang="en-US" sz="2000" dirty="0"/>
              <a:t>经济  </a:t>
            </a:r>
            <a:r>
              <a:rPr lang="en-US" altLang="zh-CN" sz="2000" dirty="0"/>
              <a:t>C.</a:t>
            </a:r>
            <a:r>
              <a:rPr lang="zh-CN" altLang="en-US" sz="2000" dirty="0"/>
              <a:t>小时  </a:t>
            </a:r>
            <a:r>
              <a:rPr lang="en-US" altLang="zh-CN" sz="2000" dirty="0"/>
              <a:t>D.</a:t>
            </a:r>
            <a:r>
              <a:rPr lang="zh-CN" altLang="en-US" sz="2000" dirty="0"/>
              <a:t>手表</a:t>
            </a:r>
            <a:endParaRPr lang="en-US" altLang="zh-CN" sz="2000" dirty="0"/>
          </a:p>
          <a:p>
            <a:pPr marL="0" indent="0" eaLnBrk="1" hangingPunct="1">
              <a:buFontTx/>
              <a:buNone/>
              <a:defRPr/>
            </a:pPr>
            <a:endParaRPr lang="en-US" altLang="zh-CN" sz="2000" dirty="0"/>
          </a:p>
          <a:p>
            <a:pPr marL="0" indent="0" eaLnBrk="1" hangingPunct="1">
              <a:buFontTx/>
              <a:buNone/>
              <a:defRPr/>
            </a:pPr>
            <a:r>
              <a:rPr lang="en-US" altLang="zh-CN" sz="2000" dirty="0"/>
              <a:t>2.</a:t>
            </a:r>
            <a:r>
              <a:rPr lang="zh-CN" altLang="en-US" sz="2000" dirty="0"/>
              <a:t> </a:t>
            </a:r>
            <a:r>
              <a:rPr lang="en-US" altLang="zh-CN" sz="2000" dirty="0"/>
              <a:t>Find</a:t>
            </a:r>
            <a:r>
              <a:rPr lang="zh-CN" altLang="en-US" sz="2000" dirty="0"/>
              <a:t> </a:t>
            </a:r>
            <a:r>
              <a:rPr lang="en-US" altLang="zh-CN" sz="2000" dirty="0"/>
              <a:t>right</a:t>
            </a:r>
            <a:r>
              <a:rPr lang="zh-CN" altLang="en-US" sz="2000" dirty="0"/>
              <a:t> </a:t>
            </a:r>
            <a:r>
              <a:rPr lang="en-US" altLang="zh-CN" sz="2000" dirty="0"/>
              <a:t>collocation.</a:t>
            </a:r>
          </a:p>
          <a:p>
            <a:pPr marL="0" indent="0" eaLnBrk="1" hangingPunct="1">
              <a:buFontTx/>
              <a:buNone/>
              <a:defRPr/>
            </a:pPr>
            <a:r>
              <a:rPr lang="zh-CN" altLang="en-US" sz="2000" dirty="0"/>
              <a:t>学习（</a:t>
            </a:r>
            <a:r>
              <a:rPr lang="en-US" altLang="zh-CN" sz="2000" dirty="0"/>
              <a:t>D</a:t>
            </a:r>
            <a:r>
              <a:rPr lang="zh-CN" altLang="en-US" sz="2000" dirty="0"/>
              <a:t>）   </a:t>
            </a:r>
            <a:r>
              <a:rPr lang="en-US" altLang="zh-CN" sz="2000" dirty="0"/>
              <a:t>A.</a:t>
            </a:r>
            <a:r>
              <a:rPr lang="zh-CN" altLang="en-US" sz="2000" dirty="0"/>
              <a:t>一下  </a:t>
            </a:r>
            <a:r>
              <a:rPr lang="en-US" altLang="zh-CN" sz="2000" dirty="0"/>
              <a:t>B.</a:t>
            </a:r>
            <a:r>
              <a:rPr lang="zh-CN" altLang="en-US" sz="2000" dirty="0"/>
              <a:t>可以</a:t>
            </a:r>
            <a:r>
              <a:rPr lang="en-US" altLang="zh-CN" sz="2000" dirty="0"/>
              <a:t>  C.</a:t>
            </a:r>
            <a:r>
              <a:rPr lang="zh-CN" altLang="en-US" sz="2000" dirty="0"/>
              <a:t>书  </a:t>
            </a:r>
            <a:r>
              <a:rPr lang="en-US" altLang="zh-CN" sz="2000" dirty="0"/>
              <a:t>D.</a:t>
            </a:r>
            <a:r>
              <a:rPr lang="zh-CN" altLang="en-US" sz="2000" dirty="0"/>
              <a:t>经济</a:t>
            </a:r>
            <a:endParaRPr lang="en-US" altLang="zh-CN" sz="2000" dirty="0"/>
          </a:p>
          <a:p>
            <a:pPr marL="0" indent="0" eaLnBrk="1" hangingPunct="1">
              <a:buFontTx/>
              <a:buNone/>
              <a:defRPr/>
            </a:pPr>
            <a:endParaRPr lang="en-US" altLang="zh-CN" sz="2000" dirty="0"/>
          </a:p>
          <a:p>
            <a:pPr marL="0" indent="0" eaLnBrk="1" hangingPunct="1">
              <a:buFontTx/>
              <a:buNone/>
              <a:defRPr/>
            </a:pPr>
            <a:r>
              <a:rPr lang="en-US" altLang="zh-CN" sz="2000" dirty="0"/>
              <a:t>3.</a:t>
            </a:r>
            <a:r>
              <a:rPr lang="zh-CN" altLang="en-US" sz="2000" dirty="0"/>
              <a:t> </a:t>
            </a:r>
            <a:r>
              <a:rPr lang="en-US" altLang="zh-CN" sz="2000" dirty="0"/>
              <a:t>Fill</a:t>
            </a:r>
            <a:r>
              <a:rPr lang="zh-CN" altLang="en-US" sz="2000" dirty="0"/>
              <a:t> </a:t>
            </a:r>
            <a:r>
              <a:rPr lang="en-US" altLang="zh-CN" sz="2000" dirty="0"/>
              <a:t>in right word.</a:t>
            </a:r>
          </a:p>
          <a:p>
            <a:pPr eaLnBrk="1" hangingPunct="1">
              <a:defRPr/>
            </a:pPr>
            <a:r>
              <a:rPr kumimoji="1" lang="zh-CN" altLang="en-US" sz="2000" dirty="0"/>
              <a:t>几十年来中国经（济）改革最大的成就是什么？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标题 1">
            <a:extLst>
              <a:ext uri="{FF2B5EF4-FFF2-40B4-BE49-F238E27FC236}">
                <a16:creationId xmlns:a16="http://schemas.microsoft.com/office/drawing/2014/main" id="{6F79AD08-7480-832A-7ECB-DCC55DD4DDE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kumimoji="1" lang="en-US" altLang="zh-CN"/>
              <a:t>practice</a:t>
            </a:r>
            <a:endParaRPr kumimoji="1" lang="zh-CN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AFD0E1D-AFAA-0B13-9B23-2201DED0325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 eaLnBrk="1" hangingPunct="1">
              <a:buFontTx/>
              <a:buAutoNum type="arabicPeriod"/>
              <a:defRPr/>
            </a:pPr>
            <a:r>
              <a:rPr lang="en" altLang="zh-CN" sz="2000" dirty="0"/>
              <a:t>Find</a:t>
            </a:r>
            <a:r>
              <a:rPr lang="zh-CN" altLang="en-US" sz="2000" dirty="0"/>
              <a:t> </a:t>
            </a:r>
            <a:r>
              <a:rPr lang="en-US" altLang="zh-CN" sz="2000" dirty="0"/>
              <a:t>responding</a:t>
            </a:r>
            <a:r>
              <a:rPr lang="zh-CN" altLang="en-US" sz="2000" dirty="0"/>
              <a:t> </a:t>
            </a:r>
            <a:r>
              <a:rPr lang="en" altLang="zh-CN" sz="2000" dirty="0"/>
              <a:t>word. </a:t>
            </a:r>
          </a:p>
          <a:p>
            <a:pPr marL="0" indent="0" eaLnBrk="1" hangingPunct="1">
              <a:buFontTx/>
              <a:buNone/>
              <a:defRPr/>
            </a:pPr>
            <a:r>
              <a:rPr lang="zh-CN" altLang="en-US" sz="2000" dirty="0"/>
              <a:t>（</a:t>
            </a:r>
            <a:r>
              <a:rPr lang="en-US" altLang="zh-CN" sz="2000" dirty="0"/>
              <a:t>B</a:t>
            </a:r>
            <a:r>
              <a:rPr lang="zh-CN" altLang="en-US" sz="2000" dirty="0"/>
              <a:t>）</a:t>
            </a:r>
            <a:r>
              <a:rPr lang="en-US" altLang="zh-CN" sz="2000" dirty="0">
                <a:solidFill>
                  <a:srgbClr val="000000"/>
                </a:solidFill>
              </a:rPr>
              <a:t> </a:t>
            </a:r>
            <a:r>
              <a:rPr lang="en" altLang="zh-CN" sz="2000" dirty="0">
                <a:solidFill>
                  <a:srgbClr val="000000"/>
                </a:solidFill>
              </a:rPr>
              <a:t>capital (of a country)</a:t>
            </a:r>
            <a:endParaRPr lang="en-US" altLang="zh-CN" sz="2000" dirty="0">
              <a:solidFill>
                <a:srgbClr val="000000"/>
              </a:solidFill>
            </a:endParaRPr>
          </a:p>
          <a:p>
            <a:pPr marL="0" indent="0" eaLnBrk="1" hangingPunct="1">
              <a:buFontTx/>
              <a:buNone/>
              <a:defRPr/>
            </a:pPr>
            <a:r>
              <a:rPr lang="en" altLang="zh-CN" sz="2000" dirty="0"/>
              <a:t>A.</a:t>
            </a:r>
            <a:r>
              <a:rPr lang="zh-CN" altLang="en-US" sz="2000" dirty="0"/>
              <a:t>四   </a:t>
            </a:r>
            <a:r>
              <a:rPr lang="en" altLang="zh-CN" sz="2000" dirty="0"/>
              <a:t>B.</a:t>
            </a:r>
            <a:r>
              <a:rPr lang="zh-CN" altLang="en-US" sz="2000" dirty="0"/>
              <a:t>首都   </a:t>
            </a:r>
            <a:r>
              <a:rPr lang="en" altLang="zh-CN" sz="2000" dirty="0"/>
              <a:t>C.</a:t>
            </a:r>
            <a:r>
              <a:rPr lang="zh-CN" altLang="en-US" sz="2000" dirty="0"/>
              <a:t>叔叔  </a:t>
            </a:r>
            <a:r>
              <a:rPr lang="en" altLang="zh-CN" sz="2000" dirty="0"/>
              <a:t>D.</a:t>
            </a:r>
            <a:r>
              <a:rPr lang="zh-CN" altLang="en-US" sz="2000" dirty="0"/>
              <a:t>终于</a:t>
            </a:r>
            <a:endParaRPr lang="en-US" altLang="zh-CN" sz="2000" dirty="0"/>
          </a:p>
          <a:p>
            <a:pPr marL="0" indent="0" eaLnBrk="1" hangingPunct="1">
              <a:buFontTx/>
              <a:buNone/>
              <a:defRPr/>
            </a:pPr>
            <a:endParaRPr lang="en-US" altLang="zh-CN" sz="2000" dirty="0"/>
          </a:p>
          <a:p>
            <a:pPr marL="0" indent="0" eaLnBrk="1" hangingPunct="1">
              <a:buFontTx/>
              <a:buNone/>
              <a:defRPr/>
            </a:pPr>
            <a:r>
              <a:rPr lang="en-US" altLang="zh-CN" sz="2000" dirty="0"/>
              <a:t>2.</a:t>
            </a:r>
            <a:r>
              <a:rPr lang="zh-CN" altLang="en-US" sz="2000" dirty="0"/>
              <a:t> </a:t>
            </a:r>
            <a:r>
              <a:rPr lang="en-US" altLang="zh-CN" sz="2000" dirty="0"/>
              <a:t>Fill</a:t>
            </a:r>
            <a:r>
              <a:rPr lang="zh-CN" altLang="en-US" sz="2000" dirty="0"/>
              <a:t> </a:t>
            </a:r>
            <a:r>
              <a:rPr lang="en-US" altLang="zh-CN" sz="2000" dirty="0"/>
              <a:t>in right word.</a:t>
            </a:r>
          </a:p>
          <a:p>
            <a:pPr marL="0" indent="0" eaLnBrk="1" hangingPunct="1">
              <a:buFontTx/>
              <a:buNone/>
              <a:defRPr/>
            </a:pPr>
            <a:r>
              <a:rPr kumimoji="1" lang="zh-CN" altLang="en-US" sz="2000" dirty="0">
                <a:solidFill>
                  <a:srgbClr val="000000"/>
                </a:solidFill>
              </a:rPr>
              <a:t>北京是中国的首（都）。</a:t>
            </a:r>
            <a:endParaRPr kumimoji="1" lang="zh-CN" altLang="en-US" sz="2000" dirty="0"/>
          </a:p>
          <a:p>
            <a:pPr marL="0" indent="0" eaLnBrk="1" hangingPunct="1">
              <a:buFontTx/>
              <a:buNone/>
              <a:defRPr/>
            </a:pPr>
            <a:endParaRPr kumimoji="1" lang="zh-CN" altLang="en-US" sz="2000" dirty="0"/>
          </a:p>
          <a:p>
            <a:pPr marL="0" indent="0" eaLnBrk="1" hangingPunct="1">
              <a:buFontTx/>
              <a:buNone/>
              <a:defRPr/>
            </a:pPr>
            <a:endParaRPr kumimoji="1" lang="zh-CN" altLang="en-US" sz="2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标题 1">
            <a:extLst>
              <a:ext uri="{FF2B5EF4-FFF2-40B4-BE49-F238E27FC236}">
                <a16:creationId xmlns:a16="http://schemas.microsoft.com/office/drawing/2014/main" id="{060C49F1-72F8-B12C-5A3B-5A2BD0FA567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kumimoji="1" lang="en-US" altLang="zh-CN"/>
              <a:t>practice</a:t>
            </a:r>
            <a:endParaRPr kumimoji="1" lang="zh-CN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7D76182-40E1-F7C2-C0EE-484423C9430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 eaLnBrk="1" hangingPunct="1">
              <a:buFontTx/>
              <a:buAutoNum type="arabicPeriod"/>
              <a:defRPr/>
            </a:pPr>
            <a:r>
              <a:rPr lang="en" altLang="zh-CN" sz="2000" dirty="0"/>
              <a:t>Find</a:t>
            </a:r>
            <a:r>
              <a:rPr lang="zh-CN" altLang="en-US" sz="2000" dirty="0"/>
              <a:t> </a:t>
            </a:r>
            <a:r>
              <a:rPr lang="en-US" altLang="zh-CN" sz="2000" dirty="0"/>
              <a:t>responding</a:t>
            </a:r>
            <a:r>
              <a:rPr lang="zh-CN" altLang="en-US" sz="2000" dirty="0"/>
              <a:t> </a:t>
            </a:r>
            <a:r>
              <a:rPr lang="en" altLang="zh-CN" sz="2000" dirty="0"/>
              <a:t>word. </a:t>
            </a:r>
          </a:p>
          <a:p>
            <a:pPr marL="0" indent="0" eaLnBrk="1" hangingPunct="1">
              <a:buFontTx/>
              <a:buNone/>
              <a:defRPr/>
            </a:pPr>
            <a:r>
              <a:rPr lang="zh-CN" altLang="en-US" sz="2000" dirty="0"/>
              <a:t>（</a:t>
            </a:r>
            <a:r>
              <a:rPr lang="en-US" altLang="zh-CN" sz="2000" dirty="0"/>
              <a:t>A</a:t>
            </a:r>
            <a:r>
              <a:rPr lang="zh-CN" altLang="en-US" sz="2000" dirty="0"/>
              <a:t>）</a:t>
            </a:r>
            <a:r>
              <a:rPr lang="en-US" altLang="zh-CN" sz="2000" dirty="0">
                <a:solidFill>
                  <a:srgbClr val="000000"/>
                </a:solidFill>
              </a:rPr>
              <a:t> </a:t>
            </a:r>
            <a:r>
              <a:rPr lang="en" altLang="zh-CN" sz="2000" dirty="0">
                <a:solidFill>
                  <a:srgbClr val="000000"/>
                </a:solidFill>
              </a:rPr>
              <a:t>toilet(room)</a:t>
            </a:r>
            <a:endParaRPr lang="en-US" altLang="zh-CN" sz="2000" dirty="0">
              <a:solidFill>
                <a:srgbClr val="000000"/>
              </a:solidFill>
            </a:endParaRPr>
          </a:p>
          <a:p>
            <a:pPr marL="0" indent="0" eaLnBrk="1" hangingPunct="1">
              <a:buFontTx/>
              <a:buNone/>
              <a:defRPr/>
            </a:pPr>
            <a:r>
              <a:rPr lang="en" altLang="zh-CN" sz="2000" dirty="0"/>
              <a:t>A.</a:t>
            </a:r>
            <a:r>
              <a:rPr lang="zh-CN" altLang="en-US" sz="2000" dirty="0"/>
              <a:t>卫生间  </a:t>
            </a:r>
            <a:r>
              <a:rPr lang="en" altLang="zh-CN" sz="2000" dirty="0"/>
              <a:t>B.</a:t>
            </a:r>
            <a:r>
              <a:rPr lang="zh-CN" altLang="en-US" sz="2000" dirty="0"/>
              <a:t>碗   </a:t>
            </a:r>
            <a:r>
              <a:rPr lang="en" altLang="zh-CN" sz="2000" dirty="0"/>
              <a:t>C.</a:t>
            </a:r>
            <a:r>
              <a:rPr lang="zh-CN" altLang="en-US" sz="2000" dirty="0"/>
              <a:t>这   </a:t>
            </a:r>
            <a:r>
              <a:rPr lang="en" altLang="zh-CN" sz="2000" dirty="0"/>
              <a:t>D.</a:t>
            </a:r>
            <a:r>
              <a:rPr lang="zh-CN" altLang="en-US" sz="2000" dirty="0"/>
              <a:t>电影</a:t>
            </a:r>
            <a:endParaRPr lang="en-US" altLang="zh-CN" sz="2000" dirty="0"/>
          </a:p>
          <a:p>
            <a:pPr marL="0" indent="0" eaLnBrk="1" hangingPunct="1">
              <a:buFontTx/>
              <a:buNone/>
              <a:defRPr/>
            </a:pPr>
            <a:endParaRPr lang="en-US" altLang="zh-CN" sz="2000" dirty="0"/>
          </a:p>
          <a:p>
            <a:pPr marL="0" indent="0" eaLnBrk="1" hangingPunct="1">
              <a:buFontTx/>
              <a:buNone/>
              <a:defRPr/>
            </a:pPr>
            <a:r>
              <a:rPr lang="en-US" altLang="zh-CN" sz="2000" dirty="0"/>
              <a:t>2.</a:t>
            </a:r>
            <a:r>
              <a:rPr lang="zh-CN" altLang="en-US" sz="2000" dirty="0"/>
              <a:t> </a:t>
            </a:r>
            <a:r>
              <a:rPr lang="en-US" altLang="zh-CN" sz="2000" dirty="0"/>
              <a:t>Find</a:t>
            </a:r>
            <a:r>
              <a:rPr lang="zh-CN" altLang="en-US" sz="2000" dirty="0"/>
              <a:t> </a:t>
            </a:r>
            <a:r>
              <a:rPr lang="en-US" altLang="zh-CN" sz="2000" dirty="0"/>
              <a:t>right</a:t>
            </a:r>
            <a:r>
              <a:rPr lang="zh-CN" altLang="en-US" sz="2000" dirty="0"/>
              <a:t> </a:t>
            </a:r>
            <a:r>
              <a:rPr lang="en-US" altLang="zh-CN" sz="2000" dirty="0"/>
              <a:t>collocation.</a:t>
            </a:r>
          </a:p>
          <a:p>
            <a:pPr marL="0" indent="0" eaLnBrk="1" hangingPunct="1">
              <a:buFontTx/>
              <a:buNone/>
              <a:defRPr/>
            </a:pPr>
            <a:r>
              <a:rPr lang="zh-CN" altLang="en-US" sz="2000" dirty="0">
                <a:solidFill>
                  <a:srgbClr val="000000"/>
                </a:solidFill>
              </a:rPr>
              <a:t>没有（</a:t>
            </a:r>
            <a:r>
              <a:rPr lang="en-US" altLang="zh-CN" sz="2000" dirty="0">
                <a:solidFill>
                  <a:srgbClr val="000000"/>
                </a:solidFill>
              </a:rPr>
              <a:t>B</a:t>
            </a:r>
            <a:r>
              <a:rPr lang="zh-CN" altLang="en-US" sz="2000" dirty="0">
                <a:solidFill>
                  <a:srgbClr val="000000"/>
                </a:solidFill>
              </a:rPr>
              <a:t>）  </a:t>
            </a:r>
            <a:r>
              <a:rPr lang="en" altLang="zh-CN" sz="2000" dirty="0"/>
              <a:t>A.</a:t>
            </a:r>
            <a:r>
              <a:rPr lang="zh-CN" altLang="en-US" sz="2000" dirty="0"/>
              <a:t>最近  </a:t>
            </a:r>
            <a:r>
              <a:rPr lang="en" altLang="zh-CN" sz="2000" dirty="0"/>
              <a:t>B.</a:t>
            </a:r>
            <a:r>
              <a:rPr lang="zh-CN" altLang="en-US" sz="2000" dirty="0"/>
              <a:t>卫生间  </a:t>
            </a:r>
            <a:r>
              <a:rPr lang="en" altLang="zh-CN" sz="2000" dirty="0"/>
              <a:t>C.</a:t>
            </a:r>
            <a:r>
              <a:rPr lang="zh-CN" altLang="en-US" sz="2000" dirty="0"/>
              <a:t>前面  </a:t>
            </a:r>
            <a:r>
              <a:rPr lang="en" altLang="zh-CN" sz="2000" dirty="0"/>
              <a:t>D.</a:t>
            </a:r>
            <a:r>
              <a:rPr lang="zh-CN" altLang="en-US" sz="2000" dirty="0"/>
              <a:t>时候</a:t>
            </a:r>
            <a:endParaRPr lang="en-US" altLang="zh-CN" sz="2000" dirty="0">
              <a:solidFill>
                <a:srgbClr val="000000"/>
              </a:solidFill>
            </a:endParaRPr>
          </a:p>
          <a:p>
            <a:pPr marL="0" indent="0" eaLnBrk="1" hangingPunct="1">
              <a:buFontTx/>
              <a:buNone/>
              <a:defRPr/>
            </a:pPr>
            <a:endParaRPr lang="en-US" altLang="zh-CN" sz="2000" dirty="0"/>
          </a:p>
          <a:p>
            <a:pPr marL="0" indent="0" eaLnBrk="1" hangingPunct="1">
              <a:buFontTx/>
              <a:buNone/>
              <a:defRPr/>
            </a:pPr>
            <a:r>
              <a:rPr lang="en-US" altLang="zh-CN" sz="2000" dirty="0"/>
              <a:t>3.</a:t>
            </a:r>
            <a:r>
              <a:rPr lang="zh-CN" altLang="en-US" sz="2000" dirty="0"/>
              <a:t> </a:t>
            </a:r>
            <a:r>
              <a:rPr lang="en-US" altLang="zh-CN" sz="2000" dirty="0"/>
              <a:t>Fill</a:t>
            </a:r>
            <a:r>
              <a:rPr lang="zh-CN" altLang="en-US" sz="2000" dirty="0"/>
              <a:t> </a:t>
            </a:r>
            <a:r>
              <a:rPr lang="en-US" altLang="zh-CN" sz="2000" dirty="0"/>
              <a:t>in right word.</a:t>
            </a:r>
          </a:p>
          <a:p>
            <a:pPr marL="0" indent="0" eaLnBrk="1" hangingPunct="1">
              <a:buFontTx/>
              <a:buNone/>
              <a:defRPr/>
            </a:pPr>
            <a:r>
              <a:rPr lang="en-US" altLang="zh-CN" sz="2000" dirty="0"/>
              <a:t>		</a:t>
            </a:r>
            <a:r>
              <a:rPr lang="zh-CN" altLang="en-US" sz="2000" dirty="0"/>
              <a:t>   </a:t>
            </a:r>
            <a:r>
              <a:rPr lang="en-US" altLang="zh-CN" sz="2000" dirty="0"/>
              <a:t>jian1</a:t>
            </a:r>
          </a:p>
          <a:p>
            <a:pPr marL="0" indent="0" eaLnBrk="1" hangingPunct="1">
              <a:buFontTx/>
              <a:buNone/>
              <a:defRPr/>
            </a:pPr>
            <a:r>
              <a:rPr kumimoji="1" lang="zh-CN" altLang="en-US" sz="2000" dirty="0">
                <a:solidFill>
                  <a:srgbClr val="000000"/>
                </a:solidFill>
              </a:rPr>
              <a:t>经理：小王，卫生（间）怎么那么脏啊？</a:t>
            </a:r>
            <a:endParaRPr kumimoji="1" lang="zh-CN" altLang="en-US" sz="2000" dirty="0"/>
          </a:p>
          <a:p>
            <a:pPr marL="0" indent="0" eaLnBrk="1" hangingPunct="1">
              <a:buFontTx/>
              <a:buNone/>
              <a:defRPr/>
            </a:pPr>
            <a:endParaRPr kumimoji="1" lang="zh-CN" altLang="en-US" sz="2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正文">
  <a:themeElements>
    <a:clrScheme name="正文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正文">
      <a:majorFont>
        <a:latin typeface="Arial"/>
        <a:ea typeface="黑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>
    <a:extraClrScheme>
      <a:clrScheme name="正文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正文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正文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正文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正文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正文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正文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正文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正文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正文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正文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正文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首页">
  <a:themeElements>
    <a:clrScheme name="首页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首页">
      <a:majorFont>
        <a:latin typeface="Arial"/>
        <a:ea typeface="黑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>
    <a:extraClrScheme>
      <a:clrScheme name="首页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首页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首页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首页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首页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首页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首页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首页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首页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首页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首页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首页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致谢">
  <a:themeElements>
    <a:clrScheme name="致谢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致谢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>
    <a:extraClrScheme>
      <a:clrScheme name="致谢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致谢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致谢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致谢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致谢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致谢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致谢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致谢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致谢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致谢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致谢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致谢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59</TotalTime>
  <Words>948</Words>
  <Application>Microsoft Macintosh PowerPoint</Application>
  <PresentationFormat>全屏显示(4:3)</PresentationFormat>
  <Paragraphs>120</Paragraphs>
  <Slides>14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3</vt:i4>
      </vt:variant>
      <vt:variant>
        <vt:lpstr>幻灯片标题</vt:lpstr>
      </vt:variant>
      <vt:variant>
        <vt:i4>14</vt:i4>
      </vt:variant>
    </vt:vector>
  </HeadingPairs>
  <TitlesOfParts>
    <vt:vector size="21" baseType="lpstr">
      <vt:lpstr>Arial</vt:lpstr>
      <vt:lpstr>宋体</vt:lpstr>
      <vt:lpstr>黑体</vt:lpstr>
      <vt:lpstr>等线</vt:lpstr>
      <vt:lpstr>正文</vt:lpstr>
      <vt:lpstr>首页</vt:lpstr>
      <vt:lpstr>致谢</vt:lpstr>
      <vt:lpstr>第三次学习答案</vt:lpstr>
      <vt:lpstr>practice</vt:lpstr>
      <vt:lpstr>practice</vt:lpstr>
      <vt:lpstr>practice</vt:lpstr>
      <vt:lpstr>practice</vt:lpstr>
      <vt:lpstr>practice</vt:lpstr>
      <vt:lpstr>practice</vt:lpstr>
      <vt:lpstr>practice</vt:lpstr>
      <vt:lpstr>practice</vt:lpstr>
      <vt:lpstr>practice</vt:lpstr>
      <vt:lpstr>practice</vt:lpstr>
      <vt:lpstr>practice</vt:lpstr>
      <vt:lpstr>practice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/>
  <cp:lastModifiedBy>康 正伟</cp:lastModifiedBy>
  <cp:revision>23</cp:revision>
  <cp:lastPrinted>1601-01-01T00:00:00Z</cp:lastPrinted>
  <dcterms:created xsi:type="dcterms:W3CDTF">1601-01-01T00:00:00Z</dcterms:created>
  <dcterms:modified xsi:type="dcterms:W3CDTF">2022-04-24T08:08:14Z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Version">
    <vt:i4>1</vt:i4>
  </property>
</Properties>
</file>